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sldIdLst>
    <p:sldId id="256" r:id="rId2"/>
    <p:sldId id="258" r:id="rId3"/>
    <p:sldId id="324" r:id="rId4"/>
    <p:sldId id="325" r:id="rId5"/>
    <p:sldId id="326" r:id="rId6"/>
    <p:sldId id="260" r:id="rId7"/>
    <p:sldId id="261" r:id="rId8"/>
    <p:sldId id="327" r:id="rId9"/>
    <p:sldId id="263" r:id="rId10"/>
    <p:sldId id="262" r:id="rId11"/>
    <p:sldId id="274" r:id="rId12"/>
    <p:sldId id="276" r:id="rId13"/>
    <p:sldId id="275" r:id="rId14"/>
    <p:sldId id="311" r:id="rId15"/>
    <p:sldId id="294" r:id="rId16"/>
    <p:sldId id="289" r:id="rId17"/>
    <p:sldId id="332" r:id="rId18"/>
    <p:sldId id="330" r:id="rId19"/>
    <p:sldId id="334" r:id="rId20"/>
    <p:sldId id="335" r:id="rId21"/>
    <p:sldId id="336" r:id="rId22"/>
    <p:sldId id="337" r:id="rId23"/>
    <p:sldId id="338" r:id="rId24"/>
    <p:sldId id="339" r:id="rId25"/>
    <p:sldId id="340" r:id="rId26"/>
    <p:sldId id="341" r:id="rId27"/>
    <p:sldId id="342" r:id="rId28"/>
    <p:sldId id="343" r:id="rId29"/>
    <p:sldId id="344" r:id="rId30"/>
    <p:sldId id="345" r:id="rId31"/>
    <p:sldId id="346" r:id="rId32"/>
    <p:sldId id="278" r:id="rId33"/>
    <p:sldId id="333" r:id="rId34"/>
    <p:sldId id="269" r:id="rId35"/>
    <p:sldId id="308" r:id="rId36"/>
    <p:sldId id="329" r:id="rId37"/>
    <p:sldId id="328" r:id="rId38"/>
    <p:sldId id="312" r:id="rId39"/>
    <p:sldId id="313" r:id="rId40"/>
    <p:sldId id="296" r:id="rId41"/>
    <p:sldId id="297" r:id="rId42"/>
    <p:sldId id="303" r:id="rId43"/>
    <p:sldId id="304" r:id="rId44"/>
    <p:sldId id="298" r:id="rId45"/>
    <p:sldId id="305" r:id="rId46"/>
    <p:sldId id="306" r:id="rId47"/>
    <p:sldId id="309" r:id="rId48"/>
    <p:sldId id="331" r:id="rId49"/>
    <p:sldId id="307" r:id="rId50"/>
    <p:sldId id="300" r:id="rId51"/>
    <p:sldId id="301" r:id="rId52"/>
    <p:sldId id="267" r:id="rId53"/>
    <p:sldId id="268" r:id="rId54"/>
    <p:sldId id="315" r:id="rId55"/>
    <p:sldId id="318" r:id="rId56"/>
    <p:sldId id="319"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D7499F-B893-4336-994D-9FB45439049D}" v="156" dt="2025-05-06T05:02:08.87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1" d="100"/>
          <a:sy n="71" d="100"/>
        </p:scale>
        <p:origin x="4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erica aragon" userId="3f8f40865c82c76b" providerId="LiveId" clId="{32D8B580-DBCF-4216-91E4-017E6BE19E26}"/>
    <pc:docChg chg="custSel modSld">
      <pc:chgData name="america aragon" userId="3f8f40865c82c76b" providerId="LiveId" clId="{32D8B580-DBCF-4216-91E4-017E6BE19E26}" dt="2025-01-29T14:52:56.213" v="407" actId="20577"/>
      <pc:docMkLst>
        <pc:docMk/>
      </pc:docMkLst>
      <pc:sldChg chg="addSp modSp">
        <pc:chgData name="america aragon" userId="3f8f40865c82c76b" providerId="LiveId" clId="{32D8B580-DBCF-4216-91E4-017E6BE19E26}" dt="2025-01-26T05:32:09.840" v="325"/>
        <pc:sldMkLst>
          <pc:docMk/>
          <pc:sldMk cId="3618445912" sldId="260"/>
        </pc:sldMkLst>
      </pc:sldChg>
      <pc:sldChg chg="addSp modSp">
        <pc:chgData name="america aragon" userId="3f8f40865c82c76b" providerId="LiveId" clId="{32D8B580-DBCF-4216-91E4-017E6BE19E26}" dt="2025-01-26T05:32:13.296" v="326"/>
        <pc:sldMkLst>
          <pc:docMk/>
          <pc:sldMk cId="490772631" sldId="261"/>
        </pc:sldMkLst>
      </pc:sldChg>
      <pc:sldChg chg="addSp delSp modSp mod">
        <pc:chgData name="america aragon" userId="3f8f40865c82c76b" providerId="LiveId" clId="{32D8B580-DBCF-4216-91E4-017E6BE19E26}" dt="2025-01-29T14:41:23.244" v="387" actId="20577"/>
        <pc:sldMkLst>
          <pc:docMk/>
          <pc:sldMk cId="2429666402" sldId="262"/>
        </pc:sldMkLst>
      </pc:sldChg>
      <pc:sldChg chg="addSp delSp modSp">
        <pc:chgData name="america aragon" userId="3f8f40865c82c76b" providerId="LiveId" clId="{32D8B580-DBCF-4216-91E4-017E6BE19E26}" dt="2025-01-26T05:32:19.480" v="329"/>
        <pc:sldMkLst>
          <pc:docMk/>
          <pc:sldMk cId="1128129977" sldId="263"/>
        </pc:sldMkLst>
      </pc:sldChg>
      <pc:sldChg chg="addSp modSp mod">
        <pc:chgData name="america aragon" userId="3f8f40865c82c76b" providerId="LiveId" clId="{32D8B580-DBCF-4216-91E4-017E6BE19E26}" dt="2025-01-26T05:34:43.420" v="376"/>
        <pc:sldMkLst>
          <pc:docMk/>
          <pc:sldMk cId="2669837060" sldId="267"/>
        </pc:sldMkLst>
      </pc:sldChg>
      <pc:sldChg chg="addSp modSp mod">
        <pc:chgData name="america aragon" userId="3f8f40865c82c76b" providerId="LiveId" clId="{32D8B580-DBCF-4216-91E4-017E6BE19E26}" dt="2025-01-26T05:34:49.004" v="378" actId="1076"/>
        <pc:sldMkLst>
          <pc:docMk/>
          <pc:sldMk cId="3924888847" sldId="268"/>
        </pc:sldMkLst>
      </pc:sldChg>
      <pc:sldChg chg="addSp modSp mod">
        <pc:chgData name="america aragon" userId="3f8f40865c82c76b" providerId="LiveId" clId="{32D8B580-DBCF-4216-91E4-017E6BE19E26}" dt="2025-01-26T05:33:21.851" v="353"/>
        <pc:sldMkLst>
          <pc:docMk/>
          <pc:sldMk cId="421240644" sldId="269"/>
        </pc:sldMkLst>
      </pc:sldChg>
      <pc:sldChg chg="addSp modSp mod">
        <pc:chgData name="america aragon" userId="3f8f40865c82c76b" providerId="LiveId" clId="{32D8B580-DBCF-4216-91E4-017E6BE19E26}" dt="2025-01-29T14:41:17.151" v="385" actId="20577"/>
        <pc:sldMkLst>
          <pc:docMk/>
          <pc:sldMk cId="3605255704" sldId="274"/>
        </pc:sldMkLst>
      </pc:sldChg>
      <pc:sldChg chg="addSp modSp mod">
        <pc:chgData name="america aragon" userId="3f8f40865c82c76b" providerId="LiveId" clId="{32D8B580-DBCF-4216-91E4-017E6BE19E26}" dt="2025-01-29T14:51:13.223" v="389" actId="20577"/>
        <pc:sldMkLst>
          <pc:docMk/>
          <pc:sldMk cId="2609675549" sldId="275"/>
        </pc:sldMkLst>
      </pc:sldChg>
      <pc:sldChg chg="addSp modSp">
        <pc:chgData name="america aragon" userId="3f8f40865c82c76b" providerId="LiveId" clId="{32D8B580-DBCF-4216-91E4-017E6BE19E26}" dt="2025-01-26T05:32:25.465" v="332"/>
        <pc:sldMkLst>
          <pc:docMk/>
          <pc:sldMk cId="3913834074" sldId="276"/>
        </pc:sldMkLst>
      </pc:sldChg>
      <pc:sldChg chg="addSp modSp mod">
        <pc:chgData name="america aragon" userId="3f8f40865c82c76b" providerId="LiveId" clId="{32D8B580-DBCF-4216-91E4-017E6BE19E26}" dt="2025-01-26T05:32:45.487" v="341"/>
        <pc:sldMkLst>
          <pc:docMk/>
          <pc:sldMk cId="1944210465" sldId="289"/>
        </pc:sldMkLst>
      </pc:sldChg>
      <pc:sldChg chg="addSp modSp mod">
        <pc:chgData name="america aragon" userId="3f8f40865c82c76b" providerId="LiveId" clId="{32D8B580-DBCF-4216-91E4-017E6BE19E26}" dt="2025-01-26T05:32:43.321" v="340" actId="1076"/>
        <pc:sldMkLst>
          <pc:docMk/>
          <pc:sldMk cId="2827177233" sldId="294"/>
        </pc:sldMkLst>
      </pc:sldChg>
      <pc:sldChg chg="addSp modSp mod">
        <pc:chgData name="america aragon" userId="3f8f40865c82c76b" providerId="LiveId" clId="{32D8B580-DBCF-4216-91E4-017E6BE19E26}" dt="2025-01-29T14:52:03.309" v="391" actId="20577"/>
        <pc:sldMkLst>
          <pc:docMk/>
          <pc:sldMk cId="2669581357" sldId="296"/>
        </pc:sldMkLst>
      </pc:sldChg>
      <pc:sldChg chg="addSp modSp mod">
        <pc:chgData name="america aragon" userId="3f8f40865c82c76b" providerId="LiveId" clId="{32D8B580-DBCF-4216-91E4-017E6BE19E26}" dt="2025-01-29T14:52:12.935" v="393" actId="20577"/>
        <pc:sldMkLst>
          <pc:docMk/>
          <pc:sldMk cId="4116086688" sldId="297"/>
        </pc:sldMkLst>
      </pc:sldChg>
      <pc:sldChg chg="addSp modSp mod">
        <pc:chgData name="america aragon" userId="3f8f40865c82c76b" providerId="LiveId" clId="{32D8B580-DBCF-4216-91E4-017E6BE19E26}" dt="2025-01-29T14:52:28.071" v="399" actId="20577"/>
        <pc:sldMkLst>
          <pc:docMk/>
          <pc:sldMk cId="96778245" sldId="298"/>
        </pc:sldMkLst>
      </pc:sldChg>
      <pc:sldChg chg="addSp modSp mod">
        <pc:chgData name="america aragon" userId="3f8f40865c82c76b" providerId="LiveId" clId="{32D8B580-DBCF-4216-91E4-017E6BE19E26}" dt="2025-01-26T05:34:24.951" v="370"/>
        <pc:sldMkLst>
          <pc:docMk/>
          <pc:sldMk cId="3557972498" sldId="299"/>
        </pc:sldMkLst>
      </pc:sldChg>
      <pc:sldChg chg="addSp modSp mod">
        <pc:chgData name="america aragon" userId="3f8f40865c82c76b" providerId="LiveId" clId="{32D8B580-DBCF-4216-91E4-017E6BE19E26}" dt="2025-01-29T14:52:51.061" v="405" actId="20577"/>
        <pc:sldMkLst>
          <pc:docMk/>
          <pc:sldMk cId="1974767550" sldId="300"/>
        </pc:sldMkLst>
      </pc:sldChg>
      <pc:sldChg chg="addSp modSp mod">
        <pc:chgData name="america aragon" userId="3f8f40865c82c76b" providerId="LiveId" clId="{32D8B580-DBCF-4216-91E4-017E6BE19E26}" dt="2025-01-29T14:52:56.213" v="407" actId="20577"/>
        <pc:sldMkLst>
          <pc:docMk/>
          <pc:sldMk cId="2406924557" sldId="301"/>
        </pc:sldMkLst>
      </pc:sldChg>
      <pc:sldChg chg="addSp modSp mod">
        <pc:chgData name="america aragon" userId="3f8f40865c82c76b" providerId="LiveId" clId="{32D8B580-DBCF-4216-91E4-017E6BE19E26}" dt="2025-01-29T14:52:17.606" v="395" actId="20577"/>
        <pc:sldMkLst>
          <pc:docMk/>
          <pc:sldMk cId="3555057820" sldId="303"/>
        </pc:sldMkLst>
      </pc:sldChg>
      <pc:sldChg chg="addSp modSp mod">
        <pc:chgData name="america aragon" userId="3f8f40865c82c76b" providerId="LiveId" clId="{32D8B580-DBCF-4216-91E4-017E6BE19E26}" dt="2025-01-29T14:52:23.482" v="397" actId="20577"/>
        <pc:sldMkLst>
          <pc:docMk/>
          <pc:sldMk cId="468127773" sldId="304"/>
        </pc:sldMkLst>
      </pc:sldChg>
      <pc:sldChg chg="addSp modSp mod">
        <pc:chgData name="america aragon" userId="3f8f40865c82c76b" providerId="LiveId" clId="{32D8B580-DBCF-4216-91E4-017E6BE19E26}" dt="2025-01-29T14:52:32.837" v="401" actId="20577"/>
        <pc:sldMkLst>
          <pc:docMk/>
          <pc:sldMk cId="1354784124" sldId="305"/>
        </pc:sldMkLst>
      </pc:sldChg>
      <pc:sldChg chg="addSp modSp mod">
        <pc:chgData name="america aragon" userId="3f8f40865c82c76b" providerId="LiveId" clId="{32D8B580-DBCF-4216-91E4-017E6BE19E26}" dt="2025-01-29T14:52:37.703" v="403" actId="20577"/>
        <pc:sldMkLst>
          <pc:docMk/>
          <pc:sldMk cId="3011336149" sldId="306"/>
        </pc:sldMkLst>
      </pc:sldChg>
      <pc:sldChg chg="addSp modSp mod">
        <pc:chgData name="america aragon" userId="3f8f40865c82c76b" providerId="LiveId" clId="{32D8B580-DBCF-4216-91E4-017E6BE19E26}" dt="2025-01-26T05:34:27.049" v="371"/>
        <pc:sldMkLst>
          <pc:docMk/>
          <pc:sldMk cId="2744288443" sldId="307"/>
        </pc:sldMkLst>
      </pc:sldChg>
      <pc:sldChg chg="addSp modSp mod">
        <pc:chgData name="america aragon" userId="3f8f40865c82c76b" providerId="LiveId" clId="{32D8B580-DBCF-4216-91E4-017E6BE19E26}" dt="2025-01-26T05:33:17.181" v="352" actId="20577"/>
        <pc:sldMkLst>
          <pc:docMk/>
          <pc:sldMk cId="2572099627" sldId="308"/>
        </pc:sldMkLst>
      </pc:sldChg>
      <pc:sldChg chg="addSp modSp mod">
        <pc:chgData name="america aragon" userId="3f8f40865c82c76b" providerId="LiveId" clId="{32D8B580-DBCF-4216-91E4-017E6BE19E26}" dt="2025-01-26T05:34:22.747" v="369"/>
        <pc:sldMkLst>
          <pc:docMk/>
          <pc:sldMk cId="1036746202" sldId="309"/>
        </pc:sldMkLst>
      </pc:sldChg>
      <pc:sldChg chg="addSp modSp">
        <pc:chgData name="america aragon" userId="3f8f40865c82c76b" providerId="LiveId" clId="{32D8B580-DBCF-4216-91E4-017E6BE19E26}" dt="2025-01-26T05:32:28.734" v="334"/>
        <pc:sldMkLst>
          <pc:docMk/>
          <pc:sldMk cId="3070003921" sldId="311"/>
        </pc:sldMkLst>
      </pc:sldChg>
      <pc:sldChg chg="addSp modSp mod">
        <pc:chgData name="america aragon" userId="3f8f40865c82c76b" providerId="LiveId" clId="{32D8B580-DBCF-4216-91E4-017E6BE19E26}" dt="2025-01-26T05:33:35.465" v="354"/>
        <pc:sldMkLst>
          <pc:docMk/>
          <pc:sldMk cId="3878919553" sldId="312"/>
        </pc:sldMkLst>
      </pc:sldChg>
      <pc:sldChg chg="addSp modSp mod">
        <pc:chgData name="america aragon" userId="3f8f40865c82c76b" providerId="LiveId" clId="{32D8B580-DBCF-4216-91E4-017E6BE19E26}" dt="2025-01-26T05:33:37.592" v="355"/>
        <pc:sldMkLst>
          <pc:docMk/>
          <pc:sldMk cId="3488536927" sldId="313"/>
        </pc:sldMkLst>
      </pc:sldChg>
      <pc:sldChg chg="addSp modSp mod">
        <pc:chgData name="america aragon" userId="3f8f40865c82c76b" providerId="LiveId" clId="{32D8B580-DBCF-4216-91E4-017E6BE19E26}" dt="2025-01-26T05:34:51.060" v="379"/>
        <pc:sldMkLst>
          <pc:docMk/>
          <pc:sldMk cId="3429241171" sldId="315"/>
        </pc:sldMkLst>
      </pc:sldChg>
      <pc:sldChg chg="addSp modSp mod">
        <pc:chgData name="america aragon" userId="3f8f40865c82c76b" providerId="LiveId" clId="{32D8B580-DBCF-4216-91E4-017E6BE19E26}" dt="2025-01-26T05:34:52.802" v="380"/>
        <pc:sldMkLst>
          <pc:docMk/>
          <pc:sldMk cId="211525085" sldId="318"/>
        </pc:sldMkLst>
      </pc:sldChg>
      <pc:sldChg chg="addSp modSp mod">
        <pc:chgData name="america aragon" userId="3f8f40865c82c76b" providerId="LiveId" clId="{32D8B580-DBCF-4216-91E4-017E6BE19E26}" dt="2025-01-26T05:34:54.915" v="381"/>
        <pc:sldMkLst>
          <pc:docMk/>
          <pc:sldMk cId="457157291" sldId="319"/>
        </pc:sldMkLst>
      </pc:sldChg>
      <pc:sldChg chg="addSp delSp modSp">
        <pc:chgData name="america aragon" userId="3f8f40865c82c76b" providerId="LiveId" clId="{32D8B580-DBCF-4216-91E4-017E6BE19E26}" dt="2025-01-26T05:32:15.250" v="327"/>
        <pc:sldMkLst>
          <pc:docMk/>
          <pc:sldMk cId="307032608" sldId="322"/>
        </pc:sldMkLst>
      </pc:sldChg>
      <pc:sldChg chg="addSp modSp">
        <pc:chgData name="america aragon" userId="3f8f40865c82c76b" providerId="LiveId" clId="{32D8B580-DBCF-4216-91E4-017E6BE19E26}" dt="2025-01-26T05:32:17.601" v="328"/>
        <pc:sldMkLst>
          <pc:docMk/>
          <pc:sldMk cId="2610014176" sldId="323"/>
        </pc:sldMkLst>
      </pc:sldChg>
      <pc:sldChg chg="addSp delSp modSp mod">
        <pc:chgData name="america aragon" userId="3f8f40865c82c76b" providerId="LiveId" clId="{32D8B580-DBCF-4216-91E4-017E6BE19E26}" dt="2025-01-26T05:32:02.818" v="322" actId="1076"/>
        <pc:sldMkLst>
          <pc:docMk/>
          <pc:sldMk cId="101329732" sldId="324"/>
        </pc:sldMkLst>
      </pc:sldChg>
      <pc:sldChg chg="addSp delSp modSp">
        <pc:chgData name="america aragon" userId="3f8f40865c82c76b" providerId="LiveId" clId="{32D8B580-DBCF-4216-91E4-017E6BE19E26}" dt="2025-01-26T05:32:05.709" v="323"/>
        <pc:sldMkLst>
          <pc:docMk/>
          <pc:sldMk cId="2107882695" sldId="325"/>
        </pc:sldMkLst>
      </pc:sldChg>
      <pc:sldChg chg="addSp delSp modSp">
        <pc:chgData name="america aragon" userId="3f8f40865c82c76b" providerId="LiveId" clId="{32D8B580-DBCF-4216-91E4-017E6BE19E26}" dt="2025-01-26T05:32:07.714" v="324"/>
        <pc:sldMkLst>
          <pc:docMk/>
          <pc:sldMk cId="629460005" sldId="326"/>
        </pc:sldMkLst>
      </pc:sldChg>
    </pc:docChg>
  </pc:docChgLst>
  <pc:docChgLst>
    <pc:chgData name="america aragon" userId="3f8f40865c82c76b" providerId="LiveId" clId="{02D7499F-B893-4336-994D-9FB45439049D}"/>
    <pc:docChg chg="custSel addSld delSld modSld sldOrd">
      <pc:chgData name="america aragon" userId="3f8f40865c82c76b" providerId="LiveId" clId="{02D7499F-B893-4336-994D-9FB45439049D}" dt="2025-05-06T05:02:16.603" v="1114" actId="1076"/>
      <pc:docMkLst>
        <pc:docMk/>
      </pc:docMkLst>
      <pc:sldChg chg="delSp delDesignElem">
        <pc:chgData name="america aragon" userId="3f8f40865c82c76b" providerId="LiveId" clId="{02D7499F-B893-4336-994D-9FB45439049D}" dt="2025-05-06T03:50:20.835" v="19"/>
        <pc:sldMkLst>
          <pc:docMk/>
          <pc:sldMk cId="104491673" sldId="256"/>
        </pc:sldMkLst>
        <pc:spChg chg="del">
          <ac:chgData name="america aragon" userId="3f8f40865c82c76b" providerId="LiveId" clId="{02D7499F-B893-4336-994D-9FB45439049D}" dt="2025-05-06T03:50:20.835" v="19"/>
          <ac:spMkLst>
            <pc:docMk/>
            <pc:sldMk cId="104491673" sldId="256"/>
            <ac:spMk id="1092" creationId="{8555C5B3-193A-4749-9AFD-682E53CDDE8F}"/>
          </ac:spMkLst>
        </pc:spChg>
        <pc:spChg chg="del">
          <ac:chgData name="america aragon" userId="3f8f40865c82c76b" providerId="LiveId" clId="{02D7499F-B893-4336-994D-9FB45439049D}" dt="2025-05-06T03:50:20.835" v="19"/>
          <ac:spMkLst>
            <pc:docMk/>
            <pc:sldMk cId="104491673" sldId="256"/>
            <ac:spMk id="1093" creationId="{2EAE06A6-F76A-41C9-827A-C561B004485C}"/>
          </ac:spMkLst>
        </pc:spChg>
        <pc:spChg chg="del">
          <ac:chgData name="america aragon" userId="3f8f40865c82c76b" providerId="LiveId" clId="{02D7499F-B893-4336-994D-9FB45439049D}" dt="2025-05-06T03:50:20.835" v="19"/>
          <ac:spMkLst>
            <pc:docMk/>
            <pc:sldMk cId="104491673" sldId="256"/>
            <ac:spMk id="1094" creationId="{89F9D4E8-0639-444B-949B-9518585061AF}"/>
          </ac:spMkLst>
        </pc:spChg>
        <pc:spChg chg="del">
          <ac:chgData name="america aragon" userId="3f8f40865c82c76b" providerId="LiveId" clId="{02D7499F-B893-4336-994D-9FB45439049D}" dt="2025-05-06T03:50:20.835" v="19"/>
          <ac:spMkLst>
            <pc:docMk/>
            <pc:sldMk cId="104491673" sldId="256"/>
            <ac:spMk id="1095" creationId="{7E3DA7A2-ED70-4BBA-AB72-00AD461FA405}"/>
          </ac:spMkLst>
        </pc:spChg>
        <pc:spChg chg="del">
          <ac:chgData name="america aragon" userId="3f8f40865c82c76b" providerId="LiveId" clId="{02D7499F-B893-4336-994D-9FB45439049D}" dt="2025-05-06T03:50:20.835" v="19"/>
          <ac:spMkLst>
            <pc:docMk/>
            <pc:sldMk cId="104491673" sldId="256"/>
            <ac:spMk id="1096" creationId="{FC485432-3647-4218-B5D3-15D3FA222B13}"/>
          </ac:spMkLst>
        </pc:spChg>
        <pc:spChg chg="del">
          <ac:chgData name="america aragon" userId="3f8f40865c82c76b" providerId="LiveId" clId="{02D7499F-B893-4336-994D-9FB45439049D}" dt="2025-05-06T03:50:20.835" v="19"/>
          <ac:spMkLst>
            <pc:docMk/>
            <pc:sldMk cId="104491673" sldId="256"/>
            <ac:spMk id="1097" creationId="{F4AFDDCA-6ABA-4D23-8A5C-1BF0F4308148}"/>
          </ac:spMkLst>
        </pc:spChg>
      </pc:sldChg>
      <pc:sldChg chg="modSp mod">
        <pc:chgData name="america aragon" userId="3f8f40865c82c76b" providerId="LiveId" clId="{02D7499F-B893-4336-994D-9FB45439049D}" dt="2025-05-06T03:52:08.301" v="39" actId="1076"/>
        <pc:sldMkLst>
          <pc:docMk/>
          <pc:sldMk cId="3618445912" sldId="260"/>
        </pc:sldMkLst>
        <pc:spChg chg="mod">
          <ac:chgData name="america aragon" userId="3f8f40865c82c76b" providerId="LiveId" clId="{02D7499F-B893-4336-994D-9FB45439049D}" dt="2025-05-06T03:52:08.301" v="39" actId="1076"/>
          <ac:spMkLst>
            <pc:docMk/>
            <pc:sldMk cId="3618445912" sldId="260"/>
            <ac:spMk id="2" creationId="{2A1239DF-CB85-BDE3-F316-EA66ACD815A6}"/>
          </ac:spMkLst>
        </pc:spChg>
        <pc:spChg chg="mod">
          <ac:chgData name="america aragon" userId="3f8f40865c82c76b" providerId="LiveId" clId="{02D7499F-B893-4336-994D-9FB45439049D}" dt="2025-05-06T03:51:56.070" v="37" actId="1076"/>
          <ac:spMkLst>
            <pc:docMk/>
            <pc:sldMk cId="3618445912" sldId="260"/>
            <ac:spMk id="3" creationId="{ED974B04-5955-2949-5795-4F59DA02F4B1}"/>
          </ac:spMkLst>
        </pc:spChg>
        <pc:picChg chg="mod">
          <ac:chgData name="america aragon" userId="3f8f40865c82c76b" providerId="LiveId" clId="{02D7499F-B893-4336-994D-9FB45439049D}" dt="2025-05-06T03:52:01.144" v="38" actId="1076"/>
          <ac:picMkLst>
            <pc:docMk/>
            <pc:sldMk cId="3618445912" sldId="260"/>
            <ac:picMk id="3074" creationId="{62564543-6A08-B3D0-B048-CCA7444EA30A}"/>
          </ac:picMkLst>
        </pc:picChg>
      </pc:sldChg>
      <pc:sldChg chg="modSp mod">
        <pc:chgData name="america aragon" userId="3f8f40865c82c76b" providerId="LiveId" clId="{02D7499F-B893-4336-994D-9FB45439049D}" dt="2025-05-06T03:53:41.722" v="148" actId="20577"/>
        <pc:sldMkLst>
          <pc:docMk/>
          <pc:sldMk cId="2429666402" sldId="262"/>
        </pc:sldMkLst>
        <pc:graphicFrameChg chg="modGraphic">
          <ac:chgData name="america aragon" userId="3f8f40865c82c76b" providerId="LiveId" clId="{02D7499F-B893-4336-994D-9FB45439049D}" dt="2025-05-06T03:53:41.722" v="148" actId="20577"/>
          <ac:graphicFrameMkLst>
            <pc:docMk/>
            <pc:sldMk cId="2429666402" sldId="262"/>
            <ac:graphicFrameMk id="5" creationId="{552FA2C6-BFB8-FA85-7618-D1D9F955F621}"/>
          </ac:graphicFrameMkLst>
        </pc:graphicFrameChg>
      </pc:sldChg>
      <pc:sldChg chg="modSp mod">
        <pc:chgData name="america aragon" userId="3f8f40865c82c76b" providerId="LiveId" clId="{02D7499F-B893-4336-994D-9FB45439049D}" dt="2025-05-06T04:22:39.398" v="669" actId="1076"/>
        <pc:sldMkLst>
          <pc:docMk/>
          <pc:sldMk cId="3924888847" sldId="268"/>
        </pc:sldMkLst>
        <pc:picChg chg="mod">
          <ac:chgData name="america aragon" userId="3f8f40865c82c76b" providerId="LiveId" clId="{02D7499F-B893-4336-994D-9FB45439049D}" dt="2025-05-06T04:22:39.398" v="669" actId="1076"/>
          <ac:picMkLst>
            <pc:docMk/>
            <pc:sldMk cId="3924888847" sldId="268"/>
            <ac:picMk id="11" creationId="{58C0E68C-E47B-9F0B-1B8C-A24F8C35CC18}"/>
          </ac:picMkLst>
        </pc:picChg>
      </pc:sldChg>
      <pc:sldChg chg="addSp delSp modSp mod ord">
        <pc:chgData name="america aragon" userId="3f8f40865c82c76b" providerId="LiveId" clId="{02D7499F-B893-4336-994D-9FB45439049D}" dt="2025-05-06T04:04:42.898" v="345"/>
        <pc:sldMkLst>
          <pc:docMk/>
          <pc:sldMk cId="421240644" sldId="269"/>
        </pc:sldMkLst>
        <pc:spChg chg="del">
          <ac:chgData name="america aragon" userId="3f8f40865c82c76b" providerId="LiveId" clId="{02D7499F-B893-4336-994D-9FB45439049D}" dt="2025-05-06T03:56:08.197" v="156" actId="478"/>
          <ac:spMkLst>
            <pc:docMk/>
            <pc:sldMk cId="421240644" sldId="269"/>
            <ac:spMk id="5" creationId="{0B545B8C-B3F0-7F0A-56F7-9EB75663F55B}"/>
          </ac:spMkLst>
        </pc:spChg>
        <pc:spChg chg="del mod">
          <ac:chgData name="america aragon" userId="3f8f40865c82c76b" providerId="LiveId" clId="{02D7499F-B893-4336-994D-9FB45439049D}" dt="2025-05-06T04:01:48.540" v="282" actId="478"/>
          <ac:spMkLst>
            <pc:docMk/>
            <pc:sldMk cId="421240644" sldId="269"/>
            <ac:spMk id="6" creationId="{F78D9E16-022B-56C8-3458-EDD821FBCF48}"/>
          </ac:spMkLst>
        </pc:spChg>
        <pc:spChg chg="del">
          <ac:chgData name="america aragon" userId="3f8f40865c82c76b" providerId="LiveId" clId="{02D7499F-B893-4336-994D-9FB45439049D}" dt="2025-05-06T04:00:07.955" v="256" actId="478"/>
          <ac:spMkLst>
            <pc:docMk/>
            <pc:sldMk cId="421240644" sldId="269"/>
            <ac:spMk id="8" creationId="{C943CC51-3B4E-BEAC-FDE1-378040B8F88C}"/>
          </ac:spMkLst>
        </pc:spChg>
        <pc:spChg chg="del">
          <ac:chgData name="america aragon" userId="3f8f40865c82c76b" providerId="LiveId" clId="{02D7499F-B893-4336-994D-9FB45439049D}" dt="2025-05-06T03:56:11.458" v="157" actId="478"/>
          <ac:spMkLst>
            <pc:docMk/>
            <pc:sldMk cId="421240644" sldId="269"/>
            <ac:spMk id="12" creationId="{CEDCB458-D0EF-785A-0E1A-9022941D4E46}"/>
          </ac:spMkLst>
        </pc:spChg>
        <pc:spChg chg="add mod">
          <ac:chgData name="america aragon" userId="3f8f40865c82c76b" providerId="LiveId" clId="{02D7499F-B893-4336-994D-9FB45439049D}" dt="2025-05-06T04:00:28.962" v="262"/>
          <ac:spMkLst>
            <pc:docMk/>
            <pc:sldMk cId="421240644" sldId="269"/>
            <ac:spMk id="13" creationId="{9727BA7A-43FC-52DB-4053-044C76532893}"/>
          </ac:spMkLst>
        </pc:spChg>
        <pc:spChg chg="add del mod">
          <ac:chgData name="america aragon" userId="3f8f40865c82c76b" providerId="LiveId" clId="{02D7499F-B893-4336-994D-9FB45439049D}" dt="2025-05-06T04:02:39.029" v="303" actId="478"/>
          <ac:spMkLst>
            <pc:docMk/>
            <pc:sldMk cId="421240644" sldId="269"/>
            <ac:spMk id="16" creationId="{34FE127B-CEEA-68B2-DC76-D9CEA7F0F04A}"/>
          </ac:spMkLst>
        </pc:spChg>
        <pc:spChg chg="add del mod">
          <ac:chgData name="america aragon" userId="3f8f40865c82c76b" providerId="LiveId" clId="{02D7499F-B893-4336-994D-9FB45439049D}" dt="2025-05-06T04:03:09.616" v="310" actId="478"/>
          <ac:spMkLst>
            <pc:docMk/>
            <pc:sldMk cId="421240644" sldId="269"/>
            <ac:spMk id="18" creationId="{C4826FE7-B6B9-141F-DB62-DAD38F1DD521}"/>
          </ac:spMkLst>
        </pc:spChg>
        <pc:spChg chg="add mod">
          <ac:chgData name="america aragon" userId="3f8f40865c82c76b" providerId="LiveId" clId="{02D7499F-B893-4336-994D-9FB45439049D}" dt="2025-05-06T04:02:42.770" v="304" actId="1076"/>
          <ac:spMkLst>
            <pc:docMk/>
            <pc:sldMk cId="421240644" sldId="269"/>
            <ac:spMk id="19" creationId="{37BB3CC4-7A4C-908D-EE86-075D41F5D48F}"/>
          </ac:spMkLst>
        </pc:spChg>
        <pc:spChg chg="del mod">
          <ac:chgData name="america aragon" userId="3f8f40865c82c76b" providerId="LiveId" clId="{02D7499F-B893-4336-994D-9FB45439049D}" dt="2025-05-06T04:00:04.910" v="255" actId="478"/>
          <ac:spMkLst>
            <pc:docMk/>
            <pc:sldMk cId="421240644" sldId="269"/>
            <ac:spMk id="20" creationId="{68394BDD-6521-CB25-927B-9C8349ED99F3}"/>
          </ac:spMkLst>
        </pc:spChg>
        <pc:spChg chg="del mod">
          <ac:chgData name="america aragon" userId="3f8f40865c82c76b" providerId="LiveId" clId="{02D7499F-B893-4336-994D-9FB45439049D}" dt="2025-05-06T04:01:22.778" v="273" actId="478"/>
          <ac:spMkLst>
            <pc:docMk/>
            <pc:sldMk cId="421240644" sldId="269"/>
            <ac:spMk id="21" creationId="{B550A9F4-E334-6560-E2CF-E25FC3BD3626}"/>
          </ac:spMkLst>
        </pc:spChg>
        <pc:spChg chg="add mod">
          <ac:chgData name="america aragon" userId="3f8f40865c82c76b" providerId="LiveId" clId="{02D7499F-B893-4336-994D-9FB45439049D}" dt="2025-05-06T04:03:13.386" v="312" actId="1076"/>
          <ac:spMkLst>
            <pc:docMk/>
            <pc:sldMk cId="421240644" sldId="269"/>
            <ac:spMk id="23" creationId="{E8EE7FB9-6DFF-BAFC-8363-A5807CD952EF}"/>
          </ac:spMkLst>
        </pc:spChg>
        <pc:graphicFrameChg chg="add mod">
          <ac:chgData name="america aragon" userId="3f8f40865c82c76b" providerId="LiveId" clId="{02D7499F-B893-4336-994D-9FB45439049D}" dt="2025-05-06T04:00:24.571" v="261"/>
          <ac:graphicFrameMkLst>
            <pc:docMk/>
            <pc:sldMk cId="421240644" sldId="269"/>
            <ac:graphicFrameMk id="11" creationId="{172E1C78-E73D-218E-73E9-514F4DA50A0C}"/>
          </ac:graphicFrameMkLst>
        </pc:graphicFrameChg>
        <pc:graphicFrameChg chg="add mod modGraphic">
          <ac:chgData name="america aragon" userId="3f8f40865c82c76b" providerId="LiveId" clId="{02D7499F-B893-4336-994D-9FB45439049D}" dt="2025-05-06T04:03:45.945" v="328" actId="20577"/>
          <ac:graphicFrameMkLst>
            <pc:docMk/>
            <pc:sldMk cId="421240644" sldId="269"/>
            <ac:graphicFrameMk id="14" creationId="{5BAB674D-D8EC-AB6D-FD94-C3DB76DA6CA7}"/>
          </ac:graphicFrameMkLst>
        </pc:graphicFrameChg>
        <pc:picChg chg="del mod">
          <ac:chgData name="america aragon" userId="3f8f40865c82c76b" providerId="LiveId" clId="{02D7499F-B893-4336-994D-9FB45439049D}" dt="2025-05-06T04:00:01.101" v="253" actId="478"/>
          <ac:picMkLst>
            <pc:docMk/>
            <pc:sldMk cId="421240644" sldId="269"/>
            <ac:picMk id="10" creationId="{F7E7982A-39B0-F19A-6EFC-43B2C3823A0D}"/>
          </ac:picMkLst>
        </pc:picChg>
        <pc:picChg chg="del mod">
          <ac:chgData name="america aragon" userId="3f8f40865c82c76b" providerId="LiveId" clId="{02D7499F-B893-4336-994D-9FB45439049D}" dt="2025-05-06T04:01:33.314" v="276" actId="478"/>
          <ac:picMkLst>
            <pc:docMk/>
            <pc:sldMk cId="421240644" sldId="269"/>
            <ac:picMk id="15" creationId="{BC275E99-4F40-630E-4826-8AC61F871CEC}"/>
          </ac:picMkLst>
        </pc:picChg>
        <pc:picChg chg="add del mod">
          <ac:chgData name="america aragon" userId="3f8f40865c82c76b" providerId="LiveId" clId="{02D7499F-B893-4336-994D-9FB45439049D}" dt="2025-05-06T04:02:55.064" v="306" actId="478"/>
          <ac:picMkLst>
            <pc:docMk/>
            <pc:sldMk cId="421240644" sldId="269"/>
            <ac:picMk id="17" creationId="{E3EBC1AD-4D54-B603-AAD6-FB5A618DEB20}"/>
          </ac:picMkLst>
        </pc:picChg>
        <pc:picChg chg="add mod">
          <ac:chgData name="america aragon" userId="3f8f40865c82c76b" providerId="LiveId" clId="{02D7499F-B893-4336-994D-9FB45439049D}" dt="2025-05-06T04:02:59.557" v="308" actId="1076"/>
          <ac:picMkLst>
            <pc:docMk/>
            <pc:sldMk cId="421240644" sldId="269"/>
            <ac:picMk id="22" creationId="{00B80655-A6F5-402C-0036-3E0D23729062}"/>
          </ac:picMkLst>
        </pc:picChg>
      </pc:sldChg>
      <pc:sldChg chg="modSp mod">
        <pc:chgData name="america aragon" userId="3f8f40865c82c76b" providerId="LiveId" clId="{02D7499F-B893-4336-994D-9FB45439049D}" dt="2025-05-06T03:54:22.025" v="153" actId="14734"/>
        <pc:sldMkLst>
          <pc:docMk/>
          <pc:sldMk cId="3913834074" sldId="276"/>
        </pc:sldMkLst>
        <pc:graphicFrameChg chg="mod modGraphic">
          <ac:chgData name="america aragon" userId="3f8f40865c82c76b" providerId="LiveId" clId="{02D7499F-B893-4336-994D-9FB45439049D}" dt="2025-05-06T03:54:22.025" v="153" actId="14734"/>
          <ac:graphicFrameMkLst>
            <pc:docMk/>
            <pc:sldMk cId="3913834074" sldId="276"/>
            <ac:graphicFrameMk id="7" creationId="{632BE6BD-4800-0AB0-F332-3D0B698E3236}"/>
          </ac:graphicFrameMkLst>
        </pc:graphicFrameChg>
      </pc:sldChg>
      <pc:sldChg chg="addSp modSp add mod">
        <pc:chgData name="america aragon" userId="3f8f40865c82c76b" providerId="LiveId" clId="{02D7499F-B893-4336-994D-9FB45439049D}" dt="2025-05-06T05:02:16.603" v="1114" actId="1076"/>
        <pc:sldMkLst>
          <pc:docMk/>
          <pc:sldMk cId="982945852" sldId="278"/>
        </pc:sldMkLst>
        <pc:spChg chg="add mod">
          <ac:chgData name="america aragon" userId="3f8f40865c82c76b" providerId="LiveId" clId="{02D7499F-B893-4336-994D-9FB45439049D}" dt="2025-05-06T05:02:06.953" v="1111" actId="1076"/>
          <ac:spMkLst>
            <pc:docMk/>
            <pc:sldMk cId="982945852" sldId="278"/>
            <ac:spMk id="15" creationId="{326B8F10-CD1D-C44A-68D3-8E8878C6E663}"/>
          </ac:spMkLst>
        </pc:spChg>
        <pc:spChg chg="add mod">
          <ac:chgData name="america aragon" userId="3f8f40865c82c76b" providerId="LiveId" clId="{02D7499F-B893-4336-994D-9FB45439049D}" dt="2025-05-06T05:02:12.517" v="1113" actId="1076"/>
          <ac:spMkLst>
            <pc:docMk/>
            <pc:sldMk cId="982945852" sldId="278"/>
            <ac:spMk id="16" creationId="{A60DEE55-307C-68B4-D25D-913740CF9908}"/>
          </ac:spMkLst>
        </pc:spChg>
        <pc:graphicFrameChg chg="mod modGraphic">
          <ac:chgData name="america aragon" userId="3f8f40865c82c76b" providerId="LiveId" clId="{02D7499F-B893-4336-994D-9FB45439049D}" dt="2025-05-06T05:02:16.603" v="1114" actId="1076"/>
          <ac:graphicFrameMkLst>
            <pc:docMk/>
            <pc:sldMk cId="982945852" sldId="278"/>
            <ac:graphicFrameMk id="9" creationId="{5279B89F-1F24-66C6-68CE-3210D54299D8}"/>
          </ac:graphicFrameMkLst>
        </pc:graphicFrameChg>
        <pc:graphicFrameChg chg="modGraphic">
          <ac:chgData name="america aragon" userId="3f8f40865c82c76b" providerId="LiveId" clId="{02D7499F-B893-4336-994D-9FB45439049D}" dt="2025-05-06T04:58:50.351" v="1034" actId="20577"/>
          <ac:graphicFrameMkLst>
            <pc:docMk/>
            <pc:sldMk cId="982945852" sldId="278"/>
            <ac:graphicFrameMk id="10" creationId="{669F27D1-518D-82AE-21E2-1E5CEB48ACF5}"/>
          </ac:graphicFrameMkLst>
        </pc:graphicFrameChg>
      </pc:sldChg>
      <pc:sldChg chg="addSp modSp mod">
        <pc:chgData name="america aragon" userId="3f8f40865c82c76b" providerId="LiveId" clId="{02D7499F-B893-4336-994D-9FB45439049D}" dt="2025-05-06T04:07:24.669" v="391" actId="20577"/>
        <pc:sldMkLst>
          <pc:docMk/>
          <pc:sldMk cId="2669581357" sldId="296"/>
        </pc:sldMkLst>
        <pc:spChg chg="mod">
          <ac:chgData name="america aragon" userId="3f8f40865c82c76b" providerId="LiveId" clId="{02D7499F-B893-4336-994D-9FB45439049D}" dt="2025-05-06T04:06:42.683" v="363" actId="1076"/>
          <ac:spMkLst>
            <pc:docMk/>
            <pc:sldMk cId="2669581357" sldId="296"/>
            <ac:spMk id="3" creationId="{ACA3A579-86FC-27C4-6435-74FFBCE35FB6}"/>
          </ac:spMkLst>
        </pc:spChg>
        <pc:spChg chg="add mod">
          <ac:chgData name="america aragon" userId="3f8f40865c82c76b" providerId="LiveId" clId="{02D7499F-B893-4336-994D-9FB45439049D}" dt="2025-05-06T04:07:24.669" v="391" actId="20577"/>
          <ac:spMkLst>
            <pc:docMk/>
            <pc:sldMk cId="2669581357" sldId="296"/>
            <ac:spMk id="8" creationId="{9CC708A8-A923-7F9F-00F2-41A9947B2FED}"/>
          </ac:spMkLst>
        </pc:spChg>
        <pc:spChg chg="mod">
          <ac:chgData name="america aragon" userId="3f8f40865c82c76b" providerId="LiveId" clId="{02D7499F-B893-4336-994D-9FB45439049D}" dt="2025-05-06T04:06:47.941" v="365" actId="1076"/>
          <ac:spMkLst>
            <pc:docMk/>
            <pc:sldMk cId="2669581357" sldId="296"/>
            <ac:spMk id="9" creationId="{89ED824F-00B3-6D80-287A-AF6357295F2C}"/>
          </ac:spMkLst>
        </pc:spChg>
        <pc:graphicFrameChg chg="mod modGraphic">
          <ac:chgData name="america aragon" userId="3f8f40865c82c76b" providerId="LiveId" clId="{02D7499F-B893-4336-994D-9FB45439049D}" dt="2025-05-06T04:07:02.365" v="370" actId="1076"/>
          <ac:graphicFrameMkLst>
            <pc:docMk/>
            <pc:sldMk cId="2669581357" sldId="296"/>
            <ac:graphicFrameMk id="10" creationId="{08B673F5-F6E8-1EA9-D3DD-B8C2D972731F}"/>
          </ac:graphicFrameMkLst>
        </pc:graphicFrameChg>
        <pc:picChg chg="mod">
          <ac:chgData name="america aragon" userId="3f8f40865c82c76b" providerId="LiveId" clId="{02D7499F-B893-4336-994D-9FB45439049D}" dt="2025-05-06T04:06:53.178" v="366" actId="1076"/>
          <ac:picMkLst>
            <pc:docMk/>
            <pc:sldMk cId="2669581357" sldId="296"/>
            <ac:picMk id="5" creationId="{B7656A87-B96B-A0EB-33EF-E2D969602BF8}"/>
          </ac:picMkLst>
        </pc:picChg>
      </pc:sldChg>
      <pc:sldChg chg="addSp delSp modSp mod">
        <pc:chgData name="america aragon" userId="3f8f40865c82c76b" providerId="LiveId" clId="{02D7499F-B893-4336-994D-9FB45439049D}" dt="2025-05-06T04:09:48.216" v="432" actId="1076"/>
        <pc:sldMkLst>
          <pc:docMk/>
          <pc:sldMk cId="4116086688" sldId="297"/>
        </pc:sldMkLst>
        <pc:spChg chg="del">
          <ac:chgData name="america aragon" userId="3f8f40865c82c76b" providerId="LiveId" clId="{02D7499F-B893-4336-994D-9FB45439049D}" dt="2025-05-06T04:08:45.715" v="410" actId="478"/>
          <ac:spMkLst>
            <pc:docMk/>
            <pc:sldMk cId="4116086688" sldId="297"/>
            <ac:spMk id="6" creationId="{92E55DD1-8BAC-B5B6-0B6C-A49AEAF57DF8}"/>
          </ac:spMkLst>
        </pc:spChg>
        <pc:spChg chg="mod">
          <ac:chgData name="america aragon" userId="3f8f40865c82c76b" providerId="LiveId" clId="{02D7499F-B893-4336-994D-9FB45439049D}" dt="2025-05-06T04:09:16.343" v="422" actId="1076"/>
          <ac:spMkLst>
            <pc:docMk/>
            <pc:sldMk cId="4116086688" sldId="297"/>
            <ac:spMk id="8" creationId="{2C500547-9D84-9AE4-1D1D-886CEB0AA5DA}"/>
          </ac:spMkLst>
        </pc:spChg>
        <pc:spChg chg="mod">
          <ac:chgData name="america aragon" userId="3f8f40865c82c76b" providerId="LiveId" clId="{02D7499F-B893-4336-994D-9FB45439049D}" dt="2025-05-06T04:09:37.587" v="429" actId="1076"/>
          <ac:spMkLst>
            <pc:docMk/>
            <pc:sldMk cId="4116086688" sldId="297"/>
            <ac:spMk id="9" creationId="{76ED0276-0801-ADD9-1653-5A050F4D6543}"/>
          </ac:spMkLst>
        </pc:spChg>
        <pc:spChg chg="add mod">
          <ac:chgData name="america aragon" userId="3f8f40865c82c76b" providerId="LiveId" clId="{02D7499F-B893-4336-994D-9FB45439049D}" dt="2025-05-06T04:09:48.216" v="432" actId="1076"/>
          <ac:spMkLst>
            <pc:docMk/>
            <pc:sldMk cId="4116086688" sldId="297"/>
            <ac:spMk id="12" creationId="{8CE76631-8979-2720-802A-53DDD41101F4}"/>
          </ac:spMkLst>
        </pc:spChg>
        <pc:graphicFrameChg chg="mod modGraphic">
          <ac:chgData name="america aragon" userId="3f8f40865c82c76b" providerId="LiveId" clId="{02D7499F-B893-4336-994D-9FB45439049D}" dt="2025-05-06T04:09:31.639" v="427" actId="1076"/>
          <ac:graphicFrameMkLst>
            <pc:docMk/>
            <pc:sldMk cId="4116086688" sldId="297"/>
            <ac:graphicFrameMk id="3" creationId="{37FB6166-9162-3E05-3A46-B124ABF0C306}"/>
          </ac:graphicFrameMkLst>
        </pc:graphicFrameChg>
        <pc:graphicFrameChg chg="mod modGraphic">
          <ac:chgData name="america aragon" userId="3f8f40865c82c76b" providerId="LiveId" clId="{02D7499F-B893-4336-994D-9FB45439049D}" dt="2025-05-06T04:09:40.835" v="430" actId="1076"/>
          <ac:graphicFrameMkLst>
            <pc:docMk/>
            <pc:sldMk cId="4116086688" sldId="297"/>
            <ac:graphicFrameMk id="11" creationId="{0DBD1CA6-2A0D-4298-BC68-7BC10A2EEFC9}"/>
          </ac:graphicFrameMkLst>
        </pc:graphicFrameChg>
        <pc:picChg chg="mod">
          <ac:chgData name="america aragon" userId="3f8f40865c82c76b" providerId="LiveId" clId="{02D7499F-B893-4336-994D-9FB45439049D}" dt="2025-05-06T04:09:35.132" v="428" actId="1076"/>
          <ac:picMkLst>
            <pc:docMk/>
            <pc:sldMk cId="4116086688" sldId="297"/>
            <ac:picMk id="10" creationId="{98C21221-2396-C3AA-3039-1212D9E443B7}"/>
          </ac:picMkLst>
        </pc:picChg>
      </pc:sldChg>
      <pc:sldChg chg="addSp delSp modSp mod">
        <pc:chgData name="america aragon" userId="3f8f40865c82c76b" providerId="LiveId" clId="{02D7499F-B893-4336-994D-9FB45439049D}" dt="2025-05-06T04:16:34.926" v="520" actId="1076"/>
        <pc:sldMkLst>
          <pc:docMk/>
          <pc:sldMk cId="96778245" sldId="298"/>
        </pc:sldMkLst>
        <pc:spChg chg="del">
          <ac:chgData name="america aragon" userId="3f8f40865c82c76b" providerId="LiveId" clId="{02D7499F-B893-4336-994D-9FB45439049D}" dt="2025-05-06T04:15:35.841" v="492" actId="478"/>
          <ac:spMkLst>
            <pc:docMk/>
            <pc:sldMk cId="96778245" sldId="298"/>
            <ac:spMk id="6" creationId="{AFAF2254-B16F-E819-9FFA-1B5BB99B40F9}"/>
          </ac:spMkLst>
        </pc:spChg>
        <pc:spChg chg="add mod">
          <ac:chgData name="america aragon" userId="3f8f40865c82c76b" providerId="LiveId" clId="{02D7499F-B893-4336-994D-9FB45439049D}" dt="2025-05-06T04:16:34.926" v="520" actId="1076"/>
          <ac:spMkLst>
            <pc:docMk/>
            <pc:sldMk cId="96778245" sldId="298"/>
            <ac:spMk id="10" creationId="{1C8C2724-AF94-855F-2088-23108857BDE2}"/>
          </ac:spMkLst>
        </pc:spChg>
        <pc:graphicFrameChg chg="modGraphic">
          <ac:chgData name="america aragon" userId="3f8f40865c82c76b" providerId="LiveId" clId="{02D7499F-B893-4336-994D-9FB45439049D}" dt="2025-05-06T04:15:42.483" v="501" actId="20577"/>
          <ac:graphicFrameMkLst>
            <pc:docMk/>
            <pc:sldMk cId="96778245" sldId="298"/>
            <ac:graphicFrameMk id="7" creationId="{4C1BA9A9-D54F-2F77-5BCC-0FD12A31157A}"/>
          </ac:graphicFrameMkLst>
        </pc:graphicFrameChg>
        <pc:picChg chg="mod">
          <ac:chgData name="america aragon" userId="3f8f40865c82c76b" providerId="LiveId" clId="{02D7499F-B893-4336-994D-9FB45439049D}" dt="2025-05-06T04:15:37.801" v="493" actId="1076"/>
          <ac:picMkLst>
            <pc:docMk/>
            <pc:sldMk cId="96778245" sldId="298"/>
            <ac:picMk id="5" creationId="{D63112FF-D63E-CE82-90CC-C8C867E0BD71}"/>
          </ac:picMkLst>
        </pc:picChg>
      </pc:sldChg>
      <pc:sldChg chg="delSp modSp del mod">
        <pc:chgData name="america aragon" userId="3f8f40865c82c76b" providerId="LiveId" clId="{02D7499F-B893-4336-994D-9FB45439049D}" dt="2025-05-06T04:21:17.053" v="658" actId="47"/>
        <pc:sldMkLst>
          <pc:docMk/>
          <pc:sldMk cId="3557972498" sldId="299"/>
        </pc:sldMkLst>
        <pc:spChg chg="del">
          <ac:chgData name="america aragon" userId="3f8f40865c82c76b" providerId="LiveId" clId="{02D7499F-B893-4336-994D-9FB45439049D}" dt="2025-05-06T04:21:00.409" v="655" actId="478"/>
          <ac:spMkLst>
            <pc:docMk/>
            <pc:sldMk cId="3557972498" sldId="299"/>
            <ac:spMk id="4" creationId="{F706EF59-08C7-7189-8EEB-EAA50B67587F}"/>
          </ac:spMkLst>
        </pc:spChg>
        <pc:spChg chg="mod">
          <ac:chgData name="america aragon" userId="3f8f40865c82c76b" providerId="LiveId" clId="{02D7499F-B893-4336-994D-9FB45439049D}" dt="2025-05-06T04:21:09.286" v="656" actId="1076"/>
          <ac:spMkLst>
            <pc:docMk/>
            <pc:sldMk cId="3557972498" sldId="299"/>
            <ac:spMk id="9" creationId="{EB61F02C-B97C-17E7-DC91-ABC38AB91276}"/>
          </ac:spMkLst>
        </pc:spChg>
        <pc:picChg chg="mod">
          <ac:chgData name="america aragon" userId="3f8f40865c82c76b" providerId="LiveId" clId="{02D7499F-B893-4336-994D-9FB45439049D}" dt="2025-05-06T04:21:12.167" v="657" actId="1076"/>
          <ac:picMkLst>
            <pc:docMk/>
            <pc:sldMk cId="3557972498" sldId="299"/>
            <ac:picMk id="7" creationId="{333A7ED9-32D4-1D4E-7968-9026A61C0A1C}"/>
          </ac:picMkLst>
        </pc:picChg>
      </pc:sldChg>
      <pc:sldChg chg="addSp delSp modSp mod">
        <pc:chgData name="america aragon" userId="3f8f40865c82c76b" providerId="LiveId" clId="{02D7499F-B893-4336-994D-9FB45439049D}" dt="2025-05-06T04:22:08.874" v="665" actId="1076"/>
        <pc:sldMkLst>
          <pc:docMk/>
          <pc:sldMk cId="1974767550" sldId="300"/>
        </pc:sldMkLst>
        <pc:spChg chg="del">
          <ac:chgData name="america aragon" userId="3f8f40865c82c76b" providerId="LiveId" clId="{02D7499F-B893-4336-994D-9FB45439049D}" dt="2025-05-06T04:21:37.582" v="660" actId="478"/>
          <ac:spMkLst>
            <pc:docMk/>
            <pc:sldMk cId="1974767550" sldId="300"/>
            <ac:spMk id="4" creationId="{391DB5FA-E68E-F2B1-63FC-4DE5C48E946A}"/>
          </ac:spMkLst>
        </pc:spChg>
        <pc:spChg chg="mod">
          <ac:chgData name="america aragon" userId="3f8f40865c82c76b" providerId="LiveId" clId="{02D7499F-B893-4336-994D-9FB45439049D}" dt="2025-05-06T04:21:43.755" v="662" actId="1076"/>
          <ac:spMkLst>
            <pc:docMk/>
            <pc:sldMk cId="1974767550" sldId="300"/>
            <ac:spMk id="7" creationId="{F9C8FF2D-3B35-C0E4-CF1D-6927357DD0B6}"/>
          </ac:spMkLst>
        </pc:spChg>
        <pc:spChg chg="mod">
          <ac:chgData name="america aragon" userId="3f8f40865c82c76b" providerId="LiveId" clId="{02D7499F-B893-4336-994D-9FB45439049D}" dt="2025-05-06T04:21:35.045" v="659" actId="1076"/>
          <ac:spMkLst>
            <pc:docMk/>
            <pc:sldMk cId="1974767550" sldId="300"/>
            <ac:spMk id="9" creationId="{DF30DC50-8C17-CE98-F51D-FFC1A9226A21}"/>
          </ac:spMkLst>
        </pc:spChg>
        <pc:spChg chg="add mod">
          <ac:chgData name="america aragon" userId="3f8f40865c82c76b" providerId="LiveId" clId="{02D7499F-B893-4336-994D-9FB45439049D}" dt="2025-05-06T04:22:08.874" v="665" actId="1076"/>
          <ac:spMkLst>
            <pc:docMk/>
            <pc:sldMk cId="1974767550" sldId="300"/>
            <ac:spMk id="10" creationId="{EA21C960-3DB5-EDB2-98A8-52C1B2671C11}"/>
          </ac:spMkLst>
        </pc:spChg>
        <pc:picChg chg="mod">
          <ac:chgData name="america aragon" userId="3f8f40865c82c76b" providerId="LiveId" clId="{02D7499F-B893-4336-994D-9FB45439049D}" dt="2025-05-06T04:21:39.163" v="661" actId="1076"/>
          <ac:picMkLst>
            <pc:docMk/>
            <pc:sldMk cId="1974767550" sldId="300"/>
            <ac:picMk id="13" creationId="{F7ACB657-D837-A222-101D-1ABCF7CE5E40}"/>
          </ac:picMkLst>
        </pc:picChg>
      </pc:sldChg>
      <pc:sldChg chg="addSp delSp modSp mod">
        <pc:chgData name="america aragon" userId="3f8f40865c82c76b" providerId="LiveId" clId="{02D7499F-B893-4336-994D-9FB45439049D}" dt="2025-05-06T04:22:12.899" v="667" actId="1076"/>
        <pc:sldMkLst>
          <pc:docMk/>
          <pc:sldMk cId="2406924557" sldId="301"/>
        </pc:sldMkLst>
        <pc:spChg chg="del">
          <ac:chgData name="america aragon" userId="3f8f40865c82c76b" providerId="LiveId" clId="{02D7499F-B893-4336-994D-9FB45439049D}" dt="2025-05-06T04:21:58.354" v="663" actId="478"/>
          <ac:spMkLst>
            <pc:docMk/>
            <pc:sldMk cId="2406924557" sldId="301"/>
            <ac:spMk id="5" creationId="{5AE8B496-A78B-1626-7ABD-10AC980F91DC}"/>
          </ac:spMkLst>
        </pc:spChg>
        <pc:spChg chg="add mod">
          <ac:chgData name="america aragon" userId="3f8f40865c82c76b" providerId="LiveId" clId="{02D7499F-B893-4336-994D-9FB45439049D}" dt="2025-05-06T04:22:12.899" v="667" actId="1076"/>
          <ac:spMkLst>
            <pc:docMk/>
            <pc:sldMk cId="2406924557" sldId="301"/>
            <ac:spMk id="11" creationId="{3F76386A-F084-1776-40CF-188199518B79}"/>
          </ac:spMkLst>
        </pc:spChg>
      </pc:sldChg>
      <pc:sldChg chg="addSp modSp mod">
        <pc:chgData name="america aragon" userId="3f8f40865c82c76b" providerId="LiveId" clId="{02D7499F-B893-4336-994D-9FB45439049D}" dt="2025-05-06T04:14:54.672" v="484" actId="1076"/>
        <pc:sldMkLst>
          <pc:docMk/>
          <pc:sldMk cId="3555057820" sldId="303"/>
        </pc:sldMkLst>
        <pc:spChg chg="add mod">
          <ac:chgData name="america aragon" userId="3f8f40865c82c76b" providerId="LiveId" clId="{02D7499F-B893-4336-994D-9FB45439049D}" dt="2025-05-06T04:14:54.672" v="484" actId="1076"/>
          <ac:spMkLst>
            <pc:docMk/>
            <pc:sldMk cId="3555057820" sldId="303"/>
            <ac:spMk id="8" creationId="{8051B784-9619-1021-FFA8-8E4F19AAC723}"/>
          </ac:spMkLst>
        </pc:spChg>
        <pc:graphicFrameChg chg="mod modGraphic">
          <ac:chgData name="america aragon" userId="3f8f40865c82c76b" providerId="LiveId" clId="{02D7499F-B893-4336-994D-9FB45439049D}" dt="2025-05-06T04:13:24.585" v="448" actId="20577"/>
          <ac:graphicFrameMkLst>
            <pc:docMk/>
            <pc:sldMk cId="3555057820" sldId="303"/>
            <ac:graphicFrameMk id="5" creationId="{1EEF0854-B784-7BD6-7D9C-0995B7740634}"/>
          </ac:graphicFrameMkLst>
        </pc:graphicFrameChg>
        <pc:graphicFrameChg chg="mod modGraphic">
          <ac:chgData name="america aragon" userId="3f8f40865c82c76b" providerId="LiveId" clId="{02D7499F-B893-4336-994D-9FB45439049D}" dt="2025-05-06T04:13:30.189" v="454" actId="20577"/>
          <ac:graphicFrameMkLst>
            <pc:docMk/>
            <pc:sldMk cId="3555057820" sldId="303"/>
            <ac:graphicFrameMk id="11" creationId="{F7B628E0-A72D-6882-0242-CD152EF5B863}"/>
          </ac:graphicFrameMkLst>
        </pc:graphicFrameChg>
      </pc:sldChg>
      <pc:sldChg chg="addSp modSp mod">
        <pc:chgData name="america aragon" userId="3f8f40865c82c76b" providerId="LiveId" clId="{02D7499F-B893-4336-994D-9FB45439049D}" dt="2025-05-06T04:15:24.974" v="491" actId="1076"/>
        <pc:sldMkLst>
          <pc:docMk/>
          <pc:sldMk cId="468127773" sldId="304"/>
        </pc:sldMkLst>
        <pc:spChg chg="add mod">
          <ac:chgData name="america aragon" userId="3f8f40865c82c76b" providerId="LiveId" clId="{02D7499F-B893-4336-994D-9FB45439049D}" dt="2025-05-06T04:15:13.339" v="488" actId="1076"/>
          <ac:spMkLst>
            <pc:docMk/>
            <pc:sldMk cId="468127773" sldId="304"/>
            <ac:spMk id="8" creationId="{91AF7245-1067-9932-38A2-8404115E0AB2}"/>
          </ac:spMkLst>
        </pc:spChg>
        <pc:graphicFrameChg chg="mod modGraphic">
          <ac:chgData name="america aragon" userId="3f8f40865c82c76b" providerId="LiveId" clId="{02D7499F-B893-4336-994D-9FB45439049D}" dt="2025-05-06T04:14:30.575" v="482" actId="14734"/>
          <ac:graphicFrameMkLst>
            <pc:docMk/>
            <pc:sldMk cId="468127773" sldId="304"/>
            <ac:graphicFrameMk id="7" creationId="{24F6423B-7976-A623-F63B-BC7A7371B0E5}"/>
          </ac:graphicFrameMkLst>
        </pc:graphicFrameChg>
        <pc:graphicFrameChg chg="mod modGraphic">
          <ac:chgData name="america aragon" userId="3f8f40865c82c76b" providerId="LiveId" clId="{02D7499F-B893-4336-994D-9FB45439049D}" dt="2025-05-06T04:15:24.974" v="491" actId="1076"/>
          <ac:graphicFrameMkLst>
            <pc:docMk/>
            <pc:sldMk cId="468127773" sldId="304"/>
            <ac:graphicFrameMk id="11" creationId="{0DD3FA95-9559-57ED-FC51-FAEEF1E54B52}"/>
          </ac:graphicFrameMkLst>
        </pc:graphicFrameChg>
      </pc:sldChg>
      <pc:sldChg chg="addSp delSp modSp mod">
        <pc:chgData name="america aragon" userId="3f8f40865c82c76b" providerId="LiveId" clId="{02D7499F-B893-4336-994D-9FB45439049D}" dt="2025-05-06T04:17:58.860" v="539" actId="1076"/>
        <pc:sldMkLst>
          <pc:docMk/>
          <pc:sldMk cId="1354784124" sldId="305"/>
        </pc:sldMkLst>
        <pc:spChg chg="del">
          <ac:chgData name="america aragon" userId="3f8f40865c82c76b" providerId="LiveId" clId="{02D7499F-B893-4336-994D-9FB45439049D}" dt="2025-05-06T04:16:43.267" v="521" actId="478"/>
          <ac:spMkLst>
            <pc:docMk/>
            <pc:sldMk cId="1354784124" sldId="305"/>
            <ac:spMk id="6" creationId="{662BFB75-9D45-3C38-857D-521DB7B478F5}"/>
          </ac:spMkLst>
        </pc:spChg>
        <pc:spChg chg="mod">
          <ac:chgData name="america aragon" userId="3f8f40865c82c76b" providerId="LiveId" clId="{02D7499F-B893-4336-994D-9FB45439049D}" dt="2025-05-06T04:16:48.229" v="522" actId="1076"/>
          <ac:spMkLst>
            <pc:docMk/>
            <pc:sldMk cId="1354784124" sldId="305"/>
            <ac:spMk id="9" creationId="{DAA3B806-E4BD-61AC-986D-FBD34467C5D2}"/>
          </ac:spMkLst>
        </pc:spChg>
        <pc:spChg chg="add mod">
          <ac:chgData name="america aragon" userId="3f8f40865c82c76b" providerId="LiveId" clId="{02D7499F-B893-4336-994D-9FB45439049D}" dt="2025-05-06T04:17:58.860" v="539" actId="1076"/>
          <ac:spMkLst>
            <pc:docMk/>
            <pc:sldMk cId="1354784124" sldId="305"/>
            <ac:spMk id="12" creationId="{67368D79-1260-998A-3ED6-1D85FA90472F}"/>
          </ac:spMkLst>
        </pc:spChg>
        <pc:graphicFrameChg chg="mod modGraphic">
          <ac:chgData name="america aragon" userId="3f8f40865c82c76b" providerId="LiveId" clId="{02D7499F-B893-4336-994D-9FB45439049D}" dt="2025-05-06T04:16:09.717" v="513" actId="14734"/>
          <ac:graphicFrameMkLst>
            <pc:docMk/>
            <pc:sldMk cId="1354784124" sldId="305"/>
            <ac:graphicFrameMk id="8" creationId="{852BB1B6-1A47-2304-C7C7-C7E97EE38A35}"/>
          </ac:graphicFrameMkLst>
        </pc:graphicFrameChg>
        <pc:graphicFrameChg chg="modGraphic">
          <ac:chgData name="america aragon" userId="3f8f40865c82c76b" providerId="LiveId" clId="{02D7499F-B893-4336-994D-9FB45439049D}" dt="2025-05-06T04:16:24.587" v="518" actId="14734"/>
          <ac:graphicFrameMkLst>
            <pc:docMk/>
            <pc:sldMk cId="1354784124" sldId="305"/>
            <ac:graphicFrameMk id="10" creationId="{6DE8F58E-BDB3-7702-DA1D-879A06B6496A}"/>
          </ac:graphicFrameMkLst>
        </pc:graphicFrameChg>
        <pc:picChg chg="mod">
          <ac:chgData name="america aragon" userId="3f8f40865c82c76b" providerId="LiveId" clId="{02D7499F-B893-4336-994D-9FB45439049D}" dt="2025-05-06T04:16:51.002" v="523" actId="1076"/>
          <ac:picMkLst>
            <pc:docMk/>
            <pc:sldMk cId="1354784124" sldId="305"/>
            <ac:picMk id="4" creationId="{C1B4C4EA-98D4-F41C-4DBB-E3E26441F434}"/>
          </ac:picMkLst>
        </pc:picChg>
      </pc:sldChg>
      <pc:sldChg chg="addSp modSp mod">
        <pc:chgData name="america aragon" userId="3f8f40865c82c76b" providerId="LiveId" clId="{02D7499F-B893-4336-994D-9FB45439049D}" dt="2025-05-06T04:18:03.587" v="541" actId="1076"/>
        <pc:sldMkLst>
          <pc:docMk/>
          <pc:sldMk cId="3011336149" sldId="306"/>
        </pc:sldMkLst>
        <pc:spChg chg="add mod">
          <ac:chgData name="america aragon" userId="3f8f40865c82c76b" providerId="LiveId" clId="{02D7499F-B893-4336-994D-9FB45439049D}" dt="2025-05-06T04:18:03.587" v="541" actId="1076"/>
          <ac:spMkLst>
            <pc:docMk/>
            <pc:sldMk cId="3011336149" sldId="306"/>
            <ac:spMk id="7" creationId="{04DFEAB2-AFF0-A20A-F41D-2A91421EC464}"/>
          </ac:spMkLst>
        </pc:spChg>
        <pc:spChg chg="mod">
          <ac:chgData name="america aragon" userId="3f8f40865c82c76b" providerId="LiveId" clId="{02D7499F-B893-4336-994D-9FB45439049D}" dt="2025-05-06T04:17:45.031" v="537" actId="1076"/>
          <ac:spMkLst>
            <pc:docMk/>
            <pc:sldMk cId="3011336149" sldId="306"/>
            <ac:spMk id="9" creationId="{21D7CE7B-290A-E39A-C2F9-5CF577CB410E}"/>
          </ac:spMkLst>
        </pc:spChg>
        <pc:graphicFrameChg chg="mod modGraphic">
          <ac:chgData name="america aragon" userId="3f8f40865c82c76b" providerId="LiveId" clId="{02D7499F-B893-4336-994D-9FB45439049D}" dt="2025-05-06T04:17:38.288" v="535" actId="14100"/>
          <ac:graphicFrameMkLst>
            <pc:docMk/>
            <pc:sldMk cId="3011336149" sldId="306"/>
            <ac:graphicFrameMk id="8" creationId="{94BF04D9-7B38-198E-0A7A-C9A011FF0055}"/>
          </ac:graphicFrameMkLst>
        </pc:graphicFrameChg>
        <pc:graphicFrameChg chg="mod modGraphic">
          <ac:chgData name="america aragon" userId="3f8f40865c82c76b" providerId="LiveId" clId="{02D7499F-B893-4336-994D-9FB45439049D}" dt="2025-05-06T04:17:35.598" v="534" actId="1076"/>
          <ac:graphicFrameMkLst>
            <pc:docMk/>
            <pc:sldMk cId="3011336149" sldId="306"/>
            <ac:graphicFrameMk id="10" creationId="{842E241E-E3C4-628F-ABD5-96C78445C997}"/>
          </ac:graphicFrameMkLst>
        </pc:graphicFrameChg>
        <pc:picChg chg="mod">
          <ac:chgData name="america aragon" userId="3f8f40865c82c76b" providerId="LiveId" clId="{02D7499F-B893-4336-994D-9FB45439049D}" dt="2025-05-06T04:17:43.068" v="536" actId="1076"/>
          <ac:picMkLst>
            <pc:docMk/>
            <pc:sldMk cId="3011336149" sldId="306"/>
            <ac:picMk id="5" creationId="{05EC5343-A3E0-4F3E-4FA1-261C28266086}"/>
          </ac:picMkLst>
        </pc:picChg>
      </pc:sldChg>
      <pc:sldChg chg="addSp delSp modSp mod">
        <pc:chgData name="america aragon" userId="3f8f40865c82c76b" providerId="LiveId" clId="{02D7499F-B893-4336-994D-9FB45439049D}" dt="2025-05-06T04:04:37.883" v="343" actId="20577"/>
        <pc:sldMkLst>
          <pc:docMk/>
          <pc:sldMk cId="2572099627" sldId="308"/>
        </pc:sldMkLst>
        <pc:spChg chg="del">
          <ac:chgData name="america aragon" userId="3f8f40865c82c76b" providerId="LiveId" clId="{02D7499F-B893-4336-994D-9FB45439049D}" dt="2025-05-06T04:02:30.908" v="301" actId="478"/>
          <ac:spMkLst>
            <pc:docMk/>
            <pc:sldMk cId="2572099627" sldId="308"/>
            <ac:spMk id="2" creationId="{5E2A80D5-058C-7C6A-0E18-427C740C2FD8}"/>
          </ac:spMkLst>
        </pc:spChg>
        <pc:spChg chg="del">
          <ac:chgData name="america aragon" userId="3f8f40865c82c76b" providerId="LiveId" clId="{02D7499F-B893-4336-994D-9FB45439049D}" dt="2025-05-06T04:00:59.755" v="269" actId="478"/>
          <ac:spMkLst>
            <pc:docMk/>
            <pc:sldMk cId="2572099627" sldId="308"/>
            <ac:spMk id="4" creationId="{1DAECBE7-AFC4-ED9B-1180-DC8848198B4E}"/>
          </ac:spMkLst>
        </pc:spChg>
        <pc:spChg chg="mod">
          <ac:chgData name="america aragon" userId="3f8f40865c82c76b" providerId="LiveId" clId="{02D7499F-B893-4336-994D-9FB45439049D}" dt="2025-05-06T04:04:01.844" v="332" actId="1076"/>
          <ac:spMkLst>
            <pc:docMk/>
            <pc:sldMk cId="2572099627" sldId="308"/>
            <ac:spMk id="6" creationId="{7252D41B-4322-6730-52C2-E3A643DEFC88}"/>
          </ac:spMkLst>
        </pc:spChg>
        <pc:spChg chg="del">
          <ac:chgData name="america aragon" userId="3f8f40865c82c76b" providerId="LiveId" clId="{02D7499F-B893-4336-994D-9FB45439049D}" dt="2025-05-06T04:01:56.269" v="284" actId="478"/>
          <ac:spMkLst>
            <pc:docMk/>
            <pc:sldMk cId="2572099627" sldId="308"/>
            <ac:spMk id="7" creationId="{B162F1C0-9854-A38B-BB00-E59F61E9DEC6}"/>
          </ac:spMkLst>
        </pc:spChg>
        <pc:spChg chg="del">
          <ac:chgData name="america aragon" userId="3f8f40865c82c76b" providerId="LiveId" clId="{02D7499F-B893-4336-994D-9FB45439049D}" dt="2025-05-06T04:03:58.761" v="331" actId="478"/>
          <ac:spMkLst>
            <pc:docMk/>
            <pc:sldMk cId="2572099627" sldId="308"/>
            <ac:spMk id="10" creationId="{689E48EC-E595-3CE9-BE19-8030E486C00C}"/>
          </ac:spMkLst>
        </pc:spChg>
        <pc:spChg chg="del">
          <ac:chgData name="america aragon" userId="3f8f40865c82c76b" providerId="LiveId" clId="{02D7499F-B893-4336-994D-9FB45439049D}" dt="2025-05-06T04:01:03.032" v="270" actId="478"/>
          <ac:spMkLst>
            <pc:docMk/>
            <pc:sldMk cId="2572099627" sldId="308"/>
            <ac:spMk id="13" creationId="{6CF288B3-75D1-DF24-A707-C33DD06CDC61}"/>
          </ac:spMkLst>
        </pc:spChg>
        <pc:spChg chg="del">
          <ac:chgData name="america aragon" userId="3f8f40865c82c76b" providerId="LiveId" clId="{02D7499F-B893-4336-994D-9FB45439049D}" dt="2025-05-06T04:02:45.776" v="305" actId="478"/>
          <ac:spMkLst>
            <pc:docMk/>
            <pc:sldMk cId="2572099627" sldId="308"/>
            <ac:spMk id="14" creationId="{58ED4446-7B43-80F9-7F8C-8008582B7B69}"/>
          </ac:spMkLst>
        </pc:spChg>
        <pc:spChg chg="add mod">
          <ac:chgData name="america aragon" userId="3f8f40865c82c76b" providerId="LiveId" clId="{02D7499F-B893-4336-994D-9FB45439049D}" dt="2025-05-06T04:04:08.846" v="333"/>
          <ac:spMkLst>
            <pc:docMk/>
            <pc:sldMk cId="2572099627" sldId="308"/>
            <ac:spMk id="15" creationId="{9F2363F8-0376-DB70-0C36-A30425434368}"/>
          </ac:spMkLst>
        </pc:spChg>
        <pc:spChg chg="mod">
          <ac:chgData name="america aragon" userId="3f8f40865c82c76b" providerId="LiveId" clId="{02D7499F-B893-4336-994D-9FB45439049D}" dt="2025-05-06T04:03:54.012" v="329" actId="1076"/>
          <ac:spMkLst>
            <pc:docMk/>
            <pc:sldMk cId="2572099627" sldId="308"/>
            <ac:spMk id="17" creationId="{4C160EA5-F262-8AD6-DC9D-53ACB76B1FBC}"/>
          </ac:spMkLst>
        </pc:spChg>
        <pc:spChg chg="del">
          <ac:chgData name="america aragon" userId="3f8f40865c82c76b" providerId="LiveId" clId="{02D7499F-B893-4336-994D-9FB45439049D}" dt="2025-05-06T04:01:06.580" v="271" actId="478"/>
          <ac:spMkLst>
            <pc:docMk/>
            <pc:sldMk cId="2572099627" sldId="308"/>
            <ac:spMk id="19" creationId="{24731101-920B-E2CD-5531-5E2BD05A5577}"/>
          </ac:spMkLst>
        </pc:spChg>
        <pc:graphicFrameChg chg="add mod">
          <ac:chgData name="america aragon" userId="3f8f40865c82c76b" providerId="LiveId" clId="{02D7499F-B893-4336-994D-9FB45439049D}" dt="2025-05-06T04:04:12.675" v="334"/>
          <ac:graphicFrameMkLst>
            <pc:docMk/>
            <pc:sldMk cId="2572099627" sldId="308"/>
            <ac:graphicFrameMk id="18" creationId="{0121E69D-1252-0A24-C4ED-2A973015AF17}"/>
          </ac:graphicFrameMkLst>
        </pc:graphicFrameChg>
        <pc:graphicFrameChg chg="add mod modGraphic">
          <ac:chgData name="america aragon" userId="3f8f40865c82c76b" providerId="LiveId" clId="{02D7499F-B893-4336-994D-9FB45439049D}" dt="2025-05-06T04:04:37.883" v="343" actId="20577"/>
          <ac:graphicFrameMkLst>
            <pc:docMk/>
            <pc:sldMk cId="2572099627" sldId="308"/>
            <ac:graphicFrameMk id="20" creationId="{AC5C2814-FD6B-E2DE-D19A-3F2BD900BCD4}"/>
          </ac:graphicFrameMkLst>
        </pc:graphicFrameChg>
        <pc:picChg chg="del">
          <ac:chgData name="america aragon" userId="3f8f40865c82c76b" providerId="LiveId" clId="{02D7499F-B893-4336-994D-9FB45439049D}" dt="2025-05-06T04:01:36.259" v="278" actId="478"/>
          <ac:picMkLst>
            <pc:docMk/>
            <pc:sldMk cId="2572099627" sldId="308"/>
            <ac:picMk id="9" creationId="{F5B24BA9-E8F1-2830-BA73-9C5AE1C80E47}"/>
          </ac:picMkLst>
        </pc:picChg>
        <pc:picChg chg="del">
          <ac:chgData name="america aragon" userId="3f8f40865c82c76b" providerId="LiveId" clId="{02D7499F-B893-4336-994D-9FB45439049D}" dt="2025-05-06T04:01:38.138" v="279" actId="478"/>
          <ac:picMkLst>
            <pc:docMk/>
            <pc:sldMk cId="2572099627" sldId="308"/>
            <ac:picMk id="11" creationId="{7502690D-4A6F-EC36-9FE5-884045B47703}"/>
          </ac:picMkLst>
        </pc:picChg>
        <pc:picChg chg="del">
          <ac:chgData name="america aragon" userId="3f8f40865c82c76b" providerId="LiveId" clId="{02D7499F-B893-4336-994D-9FB45439049D}" dt="2025-05-06T04:03:03.213" v="309" actId="478"/>
          <ac:picMkLst>
            <pc:docMk/>
            <pc:sldMk cId="2572099627" sldId="308"/>
            <ac:picMk id="16" creationId="{F033E3C3-BAC2-CD1D-F12D-099DF5A10C98}"/>
          </ac:picMkLst>
        </pc:picChg>
        <pc:picChg chg="mod">
          <ac:chgData name="america aragon" userId="3f8f40865c82c76b" providerId="LiveId" clId="{02D7499F-B893-4336-994D-9FB45439049D}" dt="2025-05-06T04:03:56.601" v="330" actId="1076"/>
          <ac:picMkLst>
            <pc:docMk/>
            <pc:sldMk cId="2572099627" sldId="308"/>
            <ac:picMk id="21" creationId="{A68AACE6-125A-B4E0-E2F0-C8DFFE62A01A}"/>
          </ac:picMkLst>
        </pc:picChg>
      </pc:sldChg>
      <pc:sldChg chg="modSp mod">
        <pc:chgData name="america aragon" userId="3f8f40865c82c76b" providerId="LiveId" clId="{02D7499F-B893-4336-994D-9FB45439049D}" dt="2025-05-06T04:18:42.798" v="544" actId="1076"/>
        <pc:sldMkLst>
          <pc:docMk/>
          <pc:sldMk cId="1036746202" sldId="309"/>
        </pc:sldMkLst>
        <pc:spChg chg="mod">
          <ac:chgData name="america aragon" userId="3f8f40865c82c76b" providerId="LiveId" clId="{02D7499F-B893-4336-994D-9FB45439049D}" dt="2025-05-06T04:18:24.915" v="542" actId="1076"/>
          <ac:spMkLst>
            <pc:docMk/>
            <pc:sldMk cId="1036746202" sldId="309"/>
            <ac:spMk id="14" creationId="{68FF3515-2109-30A4-EA3B-8B6E2D968CF8}"/>
          </ac:spMkLst>
        </pc:spChg>
        <pc:picChg chg="mod">
          <ac:chgData name="america aragon" userId="3f8f40865c82c76b" providerId="LiveId" clId="{02D7499F-B893-4336-994D-9FB45439049D}" dt="2025-05-06T04:18:42.798" v="544" actId="1076"/>
          <ac:picMkLst>
            <pc:docMk/>
            <pc:sldMk cId="1036746202" sldId="309"/>
            <ac:picMk id="13" creationId="{1426B44A-1074-3BDE-0BF0-B1C284613572}"/>
          </ac:picMkLst>
        </pc:picChg>
      </pc:sldChg>
      <pc:sldChg chg="addSp delSp modSp mod">
        <pc:chgData name="america aragon" userId="3f8f40865c82c76b" providerId="LiveId" clId="{02D7499F-B893-4336-994D-9FB45439049D}" dt="2025-05-06T04:08:36.520" v="409" actId="1076"/>
        <pc:sldMkLst>
          <pc:docMk/>
          <pc:sldMk cId="3878919553" sldId="312"/>
        </pc:sldMkLst>
        <pc:spChg chg="del">
          <ac:chgData name="america aragon" userId="3f8f40865c82c76b" providerId="LiveId" clId="{02D7499F-B893-4336-994D-9FB45439049D}" dt="2025-05-06T03:55:58.059" v="154" actId="478"/>
          <ac:spMkLst>
            <pc:docMk/>
            <pc:sldMk cId="3878919553" sldId="312"/>
            <ac:spMk id="5" creationId="{6F9DD959-14F0-5B3E-1F53-566DB5FCAB36}"/>
          </ac:spMkLst>
        </pc:spChg>
        <pc:spChg chg="add mod">
          <ac:chgData name="america aragon" userId="3f8f40865c82c76b" providerId="LiveId" clId="{02D7499F-B893-4336-994D-9FB45439049D}" dt="2025-05-06T04:08:22.769" v="403" actId="1076"/>
          <ac:spMkLst>
            <pc:docMk/>
            <pc:sldMk cId="3878919553" sldId="312"/>
            <ac:spMk id="10" creationId="{DF78A1DB-E743-D493-8658-6516B47DCDF3}"/>
          </ac:spMkLst>
        </pc:spChg>
        <pc:spChg chg="mod">
          <ac:chgData name="america aragon" userId="3f8f40865c82c76b" providerId="LiveId" clId="{02D7499F-B893-4336-994D-9FB45439049D}" dt="2025-05-06T04:08:33.487" v="408" actId="1076"/>
          <ac:spMkLst>
            <pc:docMk/>
            <pc:sldMk cId="3878919553" sldId="312"/>
            <ac:spMk id="13" creationId="{7DC6C7E0-354A-C0CE-831A-A3450E4D3470}"/>
          </ac:spMkLst>
        </pc:spChg>
        <pc:graphicFrameChg chg="mod">
          <ac:chgData name="america aragon" userId="3f8f40865c82c76b" providerId="LiveId" clId="{02D7499F-B893-4336-994D-9FB45439049D}" dt="2025-05-06T04:08:20.266" v="402" actId="1076"/>
          <ac:graphicFrameMkLst>
            <pc:docMk/>
            <pc:sldMk cId="3878919553" sldId="312"/>
            <ac:graphicFrameMk id="9" creationId="{E9304CAF-E381-B4EE-2D80-2E113A7E9C0F}"/>
          </ac:graphicFrameMkLst>
        </pc:graphicFrameChg>
        <pc:graphicFrameChg chg="mod">
          <ac:chgData name="america aragon" userId="3f8f40865c82c76b" providerId="LiveId" clId="{02D7499F-B893-4336-994D-9FB45439049D}" dt="2025-05-06T04:08:36.520" v="409" actId="1076"/>
          <ac:graphicFrameMkLst>
            <pc:docMk/>
            <pc:sldMk cId="3878919553" sldId="312"/>
            <ac:graphicFrameMk id="11" creationId="{8F909DC1-CD36-5364-1037-C5C0F8263354}"/>
          </ac:graphicFrameMkLst>
        </pc:graphicFrameChg>
        <pc:picChg chg="mod">
          <ac:chgData name="america aragon" userId="3f8f40865c82c76b" providerId="LiveId" clId="{02D7499F-B893-4336-994D-9FB45439049D}" dt="2025-05-06T03:56:00.278" v="155" actId="1076"/>
          <ac:picMkLst>
            <pc:docMk/>
            <pc:sldMk cId="3878919553" sldId="312"/>
            <ac:picMk id="7" creationId="{B86623E5-4CED-E62F-D86B-0E3406FA1ABC}"/>
          </ac:picMkLst>
        </pc:picChg>
      </pc:sldChg>
      <pc:sldChg chg="addSp modSp mod">
        <pc:chgData name="america aragon" userId="3f8f40865c82c76b" providerId="LiveId" clId="{02D7499F-B893-4336-994D-9FB45439049D}" dt="2025-05-06T04:08:07.067" v="400" actId="1076"/>
        <pc:sldMkLst>
          <pc:docMk/>
          <pc:sldMk cId="3488536927" sldId="313"/>
        </pc:sldMkLst>
        <pc:spChg chg="mod">
          <ac:chgData name="america aragon" userId="3f8f40865c82c76b" providerId="LiveId" clId="{02D7499F-B893-4336-994D-9FB45439049D}" dt="2025-05-06T04:08:04.288" v="399" actId="1076"/>
          <ac:spMkLst>
            <pc:docMk/>
            <pc:sldMk cId="3488536927" sldId="313"/>
            <ac:spMk id="6" creationId="{0946EBE4-7B13-B6FF-7D09-E5EEBB29102D}"/>
          </ac:spMkLst>
        </pc:spChg>
        <pc:spChg chg="add mod">
          <ac:chgData name="america aragon" userId="3f8f40865c82c76b" providerId="LiveId" clId="{02D7499F-B893-4336-994D-9FB45439049D}" dt="2025-05-06T04:07:57.174" v="398" actId="1076"/>
          <ac:spMkLst>
            <pc:docMk/>
            <pc:sldMk cId="3488536927" sldId="313"/>
            <ac:spMk id="8" creationId="{0992D17A-2DA0-9C93-11EE-A8A390AF24F6}"/>
          </ac:spMkLst>
        </pc:spChg>
        <pc:spChg chg="mod">
          <ac:chgData name="america aragon" userId="3f8f40865c82c76b" providerId="LiveId" clId="{02D7499F-B893-4336-994D-9FB45439049D}" dt="2025-05-06T04:07:51.231" v="396" actId="1076"/>
          <ac:spMkLst>
            <pc:docMk/>
            <pc:sldMk cId="3488536927" sldId="313"/>
            <ac:spMk id="20" creationId="{00245615-4F15-4DA8-D62C-5226E5D7FC68}"/>
          </ac:spMkLst>
        </pc:spChg>
        <pc:graphicFrameChg chg="mod">
          <ac:chgData name="america aragon" userId="3f8f40865c82c76b" providerId="LiveId" clId="{02D7499F-B893-4336-994D-9FB45439049D}" dt="2025-05-06T04:08:07.067" v="400" actId="1076"/>
          <ac:graphicFrameMkLst>
            <pc:docMk/>
            <pc:sldMk cId="3488536927" sldId="313"/>
            <ac:graphicFrameMk id="11" creationId="{CF1184D9-A4EE-6C25-F34E-6E0F90C32382}"/>
          </ac:graphicFrameMkLst>
        </pc:graphicFrameChg>
        <pc:graphicFrameChg chg="mod">
          <ac:chgData name="america aragon" userId="3f8f40865c82c76b" providerId="LiveId" clId="{02D7499F-B893-4336-994D-9FB45439049D}" dt="2025-05-06T04:07:42.032" v="393" actId="1076"/>
          <ac:graphicFrameMkLst>
            <pc:docMk/>
            <pc:sldMk cId="3488536927" sldId="313"/>
            <ac:graphicFrameMk id="14" creationId="{11D173C6-70F3-8D79-2D9D-33A9E22CF82E}"/>
          </ac:graphicFrameMkLst>
        </pc:graphicFrameChg>
        <pc:picChg chg="mod">
          <ac:chgData name="america aragon" userId="3f8f40865c82c76b" providerId="LiveId" clId="{02D7499F-B893-4336-994D-9FB45439049D}" dt="2025-05-06T04:07:53.196" v="397" actId="1076"/>
          <ac:picMkLst>
            <pc:docMk/>
            <pc:sldMk cId="3488536927" sldId="313"/>
            <ac:picMk id="13" creationId="{CDCF30F8-69B0-97BE-B011-818C76A2D447}"/>
          </ac:picMkLst>
        </pc:picChg>
      </pc:sldChg>
      <pc:sldChg chg="modSp mod">
        <pc:chgData name="america aragon" userId="3f8f40865c82c76b" providerId="LiveId" clId="{02D7499F-B893-4336-994D-9FB45439049D}" dt="2025-05-06T04:22:42.366" v="670" actId="14100"/>
        <pc:sldMkLst>
          <pc:docMk/>
          <pc:sldMk cId="3429241171" sldId="315"/>
        </pc:sldMkLst>
        <pc:picChg chg="mod">
          <ac:chgData name="america aragon" userId="3f8f40865c82c76b" providerId="LiveId" clId="{02D7499F-B893-4336-994D-9FB45439049D}" dt="2025-05-06T04:22:42.366" v="670" actId="14100"/>
          <ac:picMkLst>
            <pc:docMk/>
            <pc:sldMk cId="3429241171" sldId="315"/>
            <ac:picMk id="8" creationId="{9EFA7E06-ED88-A448-0FB8-A9B6A5A415A5}"/>
          </ac:picMkLst>
        </pc:picChg>
      </pc:sldChg>
      <pc:sldChg chg="modSp mod">
        <pc:chgData name="america aragon" userId="3f8f40865c82c76b" providerId="LiveId" clId="{02D7499F-B893-4336-994D-9FB45439049D}" dt="2025-05-06T04:22:48.556" v="672" actId="14100"/>
        <pc:sldMkLst>
          <pc:docMk/>
          <pc:sldMk cId="211525085" sldId="318"/>
        </pc:sldMkLst>
        <pc:picChg chg="mod">
          <ac:chgData name="america aragon" userId="3f8f40865c82c76b" providerId="LiveId" clId="{02D7499F-B893-4336-994D-9FB45439049D}" dt="2025-05-06T04:22:48.556" v="672" actId="14100"/>
          <ac:picMkLst>
            <pc:docMk/>
            <pc:sldMk cId="211525085" sldId="318"/>
            <ac:picMk id="11" creationId="{3D651B24-3F3C-A68F-AF8F-5C7540B6D76E}"/>
          </ac:picMkLst>
        </pc:picChg>
      </pc:sldChg>
      <pc:sldChg chg="modSp mod">
        <pc:chgData name="america aragon" userId="3f8f40865c82c76b" providerId="LiveId" clId="{02D7499F-B893-4336-994D-9FB45439049D}" dt="2025-05-06T04:22:52.502" v="674" actId="14100"/>
        <pc:sldMkLst>
          <pc:docMk/>
          <pc:sldMk cId="457157291" sldId="319"/>
        </pc:sldMkLst>
        <pc:picChg chg="mod">
          <ac:chgData name="america aragon" userId="3f8f40865c82c76b" providerId="LiveId" clId="{02D7499F-B893-4336-994D-9FB45439049D}" dt="2025-05-06T04:22:52.502" v="674" actId="14100"/>
          <ac:picMkLst>
            <pc:docMk/>
            <pc:sldMk cId="457157291" sldId="319"/>
            <ac:picMk id="8" creationId="{AEBF17EF-034C-33B9-295D-3CF1EE3E5A41}"/>
          </ac:picMkLst>
        </pc:picChg>
      </pc:sldChg>
      <pc:sldChg chg="del">
        <pc:chgData name="america aragon" userId="3f8f40865c82c76b" providerId="LiveId" clId="{02D7499F-B893-4336-994D-9FB45439049D}" dt="2025-05-06T03:48:02.549" v="0" actId="47"/>
        <pc:sldMkLst>
          <pc:docMk/>
          <pc:sldMk cId="307032608" sldId="322"/>
        </pc:sldMkLst>
      </pc:sldChg>
      <pc:sldChg chg="addSp delSp modSp del mod setBg delDesignElem">
        <pc:chgData name="america aragon" userId="3f8f40865c82c76b" providerId="LiveId" clId="{02D7499F-B893-4336-994D-9FB45439049D}" dt="2025-05-06T03:51:31.839" v="35" actId="47"/>
        <pc:sldMkLst>
          <pc:docMk/>
          <pc:sldMk cId="2610014176" sldId="323"/>
        </pc:sldMkLst>
        <pc:spChg chg="mod">
          <ac:chgData name="america aragon" userId="3f8f40865c82c76b" providerId="LiveId" clId="{02D7499F-B893-4336-994D-9FB45439049D}" dt="2025-05-06T03:49:09.052" v="6" actId="14100"/>
          <ac:spMkLst>
            <pc:docMk/>
            <pc:sldMk cId="2610014176" sldId="323"/>
            <ac:spMk id="6" creationId="{A3A35839-F88C-2A38-B28F-B9F8DF8B0FB5}"/>
          </ac:spMkLst>
        </pc:spChg>
        <pc:spChg chg="del">
          <ac:chgData name="america aragon" userId="3f8f40865c82c76b" providerId="LiveId" clId="{02D7499F-B893-4336-994D-9FB45439049D}" dt="2025-05-06T03:50:20.835" v="19"/>
          <ac:spMkLst>
            <pc:docMk/>
            <pc:sldMk cId="2610014176" sldId="323"/>
            <ac:spMk id="9255" creationId="{2EB492CD-616E-47F8-933B-5E2D952A0593}"/>
          </ac:spMkLst>
        </pc:spChg>
        <pc:spChg chg="del">
          <ac:chgData name="america aragon" userId="3f8f40865c82c76b" providerId="LiveId" clId="{02D7499F-B893-4336-994D-9FB45439049D}" dt="2025-05-06T03:50:20.835" v="19"/>
          <ac:spMkLst>
            <pc:docMk/>
            <pc:sldMk cId="2610014176" sldId="323"/>
            <ac:spMk id="9258" creationId="{59383CF9-23B5-4335-9B21-1791C4CF1C75}"/>
          </ac:spMkLst>
        </pc:spChg>
        <pc:spChg chg="del">
          <ac:chgData name="america aragon" userId="3f8f40865c82c76b" providerId="LiveId" clId="{02D7499F-B893-4336-994D-9FB45439049D}" dt="2025-05-06T03:50:20.835" v="19"/>
          <ac:spMkLst>
            <pc:docMk/>
            <pc:sldMk cId="2610014176" sldId="323"/>
            <ac:spMk id="9259" creationId="{0007FE00-9498-4706-B255-6437B0252C02}"/>
          </ac:spMkLst>
        </pc:spChg>
        <pc:spChg chg="mod">
          <ac:chgData name="america aragon" userId="3f8f40865c82c76b" providerId="LiveId" clId="{02D7499F-B893-4336-994D-9FB45439049D}" dt="2025-05-06T03:49:32.567" v="13" actId="1076"/>
          <ac:spMkLst>
            <pc:docMk/>
            <pc:sldMk cId="2610014176" sldId="323"/>
            <ac:spMk id="9260" creationId="{19F5457F-81A9-623E-C9BF-800273645899}"/>
          </ac:spMkLst>
        </pc:spChg>
        <pc:picChg chg="add del mod">
          <ac:chgData name="america aragon" userId="3f8f40865c82c76b" providerId="LiveId" clId="{02D7499F-B893-4336-994D-9FB45439049D}" dt="2025-05-06T03:49:28.826" v="12" actId="478"/>
          <ac:picMkLst>
            <pc:docMk/>
            <pc:sldMk cId="2610014176" sldId="323"/>
            <ac:picMk id="9218" creationId="{0E98CA89-62C6-E35E-7350-67936A5524E6}"/>
          </ac:picMkLst>
        </pc:picChg>
      </pc:sldChg>
      <pc:sldChg chg="addSp delSp modSp add mod">
        <pc:chgData name="america aragon" userId="3f8f40865c82c76b" providerId="LiveId" clId="{02D7499F-B893-4336-994D-9FB45439049D}" dt="2025-05-06T03:51:38.157" v="36" actId="1076"/>
        <pc:sldMkLst>
          <pc:docMk/>
          <pc:sldMk cId="886891194" sldId="327"/>
        </pc:sldMkLst>
        <pc:spChg chg="del mod">
          <ac:chgData name="america aragon" userId="3f8f40865c82c76b" providerId="LiveId" clId="{02D7499F-B893-4336-994D-9FB45439049D}" dt="2025-05-06T03:51:02.683" v="28" actId="478"/>
          <ac:spMkLst>
            <pc:docMk/>
            <pc:sldMk cId="886891194" sldId="327"/>
            <ac:spMk id="2" creationId="{E7EF764D-36B0-1FA9-0225-2C7D78014359}"/>
          </ac:spMkLst>
        </pc:spChg>
        <pc:spChg chg="add mod">
          <ac:chgData name="america aragon" userId="3f8f40865c82c76b" providerId="LiveId" clId="{02D7499F-B893-4336-994D-9FB45439049D}" dt="2025-05-06T03:51:14.037" v="32" actId="1076"/>
          <ac:spMkLst>
            <pc:docMk/>
            <pc:sldMk cId="886891194" sldId="327"/>
            <ac:spMk id="4" creationId="{171B27B0-2301-70FB-F2FA-D30C96566AF9}"/>
          </ac:spMkLst>
        </pc:spChg>
        <pc:spChg chg="del">
          <ac:chgData name="america aragon" userId="3f8f40865c82c76b" providerId="LiveId" clId="{02D7499F-B893-4336-994D-9FB45439049D}" dt="2025-05-06T03:50:43.162" v="22" actId="478"/>
          <ac:spMkLst>
            <pc:docMk/>
            <pc:sldMk cId="886891194" sldId="327"/>
            <ac:spMk id="5" creationId="{534778ED-0830-0BF1-AFEB-42A12651402B}"/>
          </ac:spMkLst>
        </pc:spChg>
        <pc:spChg chg="add del mod">
          <ac:chgData name="america aragon" userId="3f8f40865c82c76b" providerId="LiveId" clId="{02D7499F-B893-4336-994D-9FB45439049D}" dt="2025-05-06T03:51:05.069" v="29" actId="478"/>
          <ac:spMkLst>
            <pc:docMk/>
            <pc:sldMk cId="886891194" sldId="327"/>
            <ac:spMk id="7" creationId="{98D279CD-FB31-F405-2DD8-60D47C114F7D}"/>
          </ac:spMkLst>
        </pc:spChg>
        <pc:spChg chg="add mod">
          <ac:chgData name="america aragon" userId="3f8f40865c82c76b" providerId="LiveId" clId="{02D7499F-B893-4336-994D-9FB45439049D}" dt="2025-05-06T03:51:38.157" v="36" actId="1076"/>
          <ac:spMkLst>
            <pc:docMk/>
            <pc:sldMk cId="886891194" sldId="327"/>
            <ac:spMk id="8" creationId="{73ED5546-337D-121D-C43F-EA91DA6D583E}"/>
          </ac:spMkLst>
        </pc:spChg>
        <pc:graphicFrameChg chg="del">
          <ac:chgData name="america aragon" userId="3f8f40865c82c76b" providerId="LiveId" clId="{02D7499F-B893-4336-994D-9FB45439049D}" dt="2025-05-06T03:50:40.052" v="21" actId="478"/>
          <ac:graphicFrameMkLst>
            <pc:docMk/>
            <pc:sldMk cId="886891194" sldId="327"/>
            <ac:graphicFrameMk id="9" creationId="{879D0D1E-4350-01C3-A697-C141D96CD578}"/>
          </ac:graphicFrameMkLst>
        </pc:graphicFrameChg>
      </pc:sldChg>
      <pc:sldChg chg="addSp delSp modSp add mod">
        <pc:chgData name="america aragon" userId="3f8f40865c82c76b" providerId="LiveId" clId="{02D7499F-B893-4336-994D-9FB45439049D}" dt="2025-05-06T03:59:40.052" v="249" actId="20577"/>
        <pc:sldMkLst>
          <pc:docMk/>
          <pc:sldMk cId="1199287753" sldId="328"/>
        </pc:sldMkLst>
        <pc:spChg chg="del">
          <ac:chgData name="america aragon" userId="3f8f40865c82c76b" providerId="LiveId" clId="{02D7499F-B893-4336-994D-9FB45439049D}" dt="2025-05-06T03:56:25.596" v="162" actId="478"/>
          <ac:spMkLst>
            <pc:docMk/>
            <pc:sldMk cId="1199287753" sldId="328"/>
            <ac:spMk id="6" creationId="{8E3B7882-5E8F-5626-F557-7085BF40C2BA}"/>
          </ac:spMkLst>
        </pc:spChg>
        <pc:spChg chg="mod">
          <ac:chgData name="america aragon" userId="3f8f40865c82c76b" providerId="LiveId" clId="{02D7499F-B893-4336-994D-9FB45439049D}" dt="2025-05-06T03:56:27.843" v="163" actId="1076"/>
          <ac:spMkLst>
            <pc:docMk/>
            <pc:sldMk cId="1199287753" sldId="328"/>
            <ac:spMk id="8" creationId="{675AE8D3-6B7E-6CD0-1236-A4A1F46753A7}"/>
          </ac:spMkLst>
        </pc:spChg>
        <pc:spChg chg="add del mod">
          <ac:chgData name="america aragon" userId="3f8f40865c82c76b" providerId="LiveId" clId="{02D7499F-B893-4336-994D-9FB45439049D}" dt="2025-05-06T03:57:38.379" v="213" actId="478"/>
          <ac:spMkLst>
            <pc:docMk/>
            <pc:sldMk cId="1199287753" sldId="328"/>
            <ac:spMk id="11" creationId="{90212A4C-A737-85BC-23EC-AB1E93488C85}"/>
          </ac:spMkLst>
        </pc:spChg>
        <pc:spChg chg="add mod">
          <ac:chgData name="america aragon" userId="3f8f40865c82c76b" providerId="LiveId" clId="{02D7499F-B893-4336-994D-9FB45439049D}" dt="2025-05-06T03:58:27.261" v="238" actId="1076"/>
          <ac:spMkLst>
            <pc:docMk/>
            <pc:sldMk cId="1199287753" sldId="328"/>
            <ac:spMk id="12" creationId="{367441E0-E2DD-ECDC-7107-02F840843F48}"/>
          </ac:spMkLst>
        </pc:spChg>
        <pc:spChg chg="del">
          <ac:chgData name="america aragon" userId="3f8f40865c82c76b" providerId="LiveId" clId="{02D7499F-B893-4336-994D-9FB45439049D}" dt="2025-05-06T03:56:23.816" v="161" actId="478"/>
          <ac:spMkLst>
            <pc:docMk/>
            <pc:sldMk cId="1199287753" sldId="328"/>
            <ac:spMk id="21" creationId="{D7E71DC0-FCD4-C247-33CC-22CBE407141F}"/>
          </ac:spMkLst>
        </pc:spChg>
        <pc:graphicFrameChg chg="add mod modGraphic">
          <ac:chgData name="america aragon" userId="3f8f40865c82c76b" providerId="LiveId" clId="{02D7499F-B893-4336-994D-9FB45439049D}" dt="2025-05-06T03:58:24.873" v="237" actId="1076"/>
          <ac:graphicFrameMkLst>
            <pc:docMk/>
            <pc:sldMk cId="1199287753" sldId="328"/>
            <ac:graphicFrameMk id="5" creationId="{626AB0D5-80EA-BBB3-A1A9-A48E25ED3CFA}"/>
          </ac:graphicFrameMkLst>
        </pc:graphicFrameChg>
        <pc:graphicFrameChg chg="add mod modGraphic">
          <ac:chgData name="america aragon" userId="3f8f40865c82c76b" providerId="LiveId" clId="{02D7499F-B893-4336-994D-9FB45439049D}" dt="2025-05-06T03:59:40.052" v="249" actId="20577"/>
          <ac:graphicFrameMkLst>
            <pc:docMk/>
            <pc:sldMk cId="1199287753" sldId="328"/>
            <ac:graphicFrameMk id="13" creationId="{25BF6930-3303-472B-E69B-F3759F12AB31}"/>
          </ac:graphicFrameMkLst>
        </pc:graphicFrameChg>
        <pc:picChg chg="mod">
          <ac:chgData name="america aragon" userId="3f8f40865c82c76b" providerId="LiveId" clId="{02D7499F-B893-4336-994D-9FB45439049D}" dt="2025-05-06T03:57:59.319" v="235" actId="1076"/>
          <ac:picMkLst>
            <pc:docMk/>
            <pc:sldMk cId="1199287753" sldId="328"/>
            <ac:picMk id="10" creationId="{3C044CE5-6950-956A-34F4-DCE498EAD5E9}"/>
          </ac:picMkLst>
        </pc:picChg>
        <pc:picChg chg="del">
          <ac:chgData name="america aragon" userId="3f8f40865c82c76b" providerId="LiveId" clId="{02D7499F-B893-4336-994D-9FB45439049D}" dt="2025-05-06T03:56:22.371" v="160" actId="478"/>
          <ac:picMkLst>
            <pc:docMk/>
            <pc:sldMk cId="1199287753" sldId="328"/>
            <ac:picMk id="15" creationId="{D74AD37F-2397-2A14-D88F-CAB2B5EE6816}"/>
          </ac:picMkLst>
        </pc:picChg>
      </pc:sldChg>
      <pc:sldChg chg="add">
        <pc:chgData name="america aragon" userId="3f8f40865c82c76b" providerId="LiveId" clId="{02D7499F-B893-4336-994D-9FB45439049D}" dt="2025-05-06T04:01:13.280" v="272"/>
        <pc:sldMkLst>
          <pc:docMk/>
          <pc:sldMk cId="667183245" sldId="329"/>
        </pc:sldMkLst>
      </pc:sldChg>
      <pc:sldChg chg="add del ord">
        <pc:chgData name="america aragon" userId="3f8f40865c82c76b" providerId="LiveId" clId="{02D7499F-B893-4336-994D-9FB45439049D}" dt="2025-05-06T04:00:20.369" v="260" actId="47"/>
        <pc:sldMkLst>
          <pc:docMk/>
          <pc:sldMk cId="1877324980" sldId="329"/>
        </pc:sldMkLst>
      </pc:sldChg>
      <pc:sldChg chg="addSp delSp modSp add mod ord">
        <pc:chgData name="america aragon" userId="3f8f40865c82c76b" providerId="LiveId" clId="{02D7499F-B893-4336-994D-9FB45439049D}" dt="2025-05-06T04:31:18.156" v="746" actId="20577"/>
        <pc:sldMkLst>
          <pc:docMk/>
          <pc:sldMk cId="3676776341" sldId="330"/>
        </pc:sldMkLst>
        <pc:spChg chg="del">
          <ac:chgData name="america aragon" userId="3f8f40865c82c76b" providerId="LiveId" clId="{02D7499F-B893-4336-994D-9FB45439049D}" dt="2025-05-06T04:24:24.292" v="683" actId="478"/>
          <ac:spMkLst>
            <pc:docMk/>
            <pc:sldMk cId="3676776341" sldId="330"/>
            <ac:spMk id="3" creationId="{D50AC28E-5CCB-C2B8-A52A-46CEFE2E4484}"/>
          </ac:spMkLst>
        </pc:spChg>
        <pc:spChg chg="add mod">
          <ac:chgData name="america aragon" userId="3f8f40865c82c76b" providerId="LiveId" clId="{02D7499F-B893-4336-994D-9FB45439049D}" dt="2025-05-06T04:24:26.965" v="684" actId="1076"/>
          <ac:spMkLst>
            <pc:docMk/>
            <pc:sldMk cId="3676776341" sldId="330"/>
            <ac:spMk id="5" creationId="{9FBC8553-A1B7-DB8B-43B4-91BE483F4F83}"/>
          </ac:spMkLst>
        </pc:spChg>
        <pc:spChg chg="mod">
          <ac:chgData name="america aragon" userId="3f8f40865c82c76b" providerId="LiveId" clId="{02D7499F-B893-4336-994D-9FB45439049D}" dt="2025-05-06T04:29:50.244" v="725" actId="1076"/>
          <ac:spMkLst>
            <pc:docMk/>
            <pc:sldMk cId="3676776341" sldId="330"/>
            <ac:spMk id="13" creationId="{C01C519B-D761-A720-C810-28FF6706723F}"/>
          </ac:spMkLst>
        </pc:spChg>
        <pc:spChg chg="mod">
          <ac:chgData name="america aragon" userId="3f8f40865c82c76b" providerId="LiveId" clId="{02D7499F-B893-4336-994D-9FB45439049D}" dt="2025-05-06T04:29:04.182" v="695" actId="20577"/>
          <ac:spMkLst>
            <pc:docMk/>
            <pc:sldMk cId="3676776341" sldId="330"/>
            <ac:spMk id="16" creationId="{71CB6E22-FE98-1F2E-04DD-0B86470F2B02}"/>
          </ac:spMkLst>
        </pc:spChg>
        <pc:spChg chg="del">
          <ac:chgData name="america aragon" userId="3f8f40865c82c76b" providerId="LiveId" clId="{02D7499F-B893-4336-994D-9FB45439049D}" dt="2025-05-06T04:29:28.607" v="718" actId="478"/>
          <ac:spMkLst>
            <pc:docMk/>
            <pc:sldMk cId="3676776341" sldId="330"/>
            <ac:spMk id="18" creationId="{AA806762-DF58-9C43-C8B1-6C0663488DBC}"/>
          </ac:spMkLst>
        </pc:spChg>
        <pc:graphicFrameChg chg="add mod modGraphic">
          <ac:chgData name="america aragon" userId="3f8f40865c82c76b" providerId="LiveId" clId="{02D7499F-B893-4336-994D-9FB45439049D}" dt="2025-05-06T04:31:18.156" v="746" actId="20577"/>
          <ac:graphicFrameMkLst>
            <pc:docMk/>
            <pc:sldMk cId="3676776341" sldId="330"/>
            <ac:graphicFrameMk id="8" creationId="{A404BDDA-F3F5-51B8-4FE4-38F027E5E01A}"/>
          </ac:graphicFrameMkLst>
        </pc:graphicFrameChg>
        <pc:graphicFrameChg chg="del">
          <ac:chgData name="america aragon" userId="3f8f40865c82c76b" providerId="LiveId" clId="{02D7499F-B893-4336-994D-9FB45439049D}" dt="2025-05-06T04:29:24.410" v="716" actId="478"/>
          <ac:graphicFrameMkLst>
            <pc:docMk/>
            <pc:sldMk cId="3676776341" sldId="330"/>
            <ac:graphicFrameMk id="11" creationId="{9DF1281D-EF24-ECF4-BF4E-CE38B868CF92}"/>
          </ac:graphicFrameMkLst>
        </pc:graphicFrameChg>
        <pc:graphicFrameChg chg="del">
          <ac:chgData name="america aragon" userId="3f8f40865c82c76b" providerId="LiveId" clId="{02D7499F-B893-4336-994D-9FB45439049D}" dt="2025-05-06T04:29:27.453" v="717" actId="478"/>
          <ac:graphicFrameMkLst>
            <pc:docMk/>
            <pc:sldMk cId="3676776341" sldId="330"/>
            <ac:graphicFrameMk id="14" creationId="{EE88E107-53A0-E62B-77C5-ECD94A0BA2D2}"/>
          </ac:graphicFrameMkLst>
        </pc:graphicFrameChg>
        <pc:picChg chg="add mod">
          <ac:chgData name="america aragon" userId="3f8f40865c82c76b" providerId="LiveId" clId="{02D7499F-B893-4336-994D-9FB45439049D}" dt="2025-05-06T04:29:43.312" v="722" actId="14100"/>
          <ac:picMkLst>
            <pc:docMk/>
            <pc:sldMk cId="3676776341" sldId="330"/>
            <ac:picMk id="6" creationId="{DBF2AFA9-B4C6-A4C2-78E8-043F80CDA1A2}"/>
          </ac:picMkLst>
        </pc:picChg>
        <pc:picChg chg="del">
          <ac:chgData name="america aragon" userId="3f8f40865c82c76b" providerId="LiveId" clId="{02D7499F-B893-4336-994D-9FB45439049D}" dt="2025-05-06T04:29:09.757" v="696" actId="478"/>
          <ac:picMkLst>
            <pc:docMk/>
            <pc:sldMk cId="3676776341" sldId="330"/>
            <ac:picMk id="17" creationId="{79E2E834-9FF9-9355-45C0-B25270D5310D}"/>
          </ac:picMkLst>
        </pc:picChg>
      </pc:sldChg>
      <pc:sldChg chg="addSp delSp modSp add mod">
        <pc:chgData name="america aragon" userId="3f8f40865c82c76b" providerId="LiveId" clId="{02D7499F-B893-4336-994D-9FB45439049D}" dt="2025-05-06T04:20:39.812" v="654" actId="20577"/>
        <pc:sldMkLst>
          <pc:docMk/>
          <pc:sldMk cId="2466172220" sldId="331"/>
        </pc:sldMkLst>
        <pc:spChg chg="del">
          <ac:chgData name="america aragon" userId="3f8f40865c82c76b" providerId="LiveId" clId="{02D7499F-B893-4336-994D-9FB45439049D}" dt="2025-05-06T04:19:11.634" v="551" actId="478"/>
          <ac:spMkLst>
            <pc:docMk/>
            <pc:sldMk cId="2466172220" sldId="331"/>
            <ac:spMk id="5" creationId="{3773A5BD-EB0B-27AB-26BF-5FF51972320D}"/>
          </ac:spMkLst>
        </pc:spChg>
        <pc:spChg chg="del">
          <ac:chgData name="america aragon" userId="3f8f40865c82c76b" providerId="LiveId" clId="{02D7499F-B893-4336-994D-9FB45439049D}" dt="2025-05-06T04:18:55.165" v="548" actId="478"/>
          <ac:spMkLst>
            <pc:docMk/>
            <pc:sldMk cId="2466172220" sldId="331"/>
            <ac:spMk id="7" creationId="{EA844EA3-897E-3199-C589-33D731B96076}"/>
          </ac:spMkLst>
        </pc:spChg>
        <pc:spChg chg="add mod">
          <ac:chgData name="america aragon" userId="3f8f40865c82c76b" providerId="LiveId" clId="{02D7499F-B893-4336-994D-9FB45439049D}" dt="2025-05-06T04:19:14.771" v="552" actId="1076"/>
          <ac:spMkLst>
            <pc:docMk/>
            <pc:sldMk cId="2466172220" sldId="331"/>
            <ac:spMk id="9" creationId="{8F37268E-BC7E-A982-671F-1667EAA665AB}"/>
          </ac:spMkLst>
        </pc:spChg>
        <pc:spChg chg="del">
          <ac:chgData name="america aragon" userId="3f8f40865c82c76b" providerId="LiveId" clId="{02D7499F-B893-4336-994D-9FB45439049D}" dt="2025-05-06T04:18:56.612" v="549" actId="478"/>
          <ac:spMkLst>
            <pc:docMk/>
            <pc:sldMk cId="2466172220" sldId="331"/>
            <ac:spMk id="14" creationId="{174072B0-F404-8F12-1C69-2C5DA4121A57}"/>
          </ac:spMkLst>
        </pc:spChg>
        <pc:graphicFrameChg chg="add mod modGraphic">
          <ac:chgData name="america aragon" userId="3f8f40865c82c76b" providerId="LiveId" clId="{02D7499F-B893-4336-994D-9FB45439049D}" dt="2025-05-06T04:20:39.812" v="654" actId="20577"/>
          <ac:graphicFrameMkLst>
            <pc:docMk/>
            <pc:sldMk cId="2466172220" sldId="331"/>
            <ac:graphicFrameMk id="11" creationId="{B48A2616-BD78-CDD6-59A0-4DB493A033E3}"/>
          </ac:graphicFrameMkLst>
        </pc:graphicFrameChg>
        <pc:picChg chg="del">
          <ac:chgData name="america aragon" userId="3f8f40865c82c76b" providerId="LiveId" clId="{02D7499F-B893-4336-994D-9FB45439049D}" dt="2025-05-06T04:18:53.064" v="547" actId="478"/>
          <ac:picMkLst>
            <pc:docMk/>
            <pc:sldMk cId="2466172220" sldId="331"/>
            <ac:picMk id="10" creationId="{DA8E8437-8E53-FA17-7D67-EE1197DF77A6}"/>
          </ac:picMkLst>
        </pc:picChg>
        <pc:picChg chg="del">
          <ac:chgData name="america aragon" userId="3f8f40865c82c76b" providerId="LiveId" clId="{02D7499F-B893-4336-994D-9FB45439049D}" dt="2025-05-06T04:18:52.284" v="546" actId="478"/>
          <ac:picMkLst>
            <pc:docMk/>
            <pc:sldMk cId="2466172220" sldId="331"/>
            <ac:picMk id="13" creationId="{0A5D3B53-C795-2E36-52EF-14D192D06E59}"/>
          </ac:picMkLst>
        </pc:picChg>
      </pc:sldChg>
      <pc:sldChg chg="addSp delSp modSp add mod">
        <pc:chgData name="america aragon" userId="3f8f40865c82c76b" providerId="LiveId" clId="{02D7499F-B893-4336-994D-9FB45439049D}" dt="2025-05-06T04:24:01.971" v="680"/>
        <pc:sldMkLst>
          <pc:docMk/>
          <pc:sldMk cId="2715360092" sldId="332"/>
        </pc:sldMkLst>
        <pc:spChg chg="del">
          <ac:chgData name="america aragon" userId="3f8f40865c82c76b" providerId="LiveId" clId="{02D7499F-B893-4336-994D-9FB45439049D}" dt="2025-05-06T04:23:52.157" v="677" actId="478"/>
          <ac:spMkLst>
            <pc:docMk/>
            <pc:sldMk cId="2715360092" sldId="332"/>
            <ac:spMk id="3" creationId="{2B79C82D-42DD-FD6B-3182-D85C0DCEED96}"/>
          </ac:spMkLst>
        </pc:spChg>
        <pc:spChg chg="add mod">
          <ac:chgData name="america aragon" userId="3f8f40865c82c76b" providerId="LiveId" clId="{02D7499F-B893-4336-994D-9FB45439049D}" dt="2025-05-06T04:23:54.681" v="678" actId="1076"/>
          <ac:spMkLst>
            <pc:docMk/>
            <pc:sldMk cId="2715360092" sldId="332"/>
            <ac:spMk id="7" creationId="{38E721AE-F608-7944-4E4F-9464CCD50883}"/>
          </ac:spMkLst>
        </pc:spChg>
        <pc:spChg chg="add mod">
          <ac:chgData name="america aragon" userId="3f8f40865c82c76b" providerId="LiveId" clId="{02D7499F-B893-4336-994D-9FB45439049D}" dt="2025-05-06T04:24:01.971" v="680"/>
          <ac:spMkLst>
            <pc:docMk/>
            <pc:sldMk cId="2715360092" sldId="332"/>
            <ac:spMk id="8" creationId="{60CFDF8F-5FA1-C8E4-CCA2-CADAA52B4FFD}"/>
          </ac:spMkLst>
        </pc:spChg>
        <pc:spChg chg="del">
          <ac:chgData name="america aragon" userId="3f8f40865c82c76b" providerId="LiveId" clId="{02D7499F-B893-4336-994D-9FB45439049D}" dt="2025-05-06T04:23:57.425" v="679" actId="478"/>
          <ac:spMkLst>
            <pc:docMk/>
            <pc:sldMk cId="2715360092" sldId="332"/>
            <ac:spMk id="13" creationId="{2B282984-62EE-F440-85C7-122B1D6BC227}"/>
          </ac:spMkLst>
        </pc:spChg>
      </pc:sldChg>
      <pc:sldChg chg="add">
        <pc:chgData name="america aragon" userId="3f8f40865c82c76b" providerId="LiveId" clId="{02D7499F-B893-4336-994D-9FB45439049D}" dt="2025-05-06T04:24:14.654" v="681"/>
        <pc:sldMkLst>
          <pc:docMk/>
          <pc:sldMk cId="2624839751" sldId="333"/>
        </pc:sldMkLst>
      </pc:sldChg>
      <pc:sldChg chg="addSp delSp modSp add mod">
        <pc:chgData name="america aragon" userId="3f8f40865c82c76b" providerId="LiveId" clId="{02D7499F-B893-4336-994D-9FB45439049D}" dt="2025-05-06T04:31:10.948" v="740" actId="14100"/>
        <pc:sldMkLst>
          <pc:docMk/>
          <pc:sldMk cId="1573781970" sldId="334"/>
        </pc:sldMkLst>
        <pc:graphicFrameChg chg="modGraphic">
          <ac:chgData name="america aragon" userId="3f8f40865c82c76b" providerId="LiveId" clId="{02D7499F-B893-4336-994D-9FB45439049D}" dt="2025-05-06T04:31:03.867" v="738" actId="20577"/>
          <ac:graphicFrameMkLst>
            <pc:docMk/>
            <pc:sldMk cId="1573781970" sldId="334"/>
            <ac:graphicFrameMk id="8" creationId="{15E8A9C3-CEA9-931E-BA06-C9C14528A3DD}"/>
          </ac:graphicFrameMkLst>
        </pc:graphicFrameChg>
        <pc:graphicFrameChg chg="add mod modGraphic">
          <ac:chgData name="america aragon" userId="3f8f40865c82c76b" providerId="LiveId" clId="{02D7499F-B893-4336-994D-9FB45439049D}" dt="2025-05-06T04:31:06.784" v="739" actId="14100"/>
          <ac:graphicFrameMkLst>
            <pc:docMk/>
            <pc:sldMk cId="1573781970" sldId="334"/>
            <ac:graphicFrameMk id="10" creationId="{974574CD-8AFC-3118-D182-439237D91173}"/>
          </ac:graphicFrameMkLst>
        </pc:graphicFrameChg>
        <pc:picChg chg="add mod">
          <ac:chgData name="america aragon" userId="3f8f40865c82c76b" providerId="LiveId" clId="{02D7499F-B893-4336-994D-9FB45439049D}" dt="2025-05-06T04:31:10.948" v="740" actId="14100"/>
          <ac:picMkLst>
            <pc:docMk/>
            <pc:sldMk cId="1573781970" sldId="334"/>
            <ac:picMk id="3" creationId="{481DEAFE-DD93-A918-82DB-E49DB3114520}"/>
          </ac:picMkLst>
        </pc:picChg>
        <pc:picChg chg="del">
          <ac:chgData name="america aragon" userId="3f8f40865c82c76b" providerId="LiveId" clId="{02D7499F-B893-4336-994D-9FB45439049D}" dt="2025-05-06T04:30:49.029" v="729" actId="478"/>
          <ac:picMkLst>
            <pc:docMk/>
            <pc:sldMk cId="1573781970" sldId="334"/>
            <ac:picMk id="6" creationId="{DC0AFD18-D9E9-252A-2136-9E25A43819B9}"/>
          </ac:picMkLst>
        </pc:picChg>
      </pc:sldChg>
      <pc:sldChg chg="add del">
        <pc:chgData name="america aragon" userId="3f8f40865c82c76b" providerId="LiveId" clId="{02D7499F-B893-4336-994D-9FB45439049D}" dt="2025-05-06T04:30:39.958" v="727"/>
        <pc:sldMkLst>
          <pc:docMk/>
          <pc:sldMk cId="4114960678" sldId="334"/>
        </pc:sldMkLst>
      </pc:sldChg>
      <pc:sldChg chg="addSp delSp modSp add mod">
        <pc:chgData name="america aragon" userId="3f8f40865c82c76b" providerId="LiveId" clId="{02D7499F-B893-4336-994D-9FB45439049D}" dt="2025-05-06T04:32:14.683" v="760" actId="1076"/>
        <pc:sldMkLst>
          <pc:docMk/>
          <pc:sldMk cId="863348638" sldId="335"/>
        </pc:sldMkLst>
        <pc:spChg chg="mod">
          <ac:chgData name="america aragon" userId="3f8f40865c82c76b" providerId="LiveId" clId="{02D7499F-B893-4336-994D-9FB45439049D}" dt="2025-05-06T04:32:12.851" v="759" actId="1076"/>
          <ac:spMkLst>
            <pc:docMk/>
            <pc:sldMk cId="863348638" sldId="335"/>
            <ac:spMk id="4" creationId="{DCC9919D-2D31-1D41-DE99-11D8D2956909}"/>
          </ac:spMkLst>
        </pc:spChg>
        <pc:spChg chg="del">
          <ac:chgData name="america aragon" userId="3f8f40865c82c76b" providerId="LiveId" clId="{02D7499F-B893-4336-994D-9FB45439049D}" dt="2025-05-06T04:31:45.582" v="748" actId="478"/>
          <ac:spMkLst>
            <pc:docMk/>
            <pc:sldMk cId="863348638" sldId="335"/>
            <ac:spMk id="5" creationId="{86952CC2-87EA-9884-48EC-728924BECC86}"/>
          </ac:spMkLst>
        </pc:spChg>
        <pc:spChg chg="add mod">
          <ac:chgData name="america aragon" userId="3f8f40865c82c76b" providerId="LiveId" clId="{02D7499F-B893-4336-994D-9FB45439049D}" dt="2025-05-06T04:31:46.233" v="749"/>
          <ac:spMkLst>
            <pc:docMk/>
            <pc:sldMk cId="863348638" sldId="335"/>
            <ac:spMk id="6" creationId="{F7D5A0A8-A735-5AE2-A282-6DAA045A184A}"/>
          </ac:spMkLst>
        </pc:spChg>
        <pc:spChg chg="add mod">
          <ac:chgData name="america aragon" userId="3f8f40865c82c76b" providerId="LiveId" clId="{02D7499F-B893-4336-994D-9FB45439049D}" dt="2025-05-06T04:32:14.683" v="760" actId="1076"/>
          <ac:spMkLst>
            <pc:docMk/>
            <pc:sldMk cId="863348638" sldId="335"/>
            <ac:spMk id="11" creationId="{65DF506F-805F-0DE4-C079-90E41E3CF176}"/>
          </ac:spMkLst>
        </pc:spChg>
        <pc:spChg chg="del">
          <ac:chgData name="america aragon" userId="3f8f40865c82c76b" providerId="LiveId" clId="{02D7499F-B893-4336-994D-9FB45439049D}" dt="2025-05-06T04:32:11.052" v="757" actId="478"/>
          <ac:spMkLst>
            <pc:docMk/>
            <pc:sldMk cId="863348638" sldId="335"/>
            <ac:spMk id="13" creationId="{24BDC0DD-D765-A618-4294-49686CF82F82}"/>
          </ac:spMkLst>
        </pc:spChg>
        <pc:spChg chg="del">
          <ac:chgData name="america aragon" userId="3f8f40865c82c76b" providerId="LiveId" clId="{02D7499F-B893-4336-994D-9FB45439049D}" dt="2025-05-06T04:31:55.643" v="752" actId="478"/>
          <ac:spMkLst>
            <pc:docMk/>
            <pc:sldMk cId="863348638" sldId="335"/>
            <ac:spMk id="16" creationId="{6800F575-5CAB-5B6A-960A-24FA24A03DD1}"/>
          </ac:spMkLst>
        </pc:spChg>
        <pc:graphicFrameChg chg="del">
          <ac:chgData name="america aragon" userId="3f8f40865c82c76b" providerId="LiveId" clId="{02D7499F-B893-4336-994D-9FB45439049D}" dt="2025-05-06T04:32:12.313" v="758" actId="478"/>
          <ac:graphicFrameMkLst>
            <pc:docMk/>
            <pc:sldMk cId="863348638" sldId="335"/>
            <ac:graphicFrameMk id="8" creationId="{C26BE4AC-4502-CE50-C735-1CD53E002E1E}"/>
          </ac:graphicFrameMkLst>
        </pc:graphicFrameChg>
        <pc:graphicFrameChg chg="del">
          <ac:chgData name="america aragon" userId="3f8f40865c82c76b" providerId="LiveId" clId="{02D7499F-B893-4336-994D-9FB45439049D}" dt="2025-05-06T04:32:09.930" v="756" actId="478"/>
          <ac:graphicFrameMkLst>
            <pc:docMk/>
            <pc:sldMk cId="863348638" sldId="335"/>
            <ac:graphicFrameMk id="10" creationId="{306F5145-8E68-5881-870F-F9AE8A92F40B}"/>
          </ac:graphicFrameMkLst>
        </pc:graphicFrameChg>
        <pc:picChg chg="del">
          <ac:chgData name="america aragon" userId="3f8f40865c82c76b" providerId="LiveId" clId="{02D7499F-B893-4336-994D-9FB45439049D}" dt="2025-05-06T04:32:08.736" v="755" actId="478"/>
          <ac:picMkLst>
            <pc:docMk/>
            <pc:sldMk cId="863348638" sldId="335"/>
            <ac:picMk id="3" creationId="{6C4D2BF9-E3B4-34B8-7E82-8FE49844EB51}"/>
          </ac:picMkLst>
        </pc:picChg>
        <pc:picChg chg="add mod">
          <ac:chgData name="america aragon" userId="3f8f40865c82c76b" providerId="LiveId" clId="{02D7499F-B893-4336-994D-9FB45439049D}" dt="2025-05-06T04:32:06.992" v="754"/>
          <ac:picMkLst>
            <pc:docMk/>
            <pc:sldMk cId="863348638" sldId="335"/>
            <ac:picMk id="12" creationId="{97E6EDEF-C351-BD6D-245C-79484FEF55C5}"/>
          </ac:picMkLst>
        </pc:picChg>
      </pc:sldChg>
      <pc:sldChg chg="addSp delSp modSp add mod">
        <pc:chgData name="america aragon" userId="3f8f40865c82c76b" providerId="LiveId" clId="{02D7499F-B893-4336-994D-9FB45439049D}" dt="2025-05-06T04:59:38.259" v="1048" actId="1076"/>
        <pc:sldMkLst>
          <pc:docMk/>
          <pc:sldMk cId="671685181" sldId="336"/>
        </pc:sldMkLst>
        <pc:spChg chg="add mod">
          <ac:chgData name="america aragon" userId="3f8f40865c82c76b" providerId="LiveId" clId="{02D7499F-B893-4336-994D-9FB45439049D}" dt="2025-05-06T04:50:37.236" v="818" actId="1076"/>
          <ac:spMkLst>
            <pc:docMk/>
            <pc:sldMk cId="671685181" sldId="336"/>
            <ac:spMk id="3" creationId="{5FED05F6-73CC-EABE-092E-AFBE1253D50E}"/>
          </ac:spMkLst>
        </pc:spChg>
        <pc:spChg chg="add mod">
          <ac:chgData name="america aragon" userId="3f8f40865c82c76b" providerId="LiveId" clId="{02D7499F-B893-4336-994D-9FB45439049D}" dt="2025-05-06T04:50:58.081" v="829"/>
          <ac:spMkLst>
            <pc:docMk/>
            <pc:sldMk cId="671685181" sldId="336"/>
            <ac:spMk id="10" creationId="{B30841E8-8298-B2A1-626E-A676698FA63D}"/>
          </ac:spMkLst>
        </pc:spChg>
        <pc:spChg chg="del">
          <ac:chgData name="america aragon" userId="3f8f40865c82c76b" providerId="LiveId" clId="{02D7499F-B893-4336-994D-9FB45439049D}" dt="2025-05-06T04:50:35.757" v="817" actId="478"/>
          <ac:spMkLst>
            <pc:docMk/>
            <pc:sldMk cId="671685181" sldId="336"/>
            <ac:spMk id="11" creationId="{B1673738-6515-704D-977D-730CA6C082F8}"/>
          </ac:spMkLst>
        </pc:spChg>
        <pc:spChg chg="add mod">
          <ac:chgData name="america aragon" userId="3f8f40865c82c76b" providerId="LiveId" clId="{02D7499F-B893-4336-994D-9FB45439049D}" dt="2025-05-06T04:59:26.165" v="1042" actId="1076"/>
          <ac:spMkLst>
            <pc:docMk/>
            <pc:sldMk cId="671685181" sldId="336"/>
            <ac:spMk id="15" creationId="{7A33F28B-C897-64BF-BEEF-17FD7A8E1D3F}"/>
          </ac:spMkLst>
        </pc:spChg>
        <pc:spChg chg="add mod">
          <ac:chgData name="america aragon" userId="3f8f40865c82c76b" providerId="LiveId" clId="{02D7499F-B893-4336-994D-9FB45439049D}" dt="2025-05-06T04:59:38.259" v="1048" actId="1076"/>
          <ac:spMkLst>
            <pc:docMk/>
            <pc:sldMk cId="671685181" sldId="336"/>
            <ac:spMk id="16" creationId="{9F7A7BE0-D16F-2D27-50ED-4C6FAC3A38A8}"/>
          </ac:spMkLst>
        </pc:spChg>
        <pc:graphicFrameChg chg="add mod modGraphic">
          <ac:chgData name="america aragon" userId="3f8f40865c82c76b" providerId="LiveId" clId="{02D7499F-B893-4336-994D-9FB45439049D}" dt="2025-05-06T04:59:34.246" v="1046" actId="1076"/>
          <ac:graphicFrameMkLst>
            <pc:docMk/>
            <pc:sldMk cId="671685181" sldId="336"/>
            <ac:graphicFrameMk id="8" creationId="{CE2F523D-638D-0CBD-40E3-DB86B2F0F2AB}"/>
          </ac:graphicFrameMkLst>
        </pc:graphicFrameChg>
        <pc:graphicFrameChg chg="add mod modGraphic">
          <ac:chgData name="america aragon" userId="3f8f40865c82c76b" providerId="LiveId" clId="{02D7499F-B893-4336-994D-9FB45439049D}" dt="2025-05-06T04:59:36.124" v="1047" actId="14100"/>
          <ac:graphicFrameMkLst>
            <pc:docMk/>
            <pc:sldMk cId="671685181" sldId="336"/>
            <ac:graphicFrameMk id="14" creationId="{0B2A4063-0BAD-8BD9-E7C5-1651FC8CA386}"/>
          </ac:graphicFrameMkLst>
        </pc:graphicFrameChg>
        <pc:picChg chg="add mod">
          <ac:chgData name="america aragon" userId="3f8f40865c82c76b" providerId="LiveId" clId="{02D7499F-B893-4336-994D-9FB45439049D}" dt="2025-05-06T04:50:41.671" v="820"/>
          <ac:picMkLst>
            <pc:docMk/>
            <pc:sldMk cId="671685181" sldId="336"/>
            <ac:picMk id="5" creationId="{B023EFC3-B7E7-F5A7-C1C8-9BFA555E2CC3}"/>
          </ac:picMkLst>
        </pc:picChg>
        <pc:picChg chg="del">
          <ac:chgData name="america aragon" userId="3f8f40865c82c76b" providerId="LiveId" clId="{02D7499F-B893-4336-994D-9FB45439049D}" dt="2025-05-06T04:50:41.289" v="819" actId="478"/>
          <ac:picMkLst>
            <pc:docMk/>
            <pc:sldMk cId="671685181" sldId="336"/>
            <ac:picMk id="12" creationId="{6DCC22E9-AD5A-21A7-91AA-B6F22F14B153}"/>
          </ac:picMkLst>
        </pc:picChg>
        <pc:picChg chg="add mod">
          <ac:chgData name="america aragon" userId="3f8f40865c82c76b" providerId="LiveId" clId="{02D7499F-B893-4336-994D-9FB45439049D}" dt="2025-05-06T04:51:02.612" v="830"/>
          <ac:picMkLst>
            <pc:docMk/>
            <pc:sldMk cId="671685181" sldId="336"/>
            <ac:picMk id="13" creationId="{D5CA5135-52E8-45BB-D575-7E905E52D716}"/>
          </ac:picMkLst>
        </pc:picChg>
      </pc:sldChg>
      <pc:sldChg chg="delSp modSp add del mod">
        <pc:chgData name="america aragon" userId="3f8f40865c82c76b" providerId="LiveId" clId="{02D7499F-B893-4336-994D-9FB45439049D}" dt="2025-05-06T04:33:21.211" v="814" actId="47"/>
        <pc:sldMkLst>
          <pc:docMk/>
          <pc:sldMk cId="1298413754" sldId="336"/>
        </pc:sldMkLst>
        <pc:spChg chg="mod">
          <ac:chgData name="america aragon" userId="3f8f40865c82c76b" providerId="LiveId" clId="{02D7499F-B893-4336-994D-9FB45439049D}" dt="2025-05-06T04:33:15.621" v="813" actId="1076"/>
          <ac:spMkLst>
            <pc:docMk/>
            <pc:sldMk cId="1298413754" sldId="336"/>
            <ac:spMk id="6" creationId="{FBFFBB5C-2EE3-7C15-D449-361C66565E6C}"/>
          </ac:spMkLst>
        </pc:spChg>
        <pc:spChg chg="del">
          <ac:chgData name="america aragon" userId="3f8f40865c82c76b" providerId="LiveId" clId="{02D7499F-B893-4336-994D-9FB45439049D}" dt="2025-05-06T04:32:42.929" v="763" actId="478"/>
          <ac:spMkLst>
            <pc:docMk/>
            <pc:sldMk cId="1298413754" sldId="336"/>
            <ac:spMk id="11" creationId="{00895AE3-F7B7-7CA2-6733-E07E31D49B40}"/>
          </ac:spMkLst>
        </pc:spChg>
        <pc:picChg chg="del">
          <ac:chgData name="america aragon" userId="3f8f40865c82c76b" providerId="LiveId" clId="{02D7499F-B893-4336-994D-9FB45439049D}" dt="2025-05-06T04:32:40.668" v="762" actId="478"/>
          <ac:picMkLst>
            <pc:docMk/>
            <pc:sldMk cId="1298413754" sldId="336"/>
            <ac:picMk id="12" creationId="{0F14AF02-BA29-7B42-DFFA-A66CD33EB473}"/>
          </ac:picMkLst>
        </pc:picChg>
      </pc:sldChg>
      <pc:sldChg chg="addSp delSp modSp add mod">
        <pc:chgData name="america aragon" userId="3f8f40865c82c76b" providerId="LiveId" clId="{02D7499F-B893-4336-994D-9FB45439049D}" dt="2025-05-06T04:59:41.765" v="1050" actId="1076"/>
        <pc:sldMkLst>
          <pc:docMk/>
          <pc:sldMk cId="309800579" sldId="337"/>
        </pc:sldMkLst>
        <pc:spChg chg="del">
          <ac:chgData name="america aragon" userId="3f8f40865c82c76b" providerId="LiveId" clId="{02D7499F-B893-4336-994D-9FB45439049D}" dt="2025-05-06T04:51:19.922" v="834" actId="478"/>
          <ac:spMkLst>
            <pc:docMk/>
            <pc:sldMk cId="309800579" sldId="337"/>
            <ac:spMk id="3" creationId="{DC1228C9-5CC2-D376-6056-7CC308552225}"/>
          </ac:spMkLst>
        </pc:spChg>
        <pc:spChg chg="del">
          <ac:chgData name="america aragon" userId="3f8f40865c82c76b" providerId="LiveId" clId="{02D7499F-B893-4336-994D-9FB45439049D}" dt="2025-05-06T04:51:22.089" v="836" actId="478"/>
          <ac:spMkLst>
            <pc:docMk/>
            <pc:sldMk cId="309800579" sldId="337"/>
            <ac:spMk id="10" creationId="{E2A21580-A491-0654-D7D5-A9F0E1497AF2}"/>
          </ac:spMkLst>
        </pc:spChg>
        <pc:spChg chg="add mod">
          <ac:chgData name="america aragon" userId="3f8f40865c82c76b" providerId="LiveId" clId="{02D7499F-B893-4336-994D-9FB45439049D}" dt="2025-05-06T04:51:26.789" v="840"/>
          <ac:spMkLst>
            <pc:docMk/>
            <pc:sldMk cId="309800579" sldId="337"/>
            <ac:spMk id="11" creationId="{56F389A6-803E-84DC-9F79-0D9D2A22507F}"/>
          </ac:spMkLst>
        </pc:spChg>
        <pc:spChg chg="add mod">
          <ac:chgData name="america aragon" userId="3f8f40865c82c76b" providerId="LiveId" clId="{02D7499F-B893-4336-994D-9FB45439049D}" dt="2025-05-06T04:59:41.765" v="1050" actId="1076"/>
          <ac:spMkLst>
            <pc:docMk/>
            <pc:sldMk cId="309800579" sldId="337"/>
            <ac:spMk id="16" creationId="{485EA2B1-1E46-8E8C-536D-F7F45967F643}"/>
          </ac:spMkLst>
        </pc:spChg>
        <pc:graphicFrameChg chg="del">
          <ac:chgData name="america aragon" userId="3f8f40865c82c76b" providerId="LiveId" clId="{02D7499F-B893-4336-994D-9FB45439049D}" dt="2025-05-06T04:51:24.542" v="838" actId="478"/>
          <ac:graphicFrameMkLst>
            <pc:docMk/>
            <pc:sldMk cId="309800579" sldId="337"/>
            <ac:graphicFrameMk id="8" creationId="{AD0A59A2-FE25-E728-7F05-1C0231F7EA07}"/>
          </ac:graphicFrameMkLst>
        </pc:graphicFrameChg>
        <pc:graphicFrameChg chg="del">
          <ac:chgData name="america aragon" userId="3f8f40865c82c76b" providerId="LiveId" clId="{02D7499F-B893-4336-994D-9FB45439049D}" dt="2025-05-06T04:51:25.642" v="839" actId="478"/>
          <ac:graphicFrameMkLst>
            <pc:docMk/>
            <pc:sldMk cId="309800579" sldId="337"/>
            <ac:graphicFrameMk id="14" creationId="{0A083159-8675-E1C6-A0B6-0588FC664081}"/>
          </ac:graphicFrameMkLst>
        </pc:graphicFrameChg>
        <pc:graphicFrameChg chg="add mod modGraphic">
          <ac:chgData name="america aragon" userId="3f8f40865c82c76b" providerId="LiveId" clId="{02D7499F-B893-4336-994D-9FB45439049D}" dt="2025-05-06T04:51:37.493" v="848" actId="20577"/>
          <ac:graphicFrameMkLst>
            <pc:docMk/>
            <pc:sldMk cId="309800579" sldId="337"/>
            <ac:graphicFrameMk id="15" creationId="{20797988-CC0F-6B5F-07E9-79EEB46234FA}"/>
          </ac:graphicFrameMkLst>
        </pc:graphicFrameChg>
        <pc:picChg chg="del">
          <ac:chgData name="america aragon" userId="3f8f40865c82c76b" providerId="LiveId" clId="{02D7499F-B893-4336-994D-9FB45439049D}" dt="2025-05-06T04:51:20.495" v="835" actId="478"/>
          <ac:picMkLst>
            <pc:docMk/>
            <pc:sldMk cId="309800579" sldId="337"/>
            <ac:picMk id="5" creationId="{1D771AE3-E5FC-AA10-D18E-8792BE86DCBB}"/>
          </ac:picMkLst>
        </pc:picChg>
        <pc:picChg chg="add mod">
          <ac:chgData name="america aragon" userId="3f8f40865c82c76b" providerId="LiveId" clId="{02D7499F-B893-4336-994D-9FB45439049D}" dt="2025-05-06T04:51:30.080" v="841"/>
          <ac:picMkLst>
            <pc:docMk/>
            <pc:sldMk cId="309800579" sldId="337"/>
            <ac:picMk id="12" creationId="{7FE04EF1-D125-1296-0B96-EE4EE02E1467}"/>
          </ac:picMkLst>
        </pc:picChg>
        <pc:picChg chg="del">
          <ac:chgData name="america aragon" userId="3f8f40865c82c76b" providerId="LiveId" clId="{02D7499F-B893-4336-994D-9FB45439049D}" dt="2025-05-06T04:51:22.567" v="837" actId="478"/>
          <ac:picMkLst>
            <pc:docMk/>
            <pc:sldMk cId="309800579" sldId="337"/>
            <ac:picMk id="13" creationId="{525E9AF2-8DED-2A0A-31BB-C32663CC4F6A}"/>
          </ac:picMkLst>
        </pc:picChg>
      </pc:sldChg>
      <pc:sldChg chg="addSp delSp modSp add mod">
        <pc:chgData name="america aragon" userId="3f8f40865c82c76b" providerId="LiveId" clId="{02D7499F-B893-4336-994D-9FB45439049D}" dt="2025-05-06T04:59:56.999" v="1058" actId="1076"/>
        <pc:sldMkLst>
          <pc:docMk/>
          <pc:sldMk cId="3345475780" sldId="338"/>
        </pc:sldMkLst>
        <pc:spChg chg="add mod">
          <ac:chgData name="america aragon" userId="3f8f40865c82c76b" providerId="LiveId" clId="{02D7499F-B893-4336-994D-9FB45439049D}" dt="2025-05-06T04:51:56.499" v="853"/>
          <ac:spMkLst>
            <pc:docMk/>
            <pc:sldMk cId="3345475780" sldId="338"/>
            <ac:spMk id="3" creationId="{B4FEFB6B-60BA-E155-802A-04FB2EB89B25}"/>
          </ac:spMkLst>
        </pc:spChg>
        <pc:spChg chg="add mod">
          <ac:chgData name="america aragon" userId="3f8f40865c82c76b" providerId="LiveId" clId="{02D7499F-B893-4336-994D-9FB45439049D}" dt="2025-05-06T04:52:05.571" v="855"/>
          <ac:spMkLst>
            <pc:docMk/>
            <pc:sldMk cId="3345475780" sldId="338"/>
            <ac:spMk id="8" creationId="{C384C2E0-15B9-02A2-ACAD-02B2FA7F3624}"/>
          </ac:spMkLst>
        </pc:spChg>
        <pc:spChg chg="del">
          <ac:chgData name="america aragon" userId="3f8f40865c82c76b" providerId="LiveId" clId="{02D7499F-B893-4336-994D-9FB45439049D}" dt="2025-05-06T04:51:49.661" v="850" actId="478"/>
          <ac:spMkLst>
            <pc:docMk/>
            <pc:sldMk cId="3345475780" sldId="338"/>
            <ac:spMk id="11" creationId="{818B5570-4270-CC78-A377-51F828BB95D9}"/>
          </ac:spMkLst>
        </pc:spChg>
        <pc:spChg chg="add mod">
          <ac:chgData name="america aragon" userId="3f8f40865c82c76b" providerId="LiveId" clId="{02D7499F-B893-4336-994D-9FB45439049D}" dt="2025-05-06T04:59:48.172" v="1053" actId="1076"/>
          <ac:spMkLst>
            <pc:docMk/>
            <pc:sldMk cId="3345475780" sldId="338"/>
            <ac:spMk id="16" creationId="{E8DC5934-CEE4-D081-7AAF-F554EF923D67}"/>
          </ac:spMkLst>
        </pc:spChg>
        <pc:spChg chg="add mod">
          <ac:chgData name="america aragon" userId="3f8f40865c82c76b" providerId="LiveId" clId="{02D7499F-B893-4336-994D-9FB45439049D}" dt="2025-05-06T04:59:55.021" v="1057" actId="1076"/>
          <ac:spMkLst>
            <pc:docMk/>
            <pc:sldMk cId="3345475780" sldId="338"/>
            <ac:spMk id="17" creationId="{D14F9376-51B9-C0FC-F513-AD558F688304}"/>
          </ac:spMkLst>
        </pc:spChg>
        <pc:graphicFrameChg chg="add mod modGraphic">
          <ac:chgData name="america aragon" userId="3f8f40865c82c76b" providerId="LiveId" clId="{02D7499F-B893-4336-994D-9FB45439049D}" dt="2025-05-06T04:59:46.016" v="1052" actId="14100"/>
          <ac:graphicFrameMkLst>
            <pc:docMk/>
            <pc:sldMk cId="3345475780" sldId="338"/>
            <ac:graphicFrameMk id="13" creationId="{C0836D87-7607-1FC1-5DB9-571784CBF143}"/>
          </ac:graphicFrameMkLst>
        </pc:graphicFrameChg>
        <pc:graphicFrameChg chg="add mod modGraphic">
          <ac:chgData name="america aragon" userId="3f8f40865c82c76b" providerId="LiveId" clId="{02D7499F-B893-4336-994D-9FB45439049D}" dt="2025-05-06T04:59:56.999" v="1058" actId="1076"/>
          <ac:graphicFrameMkLst>
            <pc:docMk/>
            <pc:sldMk cId="3345475780" sldId="338"/>
            <ac:graphicFrameMk id="14" creationId="{9722D931-EBD9-7EF7-E131-6F83AE64BF63}"/>
          </ac:graphicFrameMkLst>
        </pc:graphicFrameChg>
        <pc:graphicFrameChg chg="del">
          <ac:chgData name="america aragon" userId="3f8f40865c82c76b" providerId="LiveId" clId="{02D7499F-B893-4336-994D-9FB45439049D}" dt="2025-05-06T04:51:51.726" v="852" actId="478"/>
          <ac:graphicFrameMkLst>
            <pc:docMk/>
            <pc:sldMk cId="3345475780" sldId="338"/>
            <ac:graphicFrameMk id="15" creationId="{9375D494-2AF1-8B85-316E-6F49127FB848}"/>
          </ac:graphicFrameMkLst>
        </pc:graphicFrameChg>
        <pc:picChg chg="add mod">
          <ac:chgData name="america aragon" userId="3f8f40865c82c76b" providerId="LiveId" clId="{02D7499F-B893-4336-994D-9FB45439049D}" dt="2025-05-06T04:52:00.109" v="854"/>
          <ac:picMkLst>
            <pc:docMk/>
            <pc:sldMk cId="3345475780" sldId="338"/>
            <ac:picMk id="5" creationId="{3AFCE4FC-0F55-0C51-E1F7-643AD8C8E924}"/>
          </ac:picMkLst>
        </pc:picChg>
        <pc:picChg chg="add mod">
          <ac:chgData name="america aragon" userId="3f8f40865c82c76b" providerId="LiveId" clId="{02D7499F-B893-4336-994D-9FB45439049D}" dt="2025-05-06T04:52:09.071" v="856"/>
          <ac:picMkLst>
            <pc:docMk/>
            <pc:sldMk cId="3345475780" sldId="338"/>
            <ac:picMk id="10" creationId="{3F96AE95-DEFA-BD79-1B09-308C132EDE58}"/>
          </ac:picMkLst>
        </pc:picChg>
        <pc:picChg chg="del">
          <ac:chgData name="america aragon" userId="3f8f40865c82c76b" providerId="LiveId" clId="{02D7499F-B893-4336-994D-9FB45439049D}" dt="2025-05-06T04:51:50.678" v="851" actId="478"/>
          <ac:picMkLst>
            <pc:docMk/>
            <pc:sldMk cId="3345475780" sldId="338"/>
            <ac:picMk id="12" creationId="{54FFB902-487D-5F1B-3059-8F495CCB60DE}"/>
          </ac:picMkLst>
        </pc:picChg>
      </pc:sldChg>
      <pc:sldChg chg="addSp delSp modSp add mod">
        <pc:chgData name="america aragon" userId="3f8f40865c82c76b" providerId="LiveId" clId="{02D7499F-B893-4336-994D-9FB45439049D}" dt="2025-05-06T05:00:03.829" v="1060" actId="1076"/>
        <pc:sldMkLst>
          <pc:docMk/>
          <pc:sldMk cId="1986384317" sldId="339"/>
        </pc:sldMkLst>
        <pc:spChg chg="del">
          <ac:chgData name="america aragon" userId="3f8f40865c82c76b" providerId="LiveId" clId="{02D7499F-B893-4336-994D-9FB45439049D}" dt="2025-05-06T04:52:35.344" v="872" actId="478"/>
          <ac:spMkLst>
            <pc:docMk/>
            <pc:sldMk cId="1986384317" sldId="339"/>
            <ac:spMk id="3" creationId="{BE0989EB-2BF9-0496-3C5D-6B96E0616B14}"/>
          </ac:spMkLst>
        </pc:spChg>
        <pc:spChg chg="del">
          <ac:chgData name="america aragon" userId="3f8f40865c82c76b" providerId="LiveId" clId="{02D7499F-B893-4336-994D-9FB45439049D}" dt="2025-05-06T04:52:37.199" v="874" actId="478"/>
          <ac:spMkLst>
            <pc:docMk/>
            <pc:sldMk cId="1986384317" sldId="339"/>
            <ac:spMk id="8" creationId="{CA33A370-F5BD-FB51-9846-3DEE2501E446}"/>
          </ac:spMkLst>
        </pc:spChg>
        <pc:spChg chg="add mod">
          <ac:chgData name="america aragon" userId="3f8f40865c82c76b" providerId="LiveId" clId="{02D7499F-B893-4336-994D-9FB45439049D}" dt="2025-05-06T04:52:45.068" v="878"/>
          <ac:spMkLst>
            <pc:docMk/>
            <pc:sldMk cId="1986384317" sldId="339"/>
            <ac:spMk id="11" creationId="{B03BA893-C3D4-0B47-B67A-A3489E21B8C2}"/>
          </ac:spMkLst>
        </pc:spChg>
        <pc:spChg chg="add mod">
          <ac:chgData name="america aragon" userId="3f8f40865c82c76b" providerId="LiveId" clId="{02D7499F-B893-4336-994D-9FB45439049D}" dt="2025-05-06T05:00:03.829" v="1060" actId="1076"/>
          <ac:spMkLst>
            <pc:docMk/>
            <pc:sldMk cId="1986384317" sldId="339"/>
            <ac:spMk id="16" creationId="{F57F0E69-D935-1333-4970-F75D436C8159}"/>
          </ac:spMkLst>
        </pc:spChg>
        <pc:graphicFrameChg chg="del">
          <ac:chgData name="america aragon" userId="3f8f40865c82c76b" providerId="LiveId" clId="{02D7499F-B893-4336-994D-9FB45439049D}" dt="2025-05-06T04:52:38.852" v="876" actId="478"/>
          <ac:graphicFrameMkLst>
            <pc:docMk/>
            <pc:sldMk cId="1986384317" sldId="339"/>
            <ac:graphicFrameMk id="13" creationId="{9830B8A1-C791-1F18-25B4-DC5437ECEC69}"/>
          </ac:graphicFrameMkLst>
        </pc:graphicFrameChg>
        <pc:graphicFrameChg chg="del">
          <ac:chgData name="america aragon" userId="3f8f40865c82c76b" providerId="LiveId" clId="{02D7499F-B893-4336-994D-9FB45439049D}" dt="2025-05-06T04:52:40.650" v="877" actId="478"/>
          <ac:graphicFrameMkLst>
            <pc:docMk/>
            <pc:sldMk cId="1986384317" sldId="339"/>
            <ac:graphicFrameMk id="14" creationId="{94830600-6FB5-C841-2692-20A7F2FA7CDE}"/>
          </ac:graphicFrameMkLst>
        </pc:graphicFrameChg>
        <pc:graphicFrameChg chg="add mod modGraphic">
          <ac:chgData name="america aragon" userId="3f8f40865c82c76b" providerId="LiveId" clId="{02D7499F-B893-4336-994D-9FB45439049D}" dt="2025-05-06T04:53:00.600" v="886" actId="20577"/>
          <ac:graphicFrameMkLst>
            <pc:docMk/>
            <pc:sldMk cId="1986384317" sldId="339"/>
            <ac:graphicFrameMk id="15" creationId="{F31C7F5C-9F34-5B78-ADE6-42985ECAFCE1}"/>
          </ac:graphicFrameMkLst>
        </pc:graphicFrameChg>
        <pc:picChg chg="del">
          <ac:chgData name="america aragon" userId="3f8f40865c82c76b" providerId="LiveId" clId="{02D7499F-B893-4336-994D-9FB45439049D}" dt="2025-05-06T04:52:35.899" v="873" actId="478"/>
          <ac:picMkLst>
            <pc:docMk/>
            <pc:sldMk cId="1986384317" sldId="339"/>
            <ac:picMk id="5" creationId="{357B773D-2705-14AA-104F-314BBF850AD6}"/>
          </ac:picMkLst>
        </pc:picChg>
        <pc:picChg chg="del">
          <ac:chgData name="america aragon" userId="3f8f40865c82c76b" providerId="LiveId" clId="{02D7499F-B893-4336-994D-9FB45439049D}" dt="2025-05-06T04:52:37.724" v="875" actId="478"/>
          <ac:picMkLst>
            <pc:docMk/>
            <pc:sldMk cId="1986384317" sldId="339"/>
            <ac:picMk id="10" creationId="{F141D889-B5F3-2B86-7A28-C93E1E06D287}"/>
          </ac:picMkLst>
        </pc:picChg>
        <pc:picChg chg="add mod">
          <ac:chgData name="america aragon" userId="3f8f40865c82c76b" providerId="LiveId" clId="{02D7499F-B893-4336-994D-9FB45439049D}" dt="2025-05-06T04:52:48.039" v="879"/>
          <ac:picMkLst>
            <pc:docMk/>
            <pc:sldMk cId="1986384317" sldId="339"/>
            <ac:picMk id="12" creationId="{E522F6FD-02F7-99DE-BD27-D13D8CE788FF}"/>
          </ac:picMkLst>
        </pc:picChg>
      </pc:sldChg>
      <pc:sldChg chg="addSp delSp modSp add mod">
        <pc:chgData name="america aragon" userId="3f8f40865c82c76b" providerId="LiveId" clId="{02D7499F-B893-4336-994D-9FB45439049D}" dt="2025-05-06T05:00:16.083" v="1066" actId="1076"/>
        <pc:sldMkLst>
          <pc:docMk/>
          <pc:sldMk cId="2549398732" sldId="340"/>
        </pc:sldMkLst>
        <pc:spChg chg="add mod">
          <ac:chgData name="america aragon" userId="3f8f40865c82c76b" providerId="LiveId" clId="{02D7499F-B893-4336-994D-9FB45439049D}" dt="2025-05-06T04:53:14.226" v="889"/>
          <ac:spMkLst>
            <pc:docMk/>
            <pc:sldMk cId="2549398732" sldId="340"/>
            <ac:spMk id="3" creationId="{3CD5F7BC-37DC-401B-F3DE-26888F832F15}"/>
          </ac:spMkLst>
        </pc:spChg>
        <pc:spChg chg="add mod">
          <ac:chgData name="america aragon" userId="3f8f40865c82c76b" providerId="LiveId" clId="{02D7499F-B893-4336-994D-9FB45439049D}" dt="2025-05-06T04:53:18.680" v="890"/>
          <ac:spMkLst>
            <pc:docMk/>
            <pc:sldMk cId="2549398732" sldId="340"/>
            <ac:spMk id="5" creationId="{CC4422DD-6E62-E100-EE00-BAB766BA4BCB}"/>
          </ac:spMkLst>
        </pc:spChg>
        <pc:spChg chg="del">
          <ac:chgData name="america aragon" userId="3f8f40865c82c76b" providerId="LiveId" clId="{02D7499F-B893-4336-994D-9FB45439049D}" dt="2025-05-06T04:53:13.652" v="888" actId="478"/>
          <ac:spMkLst>
            <pc:docMk/>
            <pc:sldMk cId="2549398732" sldId="340"/>
            <ac:spMk id="6" creationId="{EFCCC329-DDDA-ADE5-061D-7974039A040B}"/>
          </ac:spMkLst>
        </pc:spChg>
        <pc:spChg chg="del">
          <ac:chgData name="america aragon" userId="3f8f40865c82c76b" providerId="LiveId" clId="{02D7499F-B893-4336-994D-9FB45439049D}" dt="2025-05-06T04:53:20.608" v="891" actId="478"/>
          <ac:spMkLst>
            <pc:docMk/>
            <pc:sldMk cId="2549398732" sldId="340"/>
            <ac:spMk id="11" creationId="{74A30883-BC66-5506-9741-DA13E157019F}"/>
          </ac:spMkLst>
        </pc:spChg>
        <pc:spChg chg="add mod">
          <ac:chgData name="america aragon" userId="3f8f40865c82c76b" providerId="LiveId" clId="{02D7499F-B893-4336-994D-9FB45439049D}" dt="2025-05-06T04:53:40.720" v="902"/>
          <ac:spMkLst>
            <pc:docMk/>
            <pc:sldMk cId="2549398732" sldId="340"/>
            <ac:spMk id="13" creationId="{2A09D0D0-DD07-B883-9FC6-A1A645A9BCF4}"/>
          </ac:spMkLst>
        </pc:spChg>
        <pc:spChg chg="add mod">
          <ac:chgData name="america aragon" userId="3f8f40865c82c76b" providerId="LiveId" clId="{02D7499F-B893-4336-994D-9FB45439049D}" dt="2025-05-06T05:00:10.601" v="1063" actId="1076"/>
          <ac:spMkLst>
            <pc:docMk/>
            <pc:sldMk cId="2549398732" sldId="340"/>
            <ac:spMk id="17" creationId="{CF0F1D7D-6C2F-3854-27AC-70F86163AD43}"/>
          </ac:spMkLst>
        </pc:spChg>
        <pc:spChg chg="add mod">
          <ac:chgData name="america aragon" userId="3f8f40865c82c76b" providerId="LiveId" clId="{02D7499F-B893-4336-994D-9FB45439049D}" dt="2025-05-06T05:00:16.083" v="1066" actId="1076"/>
          <ac:spMkLst>
            <pc:docMk/>
            <pc:sldMk cId="2549398732" sldId="340"/>
            <ac:spMk id="18" creationId="{A2FE8074-C577-E0AE-5EF4-102F4C8C9342}"/>
          </ac:spMkLst>
        </pc:spChg>
        <pc:graphicFrameChg chg="add mod modGraphic">
          <ac:chgData name="america aragon" userId="3f8f40865c82c76b" providerId="LiveId" clId="{02D7499F-B893-4336-994D-9FB45439049D}" dt="2025-05-06T05:00:08.075" v="1062" actId="14100"/>
          <ac:graphicFrameMkLst>
            <pc:docMk/>
            <pc:sldMk cId="2549398732" sldId="340"/>
            <ac:graphicFrameMk id="10" creationId="{3A5502AC-8857-338B-7C99-707AC16E6297}"/>
          </ac:graphicFrameMkLst>
        </pc:graphicFrameChg>
        <pc:graphicFrameChg chg="del">
          <ac:chgData name="america aragon" userId="3f8f40865c82c76b" providerId="LiveId" clId="{02D7499F-B893-4336-994D-9FB45439049D}" dt="2025-05-06T04:53:23.282" v="893" actId="478"/>
          <ac:graphicFrameMkLst>
            <pc:docMk/>
            <pc:sldMk cId="2549398732" sldId="340"/>
            <ac:graphicFrameMk id="15" creationId="{E05B2C57-C375-8F26-B936-3641B0CDA83C}"/>
          </ac:graphicFrameMkLst>
        </pc:graphicFrameChg>
        <pc:graphicFrameChg chg="add mod modGraphic">
          <ac:chgData name="america aragon" userId="3f8f40865c82c76b" providerId="LiveId" clId="{02D7499F-B893-4336-994D-9FB45439049D}" dt="2025-05-06T05:00:12.484" v="1064" actId="14100"/>
          <ac:graphicFrameMkLst>
            <pc:docMk/>
            <pc:sldMk cId="2549398732" sldId="340"/>
            <ac:graphicFrameMk id="16" creationId="{3C87E5BF-46F0-6070-4E34-1609B9188209}"/>
          </ac:graphicFrameMkLst>
        </pc:graphicFrameChg>
        <pc:picChg chg="add mod">
          <ac:chgData name="america aragon" userId="3f8f40865c82c76b" providerId="LiveId" clId="{02D7499F-B893-4336-994D-9FB45439049D}" dt="2025-05-06T04:53:26.701" v="894"/>
          <ac:picMkLst>
            <pc:docMk/>
            <pc:sldMk cId="2549398732" sldId="340"/>
            <ac:picMk id="8" creationId="{36226B46-9775-B25D-01F1-7E82E217269F}"/>
          </ac:picMkLst>
        </pc:picChg>
        <pc:picChg chg="del">
          <ac:chgData name="america aragon" userId="3f8f40865c82c76b" providerId="LiveId" clId="{02D7499F-B893-4336-994D-9FB45439049D}" dt="2025-05-06T04:53:21.706" v="892" actId="478"/>
          <ac:picMkLst>
            <pc:docMk/>
            <pc:sldMk cId="2549398732" sldId="340"/>
            <ac:picMk id="12" creationId="{2BB5DC84-7599-DBB3-0C14-0312F062B26E}"/>
          </ac:picMkLst>
        </pc:picChg>
        <pc:picChg chg="add mod">
          <ac:chgData name="america aragon" userId="3f8f40865c82c76b" providerId="LiveId" clId="{02D7499F-B893-4336-994D-9FB45439049D}" dt="2025-05-06T04:53:44.928" v="903"/>
          <ac:picMkLst>
            <pc:docMk/>
            <pc:sldMk cId="2549398732" sldId="340"/>
            <ac:picMk id="14" creationId="{959E1AAB-0884-4066-D554-B94F1A6E78B2}"/>
          </ac:picMkLst>
        </pc:picChg>
      </pc:sldChg>
      <pc:sldChg chg="addSp delSp modSp add mod">
        <pc:chgData name="america aragon" userId="3f8f40865c82c76b" providerId="LiveId" clId="{02D7499F-B893-4336-994D-9FB45439049D}" dt="2025-05-06T05:00:25.056" v="1070" actId="1076"/>
        <pc:sldMkLst>
          <pc:docMk/>
          <pc:sldMk cId="3898320294" sldId="341"/>
        </pc:sldMkLst>
        <pc:spChg chg="del">
          <ac:chgData name="america aragon" userId="3f8f40865c82c76b" providerId="LiveId" clId="{02D7499F-B893-4336-994D-9FB45439049D}" dt="2025-05-06T04:54:09.833" v="917" actId="478"/>
          <ac:spMkLst>
            <pc:docMk/>
            <pc:sldMk cId="3898320294" sldId="341"/>
            <ac:spMk id="5" creationId="{D403E7E2-F414-BD78-A6A8-5113DF75C1A8}"/>
          </ac:spMkLst>
        </pc:spChg>
        <pc:spChg chg="add mod">
          <ac:chgData name="america aragon" userId="3f8f40865c82c76b" providerId="LiveId" clId="{02D7499F-B893-4336-994D-9FB45439049D}" dt="2025-05-06T04:54:18.984" v="918"/>
          <ac:spMkLst>
            <pc:docMk/>
            <pc:sldMk cId="3898320294" sldId="341"/>
            <ac:spMk id="6" creationId="{F812401B-76CC-F3D9-C178-F6BEFEE5C272}"/>
          </ac:spMkLst>
        </pc:spChg>
        <pc:spChg chg="add mod">
          <ac:chgData name="america aragon" userId="3f8f40865c82c76b" providerId="LiveId" clId="{02D7499F-B893-4336-994D-9FB45439049D}" dt="2025-05-06T04:54:30.557" v="920"/>
          <ac:spMkLst>
            <pc:docMk/>
            <pc:sldMk cId="3898320294" sldId="341"/>
            <ac:spMk id="12" creationId="{5B1AECD9-A7B0-6C06-97A3-BEC41CAF0A9A}"/>
          </ac:spMkLst>
        </pc:spChg>
        <pc:spChg chg="del">
          <ac:chgData name="america aragon" userId="3f8f40865c82c76b" providerId="LiveId" clId="{02D7499F-B893-4336-994D-9FB45439049D}" dt="2025-05-06T04:54:08.032" v="915" actId="478"/>
          <ac:spMkLst>
            <pc:docMk/>
            <pc:sldMk cId="3898320294" sldId="341"/>
            <ac:spMk id="13" creationId="{E551B85C-1598-109B-4FCC-9082A2B94CEE}"/>
          </ac:spMkLst>
        </pc:spChg>
        <pc:spChg chg="add mod">
          <ac:chgData name="america aragon" userId="3f8f40865c82c76b" providerId="LiveId" clId="{02D7499F-B893-4336-994D-9FB45439049D}" dt="2025-05-06T05:00:25.056" v="1070" actId="1076"/>
          <ac:spMkLst>
            <pc:docMk/>
            <pc:sldMk cId="3898320294" sldId="341"/>
            <ac:spMk id="17" creationId="{566B7E9F-4997-12BD-3A27-FC0E14125E43}"/>
          </ac:spMkLst>
        </pc:spChg>
        <pc:graphicFrameChg chg="del">
          <ac:chgData name="america aragon" userId="3f8f40865c82c76b" providerId="LiveId" clId="{02D7499F-B893-4336-994D-9FB45439049D}" dt="2025-05-06T04:54:05.770" v="913" actId="478"/>
          <ac:graphicFrameMkLst>
            <pc:docMk/>
            <pc:sldMk cId="3898320294" sldId="341"/>
            <ac:graphicFrameMk id="10" creationId="{D5362070-EFCE-D84D-3256-B348C092C85B}"/>
          </ac:graphicFrameMkLst>
        </pc:graphicFrameChg>
        <pc:graphicFrameChg chg="add mod modGraphic">
          <ac:chgData name="america aragon" userId="3f8f40865c82c76b" providerId="LiveId" clId="{02D7499F-B893-4336-994D-9FB45439049D}" dt="2025-05-06T05:00:22.700" v="1069" actId="1076"/>
          <ac:graphicFrameMkLst>
            <pc:docMk/>
            <pc:sldMk cId="3898320294" sldId="341"/>
            <ac:graphicFrameMk id="15" creationId="{E6606BBB-009C-8FEB-7F15-C200A290F2DF}"/>
          </ac:graphicFrameMkLst>
        </pc:graphicFrameChg>
        <pc:graphicFrameChg chg="del">
          <ac:chgData name="america aragon" userId="3f8f40865c82c76b" providerId="LiveId" clId="{02D7499F-B893-4336-994D-9FB45439049D}" dt="2025-05-06T04:54:06.794" v="914" actId="478"/>
          <ac:graphicFrameMkLst>
            <pc:docMk/>
            <pc:sldMk cId="3898320294" sldId="341"/>
            <ac:graphicFrameMk id="16" creationId="{D872CC1C-E0CA-2E55-BEF7-C85B9B63A3ED}"/>
          </ac:graphicFrameMkLst>
        </pc:graphicFrameChg>
        <pc:picChg chg="del">
          <ac:chgData name="america aragon" userId="3f8f40865c82c76b" providerId="LiveId" clId="{02D7499F-B893-4336-994D-9FB45439049D}" dt="2025-05-06T04:54:03.359" v="912" actId="478"/>
          <ac:picMkLst>
            <pc:docMk/>
            <pc:sldMk cId="3898320294" sldId="341"/>
            <ac:picMk id="8" creationId="{B02D3AAF-51B9-23F2-CE21-D13F09EC13F8}"/>
          </ac:picMkLst>
        </pc:picChg>
        <pc:picChg chg="add mod">
          <ac:chgData name="america aragon" userId="3f8f40865c82c76b" providerId="LiveId" clId="{02D7499F-B893-4336-994D-9FB45439049D}" dt="2025-05-06T04:54:26.086" v="919"/>
          <ac:picMkLst>
            <pc:docMk/>
            <pc:sldMk cId="3898320294" sldId="341"/>
            <ac:picMk id="11" creationId="{D61E07E6-9BFD-B09B-D96E-68868EFB1937}"/>
          </ac:picMkLst>
        </pc:picChg>
        <pc:picChg chg="del">
          <ac:chgData name="america aragon" userId="3f8f40865c82c76b" providerId="LiveId" clId="{02D7499F-B893-4336-994D-9FB45439049D}" dt="2025-05-06T04:54:08.504" v="916" actId="478"/>
          <ac:picMkLst>
            <pc:docMk/>
            <pc:sldMk cId="3898320294" sldId="341"/>
            <ac:picMk id="14" creationId="{B0FF02FF-7C11-389F-C0C3-85205627B3AC}"/>
          </ac:picMkLst>
        </pc:picChg>
      </pc:sldChg>
      <pc:sldChg chg="addSp delSp modSp add mod">
        <pc:chgData name="america aragon" userId="3f8f40865c82c76b" providerId="LiveId" clId="{02D7499F-B893-4336-994D-9FB45439049D}" dt="2025-05-06T05:00:47.004" v="1079" actId="1076"/>
        <pc:sldMkLst>
          <pc:docMk/>
          <pc:sldMk cId="497510713" sldId="342"/>
        </pc:sldMkLst>
        <pc:spChg chg="add mod">
          <ac:chgData name="america aragon" userId="3f8f40865c82c76b" providerId="LiveId" clId="{02D7499F-B893-4336-994D-9FB45439049D}" dt="2025-05-06T04:55:03.603" v="933"/>
          <ac:spMkLst>
            <pc:docMk/>
            <pc:sldMk cId="497510713" sldId="342"/>
            <ac:spMk id="5" creationId="{796725CE-548D-DF20-19DD-55187C9F88DA}"/>
          </ac:spMkLst>
        </pc:spChg>
        <pc:spChg chg="del">
          <ac:chgData name="america aragon" userId="3f8f40865c82c76b" providerId="LiveId" clId="{02D7499F-B893-4336-994D-9FB45439049D}" dt="2025-05-06T04:54:55.612" v="929" actId="478"/>
          <ac:spMkLst>
            <pc:docMk/>
            <pc:sldMk cId="497510713" sldId="342"/>
            <ac:spMk id="6" creationId="{46683C65-2AE0-0B76-EAA7-326963D926F5}"/>
          </ac:spMkLst>
        </pc:spChg>
        <pc:spChg chg="del">
          <ac:chgData name="america aragon" userId="3f8f40865c82c76b" providerId="LiveId" clId="{02D7499F-B893-4336-994D-9FB45439049D}" dt="2025-05-06T04:54:59.094" v="932" actId="478"/>
          <ac:spMkLst>
            <pc:docMk/>
            <pc:sldMk cId="497510713" sldId="342"/>
            <ac:spMk id="12" creationId="{D6802AD2-3B4A-AD1C-188E-E079F6D7ABEB}"/>
          </ac:spMkLst>
        </pc:spChg>
        <pc:spChg chg="add mod">
          <ac:chgData name="america aragon" userId="3f8f40865c82c76b" providerId="LiveId" clId="{02D7499F-B893-4336-994D-9FB45439049D}" dt="2025-05-06T04:55:18.688" v="942"/>
          <ac:spMkLst>
            <pc:docMk/>
            <pc:sldMk cId="497510713" sldId="342"/>
            <ac:spMk id="13" creationId="{88539C90-4BD4-FF31-B1F0-3181574C2AEC}"/>
          </ac:spMkLst>
        </pc:spChg>
        <pc:spChg chg="add mod">
          <ac:chgData name="america aragon" userId="3f8f40865c82c76b" providerId="LiveId" clId="{02D7499F-B893-4336-994D-9FB45439049D}" dt="2025-05-06T05:00:37.845" v="1076" actId="1076"/>
          <ac:spMkLst>
            <pc:docMk/>
            <pc:sldMk cId="497510713" sldId="342"/>
            <ac:spMk id="17" creationId="{38C41413-681E-2F9C-D5BA-5F836CEA4410}"/>
          </ac:spMkLst>
        </pc:spChg>
        <pc:spChg chg="add mod">
          <ac:chgData name="america aragon" userId="3f8f40865c82c76b" providerId="LiveId" clId="{02D7499F-B893-4336-994D-9FB45439049D}" dt="2025-05-06T05:00:47.004" v="1079" actId="1076"/>
          <ac:spMkLst>
            <pc:docMk/>
            <pc:sldMk cId="497510713" sldId="342"/>
            <ac:spMk id="18" creationId="{605A7ED2-6E5F-95D1-DAA7-4DDC99086584}"/>
          </ac:spMkLst>
        </pc:spChg>
        <pc:graphicFrameChg chg="add mod modGraphic">
          <ac:chgData name="america aragon" userId="3f8f40865c82c76b" providerId="LiveId" clId="{02D7499F-B893-4336-994D-9FB45439049D}" dt="2025-05-06T05:00:36.202" v="1075" actId="1076"/>
          <ac:graphicFrameMkLst>
            <pc:docMk/>
            <pc:sldMk cId="497510713" sldId="342"/>
            <ac:graphicFrameMk id="10" creationId="{85327ADE-2734-B81E-577D-CF817036659B}"/>
          </ac:graphicFrameMkLst>
        </pc:graphicFrameChg>
        <pc:graphicFrameChg chg="del">
          <ac:chgData name="america aragon" userId="3f8f40865c82c76b" providerId="LiveId" clId="{02D7499F-B893-4336-994D-9FB45439049D}" dt="2025-05-06T04:54:57.442" v="931" actId="478"/>
          <ac:graphicFrameMkLst>
            <pc:docMk/>
            <pc:sldMk cId="497510713" sldId="342"/>
            <ac:graphicFrameMk id="15" creationId="{61832F48-28C9-B96C-9B29-F583239ACCC6}"/>
          </ac:graphicFrameMkLst>
        </pc:graphicFrameChg>
        <pc:graphicFrameChg chg="add mod modGraphic">
          <ac:chgData name="america aragon" userId="3f8f40865c82c76b" providerId="LiveId" clId="{02D7499F-B893-4336-994D-9FB45439049D}" dt="2025-05-06T05:00:42.432" v="1077" actId="1076"/>
          <ac:graphicFrameMkLst>
            <pc:docMk/>
            <pc:sldMk cId="497510713" sldId="342"/>
            <ac:graphicFrameMk id="16" creationId="{F861E818-5666-BFC0-9ACC-2BC4773BE690}"/>
          </ac:graphicFrameMkLst>
        </pc:graphicFrameChg>
        <pc:picChg chg="add mod">
          <ac:chgData name="america aragon" userId="3f8f40865c82c76b" providerId="LiveId" clId="{02D7499F-B893-4336-994D-9FB45439049D}" dt="2025-05-06T04:55:06.559" v="934"/>
          <ac:picMkLst>
            <pc:docMk/>
            <pc:sldMk cId="497510713" sldId="342"/>
            <ac:picMk id="8" creationId="{6BA52CEB-DAD8-5244-6264-50689B46D513}"/>
          </ac:picMkLst>
        </pc:picChg>
        <pc:picChg chg="del">
          <ac:chgData name="america aragon" userId="3f8f40865c82c76b" providerId="LiveId" clId="{02D7499F-B893-4336-994D-9FB45439049D}" dt="2025-05-06T04:54:56.200" v="930" actId="478"/>
          <ac:picMkLst>
            <pc:docMk/>
            <pc:sldMk cId="497510713" sldId="342"/>
            <ac:picMk id="11" creationId="{9647EF6F-9D18-26B3-531E-AE2A3A27F2BB}"/>
          </ac:picMkLst>
        </pc:picChg>
        <pc:picChg chg="add mod">
          <ac:chgData name="america aragon" userId="3f8f40865c82c76b" providerId="LiveId" clId="{02D7499F-B893-4336-994D-9FB45439049D}" dt="2025-05-06T04:55:21.997" v="943"/>
          <ac:picMkLst>
            <pc:docMk/>
            <pc:sldMk cId="497510713" sldId="342"/>
            <ac:picMk id="14" creationId="{0E59CC3D-C732-3940-5DEF-036C3029708C}"/>
          </ac:picMkLst>
        </pc:picChg>
      </pc:sldChg>
      <pc:sldChg chg="addSp delSp modSp add mod">
        <pc:chgData name="america aragon" userId="3f8f40865c82c76b" providerId="LiveId" clId="{02D7499F-B893-4336-994D-9FB45439049D}" dt="2025-05-06T05:00:53.456" v="1082" actId="1076"/>
        <pc:sldMkLst>
          <pc:docMk/>
          <pc:sldMk cId="1020556238" sldId="343"/>
        </pc:sldMkLst>
        <pc:spChg chg="del">
          <ac:chgData name="america aragon" userId="3f8f40865c82c76b" providerId="LiveId" clId="{02D7499F-B893-4336-994D-9FB45439049D}" dt="2025-05-06T04:55:59.552" v="956" actId="478"/>
          <ac:spMkLst>
            <pc:docMk/>
            <pc:sldMk cId="1020556238" sldId="343"/>
            <ac:spMk id="5" creationId="{0F633B17-B8FB-C459-1426-EAA759501A39}"/>
          </ac:spMkLst>
        </pc:spChg>
        <pc:spChg chg="add mod">
          <ac:chgData name="america aragon" userId="3f8f40865c82c76b" providerId="LiveId" clId="{02D7499F-B893-4336-994D-9FB45439049D}" dt="2025-05-06T04:56:04.339" v="958"/>
          <ac:spMkLst>
            <pc:docMk/>
            <pc:sldMk cId="1020556238" sldId="343"/>
            <ac:spMk id="6" creationId="{4B006A4C-66CE-1801-BD78-01E3941E784D}"/>
          </ac:spMkLst>
        </pc:spChg>
        <pc:spChg chg="add mod">
          <ac:chgData name="america aragon" userId="3f8f40865c82c76b" providerId="LiveId" clId="{02D7499F-B893-4336-994D-9FB45439049D}" dt="2025-05-06T04:56:22.538" v="968" actId="1076"/>
          <ac:spMkLst>
            <pc:docMk/>
            <pc:sldMk cId="1020556238" sldId="343"/>
            <ac:spMk id="12" creationId="{A6E77852-8545-1759-EC93-C1497E54AFBD}"/>
          </ac:spMkLst>
        </pc:spChg>
        <pc:spChg chg="del">
          <ac:chgData name="america aragon" userId="3f8f40865c82c76b" providerId="LiveId" clId="{02D7499F-B893-4336-994D-9FB45439049D}" dt="2025-05-06T04:55:55.297" v="953" actId="478"/>
          <ac:spMkLst>
            <pc:docMk/>
            <pc:sldMk cId="1020556238" sldId="343"/>
            <ac:spMk id="13" creationId="{96C80F76-FAC2-ACDB-9AE6-66F7DDEF3B32}"/>
          </ac:spMkLst>
        </pc:spChg>
        <pc:spChg chg="add mod">
          <ac:chgData name="america aragon" userId="3f8f40865c82c76b" providerId="LiveId" clId="{02D7499F-B893-4336-994D-9FB45439049D}" dt="2025-05-06T05:00:53.456" v="1082" actId="1076"/>
          <ac:spMkLst>
            <pc:docMk/>
            <pc:sldMk cId="1020556238" sldId="343"/>
            <ac:spMk id="17" creationId="{45026731-46C4-F49F-EFBA-141BF887379F}"/>
          </ac:spMkLst>
        </pc:spChg>
        <pc:graphicFrameChg chg="del">
          <ac:chgData name="america aragon" userId="3f8f40865c82c76b" providerId="LiveId" clId="{02D7499F-B893-4336-994D-9FB45439049D}" dt="2025-05-06T04:55:57.836" v="955" actId="478"/>
          <ac:graphicFrameMkLst>
            <pc:docMk/>
            <pc:sldMk cId="1020556238" sldId="343"/>
            <ac:graphicFrameMk id="10" creationId="{865C8528-9AFD-708F-4B5D-774F7E9585E4}"/>
          </ac:graphicFrameMkLst>
        </pc:graphicFrameChg>
        <pc:graphicFrameChg chg="add mod modGraphic">
          <ac:chgData name="america aragon" userId="3f8f40865c82c76b" providerId="LiveId" clId="{02D7499F-B893-4336-994D-9FB45439049D}" dt="2025-05-06T05:00:50.717" v="1080" actId="1076"/>
          <ac:graphicFrameMkLst>
            <pc:docMk/>
            <pc:sldMk cId="1020556238" sldId="343"/>
            <ac:graphicFrameMk id="15" creationId="{623450FC-4F45-FD2F-38E0-F1A645CAF304}"/>
          </ac:graphicFrameMkLst>
        </pc:graphicFrameChg>
        <pc:graphicFrameChg chg="del">
          <ac:chgData name="america aragon" userId="3f8f40865c82c76b" providerId="LiveId" clId="{02D7499F-B893-4336-994D-9FB45439049D}" dt="2025-05-06T04:55:56.819" v="954" actId="478"/>
          <ac:graphicFrameMkLst>
            <pc:docMk/>
            <pc:sldMk cId="1020556238" sldId="343"/>
            <ac:graphicFrameMk id="16" creationId="{2B194650-4A57-76F6-5152-67327B0B4AB3}"/>
          </ac:graphicFrameMkLst>
        </pc:graphicFrameChg>
        <pc:picChg chg="del">
          <ac:chgData name="america aragon" userId="3f8f40865c82c76b" providerId="LiveId" clId="{02D7499F-B893-4336-994D-9FB45439049D}" dt="2025-05-06T04:56:00.013" v="957" actId="478"/>
          <ac:picMkLst>
            <pc:docMk/>
            <pc:sldMk cId="1020556238" sldId="343"/>
            <ac:picMk id="8" creationId="{E8E15399-BB30-50B6-B958-0C9FA79B4715}"/>
          </ac:picMkLst>
        </pc:picChg>
        <pc:picChg chg="add mod">
          <ac:chgData name="america aragon" userId="3f8f40865c82c76b" providerId="LiveId" clId="{02D7499F-B893-4336-994D-9FB45439049D}" dt="2025-05-06T04:56:07.211" v="959"/>
          <ac:picMkLst>
            <pc:docMk/>
            <pc:sldMk cId="1020556238" sldId="343"/>
            <ac:picMk id="11" creationId="{F3D02261-5F1A-4A3D-9450-1365367C8258}"/>
          </ac:picMkLst>
        </pc:picChg>
        <pc:picChg chg="del">
          <ac:chgData name="america aragon" userId="3f8f40865c82c76b" providerId="LiveId" clId="{02D7499F-B893-4336-994D-9FB45439049D}" dt="2025-05-06T04:55:53.344" v="952" actId="478"/>
          <ac:picMkLst>
            <pc:docMk/>
            <pc:sldMk cId="1020556238" sldId="343"/>
            <ac:picMk id="14" creationId="{C954CBB3-CDAC-3C46-EF00-3F47445A5867}"/>
          </ac:picMkLst>
        </pc:picChg>
      </pc:sldChg>
      <pc:sldChg chg="addSp delSp modSp add mod">
        <pc:chgData name="america aragon" userId="3f8f40865c82c76b" providerId="LiveId" clId="{02D7499F-B893-4336-994D-9FB45439049D}" dt="2025-05-06T05:02:00.826" v="1109" actId="1076"/>
        <pc:sldMkLst>
          <pc:docMk/>
          <pc:sldMk cId="3424752251" sldId="344"/>
        </pc:sldMkLst>
        <pc:spChg chg="add mod">
          <ac:chgData name="america aragon" userId="3f8f40865c82c76b" providerId="LiveId" clId="{02D7499F-B893-4336-994D-9FB45439049D}" dt="2025-05-06T04:56:39.407" v="974"/>
          <ac:spMkLst>
            <pc:docMk/>
            <pc:sldMk cId="3424752251" sldId="344"/>
            <ac:spMk id="5" creationId="{73037105-0568-9695-F7F6-9568D78563FB}"/>
          </ac:spMkLst>
        </pc:spChg>
        <pc:spChg chg="del">
          <ac:chgData name="america aragon" userId="3f8f40865c82c76b" providerId="LiveId" clId="{02D7499F-B893-4336-994D-9FB45439049D}" dt="2025-05-06T04:56:32.571" v="971" actId="478"/>
          <ac:spMkLst>
            <pc:docMk/>
            <pc:sldMk cId="3424752251" sldId="344"/>
            <ac:spMk id="6" creationId="{789F66A6-1FE7-75B1-F6E6-F0746CE4C854}"/>
          </ac:spMkLst>
        </pc:spChg>
        <pc:spChg chg="add mod">
          <ac:chgData name="america aragon" userId="3f8f40865c82c76b" providerId="LiveId" clId="{02D7499F-B893-4336-994D-9FB45439049D}" dt="2025-05-06T05:01:58.800" v="1108" actId="1076"/>
          <ac:spMkLst>
            <pc:docMk/>
            <pc:sldMk cId="3424752251" sldId="344"/>
            <ac:spMk id="10" creationId="{D78950CE-2481-1641-2A6A-C7BC0D499C09}"/>
          </ac:spMkLst>
        </pc:spChg>
        <pc:spChg chg="del">
          <ac:chgData name="america aragon" userId="3f8f40865c82c76b" providerId="LiveId" clId="{02D7499F-B893-4336-994D-9FB45439049D}" dt="2025-05-06T04:56:33.878" v="972" actId="478"/>
          <ac:spMkLst>
            <pc:docMk/>
            <pc:sldMk cId="3424752251" sldId="344"/>
            <ac:spMk id="12" creationId="{6EF5CB27-7ACF-535A-68FB-D6BB4533AC7F}"/>
          </ac:spMkLst>
        </pc:spChg>
        <pc:spChg chg="add mod">
          <ac:chgData name="america aragon" userId="3f8f40865c82c76b" providerId="LiveId" clId="{02D7499F-B893-4336-994D-9FB45439049D}" dt="2025-05-06T05:01:56.404" v="1107" actId="14100"/>
          <ac:spMkLst>
            <pc:docMk/>
            <pc:sldMk cId="3424752251" sldId="344"/>
            <ac:spMk id="14" creationId="{1977086D-C717-2B5C-01B4-905C5B7CCB0A}"/>
          </ac:spMkLst>
        </pc:spChg>
        <pc:spChg chg="add mod">
          <ac:chgData name="america aragon" userId="3f8f40865c82c76b" providerId="LiveId" clId="{02D7499F-B893-4336-994D-9FB45439049D}" dt="2025-05-06T05:01:18.269" v="1092" actId="1076"/>
          <ac:spMkLst>
            <pc:docMk/>
            <pc:sldMk cId="3424752251" sldId="344"/>
            <ac:spMk id="18" creationId="{AE7D2404-8B9B-481D-7D80-7246DC77D86E}"/>
          </ac:spMkLst>
        </pc:spChg>
        <pc:spChg chg="add mod">
          <ac:chgData name="america aragon" userId="3f8f40865c82c76b" providerId="LiveId" clId="{02D7499F-B893-4336-994D-9FB45439049D}" dt="2025-05-06T05:01:13.520" v="1090" actId="1076"/>
          <ac:spMkLst>
            <pc:docMk/>
            <pc:sldMk cId="3424752251" sldId="344"/>
            <ac:spMk id="19" creationId="{3E99AE6F-2BAE-5186-73E5-E89FB519F5CD}"/>
          </ac:spMkLst>
        </pc:spChg>
        <pc:graphicFrameChg chg="del">
          <ac:chgData name="america aragon" userId="3f8f40865c82c76b" providerId="LiveId" clId="{02D7499F-B893-4336-994D-9FB45439049D}" dt="2025-05-06T04:56:35.537" v="973" actId="478"/>
          <ac:graphicFrameMkLst>
            <pc:docMk/>
            <pc:sldMk cId="3424752251" sldId="344"/>
            <ac:graphicFrameMk id="15" creationId="{456C4E90-35F2-71EE-C828-DA26EB43C3EB}"/>
          </ac:graphicFrameMkLst>
        </pc:graphicFrameChg>
        <pc:graphicFrameChg chg="add mod modGraphic">
          <ac:chgData name="america aragon" userId="3f8f40865c82c76b" providerId="LiveId" clId="{02D7499F-B893-4336-994D-9FB45439049D}" dt="2025-05-06T05:01:15.586" v="1091" actId="1076"/>
          <ac:graphicFrameMkLst>
            <pc:docMk/>
            <pc:sldMk cId="3424752251" sldId="344"/>
            <ac:graphicFrameMk id="16" creationId="{5E2804CD-01E2-72BC-A6EF-E6E55B52EB04}"/>
          </ac:graphicFrameMkLst>
        </pc:graphicFrameChg>
        <pc:graphicFrameChg chg="add mod modGraphic">
          <ac:chgData name="america aragon" userId="3f8f40865c82c76b" providerId="LiveId" clId="{02D7499F-B893-4336-994D-9FB45439049D}" dt="2025-05-06T05:01:02.320" v="1085" actId="1076"/>
          <ac:graphicFrameMkLst>
            <pc:docMk/>
            <pc:sldMk cId="3424752251" sldId="344"/>
            <ac:graphicFrameMk id="17" creationId="{BF047E67-3BE3-6541-7DBD-C249F3F8463E}"/>
          </ac:graphicFrameMkLst>
        </pc:graphicFrameChg>
        <pc:picChg chg="add mod">
          <ac:chgData name="america aragon" userId="3f8f40865c82c76b" providerId="LiveId" clId="{02D7499F-B893-4336-994D-9FB45439049D}" dt="2025-05-06T05:02:00.826" v="1109" actId="1076"/>
          <ac:picMkLst>
            <pc:docMk/>
            <pc:sldMk cId="3424752251" sldId="344"/>
            <ac:picMk id="8" creationId="{319366C6-BB28-983C-C75D-F9E009020B3E}"/>
          </ac:picMkLst>
        </pc:picChg>
        <pc:picChg chg="del">
          <ac:chgData name="america aragon" userId="3f8f40865c82c76b" providerId="LiveId" clId="{02D7499F-B893-4336-994D-9FB45439049D}" dt="2025-05-06T04:56:31.568" v="970" actId="478"/>
          <ac:picMkLst>
            <pc:docMk/>
            <pc:sldMk cId="3424752251" sldId="344"/>
            <ac:picMk id="11" creationId="{4E5484A0-68E1-3A81-90CB-F1398B110FDF}"/>
          </ac:picMkLst>
        </pc:picChg>
        <pc:picChg chg="add mod">
          <ac:chgData name="america aragon" userId="3f8f40865c82c76b" providerId="LiveId" clId="{02D7499F-B893-4336-994D-9FB45439049D}" dt="2025-05-06T04:56:53.741" v="978" actId="1076"/>
          <ac:picMkLst>
            <pc:docMk/>
            <pc:sldMk cId="3424752251" sldId="344"/>
            <ac:picMk id="13" creationId="{0DD45D0C-2328-7262-54EF-D5884EB75DBA}"/>
          </ac:picMkLst>
        </pc:picChg>
      </pc:sldChg>
      <pc:sldChg chg="addSp delSp modSp add mod">
        <pc:chgData name="america aragon" userId="3f8f40865c82c76b" providerId="LiveId" clId="{02D7499F-B893-4336-994D-9FB45439049D}" dt="2025-05-06T05:01:50.496" v="1105" actId="1076"/>
        <pc:sldMkLst>
          <pc:docMk/>
          <pc:sldMk cId="4136052321" sldId="345"/>
        </pc:sldMkLst>
        <pc:spChg chg="del">
          <ac:chgData name="america aragon" userId="3f8f40865c82c76b" providerId="LiveId" clId="{02D7499F-B893-4336-994D-9FB45439049D}" dt="2025-05-06T04:57:33.751" v="997" actId="478"/>
          <ac:spMkLst>
            <pc:docMk/>
            <pc:sldMk cId="4136052321" sldId="345"/>
            <ac:spMk id="5" creationId="{18132A03-D8A8-5070-F10B-BFA082033EBC}"/>
          </ac:spMkLst>
        </pc:spChg>
        <pc:spChg chg="add mod">
          <ac:chgData name="america aragon" userId="3f8f40865c82c76b" providerId="LiveId" clId="{02D7499F-B893-4336-994D-9FB45439049D}" dt="2025-05-06T04:57:49.153" v="1006" actId="1076"/>
          <ac:spMkLst>
            <pc:docMk/>
            <pc:sldMk cId="4136052321" sldId="345"/>
            <ac:spMk id="6" creationId="{809CFDF2-597C-6BB1-9867-7D6B94C16C7A}"/>
          </ac:spMkLst>
        </pc:spChg>
        <pc:spChg chg="del">
          <ac:chgData name="america aragon" userId="3f8f40865c82c76b" providerId="LiveId" clId="{02D7499F-B893-4336-994D-9FB45439049D}" dt="2025-05-06T04:57:35.543" v="999" actId="478"/>
          <ac:spMkLst>
            <pc:docMk/>
            <pc:sldMk cId="4136052321" sldId="345"/>
            <ac:spMk id="10" creationId="{3D286D48-C54B-7046-97D6-C437A497D0E4}"/>
          </ac:spMkLst>
        </pc:spChg>
        <pc:spChg chg="add mod">
          <ac:chgData name="america aragon" userId="3f8f40865c82c76b" providerId="LiveId" clId="{02D7499F-B893-4336-994D-9FB45439049D}" dt="2025-05-06T05:01:44.257" v="1102" actId="1076"/>
          <ac:spMkLst>
            <pc:docMk/>
            <pc:sldMk cId="4136052321" sldId="345"/>
            <ac:spMk id="12" creationId="{D600967C-3B70-D384-CE22-C558981F13CC}"/>
          </ac:spMkLst>
        </pc:spChg>
        <pc:spChg chg="del">
          <ac:chgData name="america aragon" userId="3f8f40865c82c76b" providerId="LiveId" clId="{02D7499F-B893-4336-994D-9FB45439049D}" dt="2025-05-06T04:57:37.335" v="1001" actId="478"/>
          <ac:spMkLst>
            <pc:docMk/>
            <pc:sldMk cId="4136052321" sldId="345"/>
            <ac:spMk id="14" creationId="{CAC7EE43-AEA3-07EE-2DDD-2DD21A7C1498}"/>
          </ac:spMkLst>
        </pc:spChg>
        <pc:spChg chg="add mod">
          <ac:chgData name="america aragon" userId="3f8f40865c82c76b" providerId="LiveId" clId="{02D7499F-B893-4336-994D-9FB45439049D}" dt="2025-05-06T05:01:48.142" v="1104" actId="1076"/>
          <ac:spMkLst>
            <pc:docMk/>
            <pc:sldMk cId="4136052321" sldId="345"/>
            <ac:spMk id="15" creationId="{0A8414BB-74A0-CD91-BA8E-917B47F93230}"/>
          </ac:spMkLst>
        </pc:spChg>
        <pc:spChg chg="add mod">
          <ac:chgData name="america aragon" userId="3f8f40865c82c76b" providerId="LiveId" clId="{02D7499F-B893-4336-994D-9FB45439049D}" dt="2025-05-06T05:01:50.496" v="1105" actId="1076"/>
          <ac:spMkLst>
            <pc:docMk/>
            <pc:sldMk cId="4136052321" sldId="345"/>
            <ac:spMk id="19" creationId="{1E46E6D7-0B4B-4390-BBD4-8D22510A3918}"/>
          </ac:spMkLst>
        </pc:spChg>
        <pc:spChg chg="add mod">
          <ac:chgData name="america aragon" userId="3f8f40865c82c76b" providerId="LiveId" clId="{02D7499F-B893-4336-994D-9FB45439049D}" dt="2025-05-06T05:01:31.600" v="1096" actId="1076"/>
          <ac:spMkLst>
            <pc:docMk/>
            <pc:sldMk cId="4136052321" sldId="345"/>
            <ac:spMk id="22" creationId="{540282B3-B42D-2D0C-2844-64014140AA27}"/>
          </ac:spMkLst>
        </pc:spChg>
        <pc:spChg chg="add mod">
          <ac:chgData name="america aragon" userId="3f8f40865c82c76b" providerId="LiveId" clId="{02D7499F-B893-4336-994D-9FB45439049D}" dt="2025-05-06T05:01:37.778" v="1099" actId="1076"/>
          <ac:spMkLst>
            <pc:docMk/>
            <pc:sldMk cId="4136052321" sldId="345"/>
            <ac:spMk id="23" creationId="{E1D583C9-A439-5DAA-1F2C-5B74BC9636DB}"/>
          </ac:spMkLst>
        </pc:spChg>
        <pc:graphicFrameChg chg="del">
          <ac:chgData name="america aragon" userId="3f8f40865c82c76b" providerId="LiveId" clId="{02D7499F-B893-4336-994D-9FB45439049D}" dt="2025-05-06T04:57:38.639" v="1002" actId="478"/>
          <ac:graphicFrameMkLst>
            <pc:docMk/>
            <pc:sldMk cId="4136052321" sldId="345"/>
            <ac:graphicFrameMk id="16" creationId="{7FD67A40-90A2-B9D2-F209-686104B9C856}"/>
          </ac:graphicFrameMkLst>
        </pc:graphicFrameChg>
        <pc:graphicFrameChg chg="del">
          <ac:chgData name="america aragon" userId="3f8f40865c82c76b" providerId="LiveId" clId="{02D7499F-B893-4336-994D-9FB45439049D}" dt="2025-05-06T04:57:39.656" v="1003" actId="478"/>
          <ac:graphicFrameMkLst>
            <pc:docMk/>
            <pc:sldMk cId="4136052321" sldId="345"/>
            <ac:graphicFrameMk id="17" creationId="{EE39E60C-8516-5858-4A2A-CCA9E557AF8E}"/>
          </ac:graphicFrameMkLst>
        </pc:graphicFrameChg>
        <pc:graphicFrameChg chg="add mod modGraphic">
          <ac:chgData name="america aragon" userId="3f8f40865c82c76b" providerId="LiveId" clId="{02D7499F-B893-4336-994D-9FB45439049D}" dt="2025-05-06T05:01:29.181" v="1095" actId="14100"/>
          <ac:graphicFrameMkLst>
            <pc:docMk/>
            <pc:sldMk cId="4136052321" sldId="345"/>
            <ac:graphicFrameMk id="20" creationId="{2483046F-EFF1-88B3-66C2-BBD0B1B9710F}"/>
          </ac:graphicFrameMkLst>
        </pc:graphicFrameChg>
        <pc:graphicFrameChg chg="add mod modGraphic">
          <ac:chgData name="america aragon" userId="3f8f40865c82c76b" providerId="LiveId" clId="{02D7499F-B893-4336-994D-9FB45439049D}" dt="2025-05-06T05:01:39.722" v="1100" actId="1076"/>
          <ac:graphicFrameMkLst>
            <pc:docMk/>
            <pc:sldMk cId="4136052321" sldId="345"/>
            <ac:graphicFrameMk id="21" creationId="{070D6DA9-F449-C479-04B5-A7742425999E}"/>
          </ac:graphicFrameMkLst>
        </pc:graphicFrameChg>
        <pc:picChg chg="del">
          <ac:chgData name="america aragon" userId="3f8f40865c82c76b" providerId="LiveId" clId="{02D7499F-B893-4336-994D-9FB45439049D}" dt="2025-05-06T04:57:34.197" v="998" actId="478"/>
          <ac:picMkLst>
            <pc:docMk/>
            <pc:sldMk cId="4136052321" sldId="345"/>
            <ac:picMk id="8" creationId="{C4D8AA26-BD92-D26C-9693-05653BC84DFF}"/>
          </ac:picMkLst>
        </pc:picChg>
        <pc:picChg chg="add mod">
          <ac:chgData name="america aragon" userId="3f8f40865c82c76b" providerId="LiveId" clId="{02D7499F-B893-4336-994D-9FB45439049D}" dt="2025-05-06T04:57:46.987" v="1005"/>
          <ac:picMkLst>
            <pc:docMk/>
            <pc:sldMk cId="4136052321" sldId="345"/>
            <ac:picMk id="11" creationId="{3F67C015-94D3-F76A-DA3D-98CEE4409C9F}"/>
          </ac:picMkLst>
        </pc:picChg>
        <pc:picChg chg="del">
          <ac:chgData name="america aragon" userId="3f8f40865c82c76b" providerId="LiveId" clId="{02D7499F-B893-4336-994D-9FB45439049D}" dt="2025-05-06T04:57:36.005" v="1000" actId="478"/>
          <ac:picMkLst>
            <pc:docMk/>
            <pc:sldMk cId="4136052321" sldId="345"/>
            <ac:picMk id="13" creationId="{3019A22E-5A86-EB99-80D9-AC404AB96050}"/>
          </ac:picMkLst>
        </pc:picChg>
        <pc:picChg chg="add mod">
          <ac:chgData name="america aragon" userId="3f8f40865c82c76b" providerId="LiveId" clId="{02D7499F-B893-4336-994D-9FB45439049D}" dt="2025-05-06T05:01:46.218" v="1103" actId="1076"/>
          <ac:picMkLst>
            <pc:docMk/>
            <pc:sldMk cId="4136052321" sldId="345"/>
            <ac:picMk id="18" creationId="{B3D13916-1D6B-9266-DDC8-947A240E6D52}"/>
          </ac:picMkLst>
        </pc:picChg>
      </pc:sldChg>
      <pc:sldChg chg="add">
        <pc:chgData name="america aragon" userId="3f8f40865c82c76b" providerId="LiveId" clId="{02D7499F-B893-4336-994D-9FB45439049D}" dt="2025-05-06T04:58:33.742" v="1027"/>
        <pc:sldMkLst>
          <pc:docMk/>
          <pc:sldMk cId="1011654624" sldId="346"/>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2" Type="http://schemas.microsoft.com/office/2007/relationships/hdphoto" Target="../media/hdphoto1.wdp"/><Relationship Id="rId1" Type="http://schemas.openxmlformats.org/officeDocument/2006/relationships/image" Target="../media/image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2" Type="http://schemas.microsoft.com/office/2007/relationships/hdphoto" Target="../media/hdphoto1.wdp"/><Relationship Id="rId1" Type="http://schemas.openxmlformats.org/officeDocument/2006/relationships/image" Target="../media/image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AB426B-4E77-4DA2-A220-F5EDB696DD7C}"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363EA55E-C912-464F-B552-5E373DF05C80}">
      <dgm:prSet/>
      <dgm:spPr/>
      <dgm:t>
        <a:bodyPr/>
        <a:lstStyle/>
        <a:p>
          <a:pPr>
            <a:lnSpc>
              <a:spcPct val="100000"/>
            </a:lnSpc>
            <a:defRPr cap="all"/>
          </a:pPr>
          <a:r>
            <a:rPr lang="en-US" dirty="0"/>
            <a:t>Fue </a:t>
          </a:r>
          <a:r>
            <a:rPr lang="en-US" dirty="0" err="1"/>
            <a:t>desarrollado</a:t>
          </a:r>
          <a:r>
            <a:rPr lang="en-US" dirty="0"/>
            <a:t> </a:t>
          </a:r>
          <a:r>
            <a:rPr lang="en-US" dirty="0" err="1"/>
            <a:t>por</a:t>
          </a:r>
          <a:r>
            <a:rPr lang="en-US" dirty="0"/>
            <a:t> </a:t>
          </a:r>
          <a:r>
            <a:rPr lang="en-US" b="1" dirty="0"/>
            <a:t>Edgar F. Codd</a:t>
          </a:r>
          <a:r>
            <a:rPr lang="en-US" dirty="0"/>
            <a:t>, un </a:t>
          </a:r>
          <a:r>
            <a:rPr lang="en-US" dirty="0" err="1"/>
            <a:t>científico</a:t>
          </a:r>
          <a:r>
            <a:rPr lang="en-US" dirty="0"/>
            <a:t> </a:t>
          </a:r>
          <a:r>
            <a:rPr lang="en-US" dirty="0" err="1"/>
            <a:t>informático</a:t>
          </a:r>
          <a:r>
            <a:rPr lang="en-US" dirty="0"/>
            <a:t> </a:t>
          </a:r>
          <a:r>
            <a:rPr lang="en-US" dirty="0" err="1"/>
            <a:t>británico</a:t>
          </a:r>
          <a:r>
            <a:rPr lang="en-US" dirty="0"/>
            <a:t>, </a:t>
          </a:r>
          <a:r>
            <a:rPr lang="en-US" dirty="0" err="1"/>
            <a:t>quien</a:t>
          </a:r>
          <a:r>
            <a:rPr lang="en-US" dirty="0"/>
            <a:t> </a:t>
          </a:r>
          <a:r>
            <a:rPr lang="en-US" dirty="0" err="1"/>
            <a:t>propuso</a:t>
          </a:r>
          <a:r>
            <a:rPr lang="en-US" dirty="0"/>
            <a:t> </a:t>
          </a:r>
          <a:r>
            <a:rPr lang="en-US" dirty="0" err="1"/>
            <a:t>el</a:t>
          </a:r>
          <a:r>
            <a:rPr lang="en-US" dirty="0"/>
            <a:t> </a:t>
          </a:r>
          <a:r>
            <a:rPr lang="en-US" b="1" dirty="0" err="1"/>
            <a:t>modelo</a:t>
          </a:r>
          <a:r>
            <a:rPr lang="en-US" b="1" dirty="0"/>
            <a:t> </a:t>
          </a:r>
          <a:r>
            <a:rPr lang="en-US" b="1" dirty="0" err="1"/>
            <a:t>relacional</a:t>
          </a:r>
          <a:r>
            <a:rPr lang="en-US" dirty="0"/>
            <a:t> de bases de </a:t>
          </a:r>
          <a:r>
            <a:rPr lang="en-US" dirty="0" err="1"/>
            <a:t>datos</a:t>
          </a:r>
          <a:r>
            <a:rPr lang="en-US" dirty="0"/>
            <a:t> </a:t>
          </a:r>
          <a:r>
            <a:rPr lang="en-US" dirty="0" err="1"/>
            <a:t>en</a:t>
          </a:r>
          <a:r>
            <a:rPr lang="en-US" dirty="0"/>
            <a:t> 1970. Este </a:t>
          </a:r>
          <a:r>
            <a:rPr lang="en-US" dirty="0" err="1"/>
            <a:t>modelo</a:t>
          </a:r>
          <a:r>
            <a:rPr lang="en-US" dirty="0"/>
            <a:t> </a:t>
          </a:r>
          <a:r>
            <a:rPr lang="en-US" dirty="0" err="1"/>
            <a:t>organizaba</a:t>
          </a:r>
          <a:r>
            <a:rPr lang="en-US" dirty="0"/>
            <a:t> </a:t>
          </a:r>
          <a:r>
            <a:rPr lang="en-US" dirty="0" err="1"/>
            <a:t>los</a:t>
          </a:r>
          <a:r>
            <a:rPr lang="en-US" dirty="0"/>
            <a:t> </a:t>
          </a:r>
          <a:r>
            <a:rPr lang="en-US" dirty="0" err="1"/>
            <a:t>datos</a:t>
          </a:r>
          <a:r>
            <a:rPr lang="en-US" dirty="0"/>
            <a:t> </a:t>
          </a:r>
          <a:r>
            <a:rPr lang="en-US" dirty="0" err="1"/>
            <a:t>en</a:t>
          </a:r>
          <a:r>
            <a:rPr lang="en-US" dirty="0"/>
            <a:t> </a:t>
          </a:r>
          <a:r>
            <a:rPr lang="en-US" dirty="0" err="1"/>
            <a:t>tablas</a:t>
          </a:r>
          <a:r>
            <a:rPr lang="en-US" dirty="0"/>
            <a:t> </a:t>
          </a:r>
          <a:r>
            <a:rPr lang="en-US" dirty="0" err="1"/>
            <a:t>relacionadas</a:t>
          </a:r>
          <a:r>
            <a:rPr lang="en-US" dirty="0"/>
            <a:t> entre </a:t>
          </a:r>
          <a:r>
            <a:rPr lang="en-US" dirty="0" err="1"/>
            <a:t>sí</a:t>
          </a:r>
          <a:r>
            <a:rPr lang="en-US" dirty="0"/>
            <a:t>, lo que </a:t>
          </a:r>
          <a:r>
            <a:rPr lang="en-US" dirty="0" err="1"/>
            <a:t>revolucionó</a:t>
          </a:r>
          <a:r>
            <a:rPr lang="en-US" dirty="0"/>
            <a:t> la </a:t>
          </a:r>
          <a:r>
            <a:rPr lang="en-US" dirty="0" err="1"/>
            <a:t>manera</a:t>
          </a:r>
          <a:r>
            <a:rPr lang="en-US" dirty="0"/>
            <a:t> de </a:t>
          </a:r>
          <a:r>
            <a:rPr lang="en-US" dirty="0" err="1"/>
            <a:t>gestionar</a:t>
          </a:r>
          <a:r>
            <a:rPr lang="en-US" dirty="0"/>
            <a:t> la </a:t>
          </a:r>
          <a:r>
            <a:rPr lang="en-US" dirty="0" err="1"/>
            <a:t>información</a:t>
          </a:r>
          <a:r>
            <a:rPr lang="en-US" dirty="0"/>
            <a:t>.</a:t>
          </a:r>
        </a:p>
      </dgm:t>
    </dgm:pt>
    <dgm:pt modelId="{3528106C-1C93-40FB-99D5-4205690BA946}" type="parTrans" cxnId="{B577A360-8C23-4DC9-A39F-BC3287C6A6C8}">
      <dgm:prSet/>
      <dgm:spPr/>
      <dgm:t>
        <a:bodyPr/>
        <a:lstStyle/>
        <a:p>
          <a:endParaRPr lang="en-US"/>
        </a:p>
      </dgm:t>
    </dgm:pt>
    <dgm:pt modelId="{D8B6879D-4C3C-4251-A9D0-39C120C176D2}" type="sibTrans" cxnId="{B577A360-8C23-4DC9-A39F-BC3287C6A6C8}">
      <dgm:prSet/>
      <dgm:spPr/>
      <dgm:t>
        <a:bodyPr/>
        <a:lstStyle/>
        <a:p>
          <a:endParaRPr lang="en-US"/>
        </a:p>
      </dgm:t>
    </dgm:pt>
    <dgm:pt modelId="{4A6D070F-AE2A-4209-B433-E9CCC32D6C00}">
      <dgm:prSet/>
      <dgm:spPr/>
      <dgm:t>
        <a:bodyPr/>
        <a:lstStyle/>
        <a:p>
          <a:pPr>
            <a:lnSpc>
              <a:spcPct val="100000"/>
            </a:lnSpc>
            <a:defRPr cap="all"/>
          </a:pPr>
          <a:r>
            <a:rPr lang="en-US"/>
            <a:t>En 1974, IBM, siguiendo el trabajo de Codd, comenzó a desarrollar un sistema de gestión de bases de datos basado en el modelo relacional, que inicialmente fue llamado </a:t>
          </a:r>
          <a:r>
            <a:rPr lang="en-US" b="1"/>
            <a:t>SEQUEL</a:t>
          </a:r>
          <a:r>
            <a:rPr lang="en-US"/>
            <a:t> </a:t>
          </a:r>
          <a:r>
            <a:rPr lang="en-US" b="1"/>
            <a:t>(Structured English Query Language). </a:t>
          </a:r>
          <a:r>
            <a:rPr lang="en-US"/>
            <a:t>SEQUEL fue diseñado para interactuar con bases de datos relacionales de manera más sencilla que los lenguajes anteriores, y en 1979 IBM lo renombró como </a:t>
          </a:r>
          <a:r>
            <a:rPr lang="en-US" b="1"/>
            <a:t>SQL</a:t>
          </a:r>
          <a:r>
            <a:rPr lang="en-US"/>
            <a:t> para cumplir con requisitos de patente.</a:t>
          </a:r>
        </a:p>
      </dgm:t>
    </dgm:pt>
    <dgm:pt modelId="{6F17528D-BD28-44D6-898E-4F65A04800E6}" type="parTrans" cxnId="{75B0A4AC-92E6-4971-BC83-CFB098C15DBA}">
      <dgm:prSet/>
      <dgm:spPr/>
      <dgm:t>
        <a:bodyPr/>
        <a:lstStyle/>
        <a:p>
          <a:endParaRPr lang="en-US"/>
        </a:p>
      </dgm:t>
    </dgm:pt>
    <dgm:pt modelId="{1552F25C-3F15-4C1D-9B30-C31EBA596D94}" type="sibTrans" cxnId="{75B0A4AC-92E6-4971-BC83-CFB098C15DBA}">
      <dgm:prSet/>
      <dgm:spPr/>
      <dgm:t>
        <a:bodyPr/>
        <a:lstStyle/>
        <a:p>
          <a:endParaRPr lang="en-US"/>
        </a:p>
      </dgm:t>
    </dgm:pt>
    <dgm:pt modelId="{2F4620A0-76D9-4D12-844B-7B0A5036501E}">
      <dgm:prSet/>
      <dgm:spPr/>
      <dgm:t>
        <a:bodyPr/>
        <a:lstStyle/>
        <a:p>
          <a:pPr>
            <a:lnSpc>
              <a:spcPct val="100000"/>
            </a:lnSpc>
            <a:defRPr cap="all"/>
          </a:pPr>
          <a:r>
            <a:rPr lang="es-ES"/>
            <a:t>En 1986, el </a:t>
          </a:r>
          <a:r>
            <a:rPr lang="es-ES" b="1"/>
            <a:t>American National Standards Institute (ANSI)</a:t>
          </a:r>
          <a:r>
            <a:rPr lang="es-ES"/>
            <a:t> adoptó SQL como estándar para bases de datos relacionales, y la </a:t>
          </a:r>
          <a:r>
            <a:rPr lang="es-ES" b="1"/>
            <a:t>International Organization for Standardization (ISO)</a:t>
          </a:r>
          <a:r>
            <a:rPr lang="es-ES"/>
            <a:t> también lo ratificó.</a:t>
          </a:r>
          <a:endParaRPr lang="en-US"/>
        </a:p>
      </dgm:t>
    </dgm:pt>
    <dgm:pt modelId="{5BCF5298-69E9-4E88-8DFE-DCF5E6344D0A}" type="parTrans" cxnId="{9A160A62-E55C-4C2D-8C11-D137174B163A}">
      <dgm:prSet/>
      <dgm:spPr/>
      <dgm:t>
        <a:bodyPr/>
        <a:lstStyle/>
        <a:p>
          <a:endParaRPr lang="en-US"/>
        </a:p>
      </dgm:t>
    </dgm:pt>
    <dgm:pt modelId="{E1A34EB9-9108-4309-82CF-129E4DB75AA4}" type="sibTrans" cxnId="{9A160A62-E55C-4C2D-8C11-D137174B163A}">
      <dgm:prSet/>
      <dgm:spPr/>
      <dgm:t>
        <a:bodyPr/>
        <a:lstStyle/>
        <a:p>
          <a:endParaRPr lang="en-US"/>
        </a:p>
      </dgm:t>
    </dgm:pt>
    <dgm:pt modelId="{06ED507D-9A0B-4F25-A642-F02061C34E63}" type="pres">
      <dgm:prSet presAssocID="{0CAB426B-4E77-4DA2-A220-F5EDB696DD7C}" presName="root" presStyleCnt="0">
        <dgm:presLayoutVars>
          <dgm:dir/>
          <dgm:resizeHandles val="exact"/>
        </dgm:presLayoutVars>
      </dgm:prSet>
      <dgm:spPr/>
    </dgm:pt>
    <dgm:pt modelId="{FCCFB9D7-131F-480E-92B2-5A3139249F58}" type="pres">
      <dgm:prSet presAssocID="{363EA55E-C912-464F-B552-5E373DF05C80}" presName="compNode" presStyleCnt="0"/>
      <dgm:spPr/>
    </dgm:pt>
    <dgm:pt modelId="{F3620085-394D-4DCE-A777-4714E7990D9B}" type="pres">
      <dgm:prSet presAssocID="{363EA55E-C912-464F-B552-5E373DF05C80}" presName="iconBgRect" presStyleLbl="bgShp" presStyleIdx="0" presStyleCnt="3"/>
      <dgm:spPr/>
    </dgm:pt>
    <dgm:pt modelId="{0CC920A2-DDF2-4CA2-98B7-7C87D4F6A00E}" type="pres">
      <dgm:prSet presAssocID="{363EA55E-C912-464F-B552-5E373DF05C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se de datos"/>
        </a:ext>
      </dgm:extLst>
    </dgm:pt>
    <dgm:pt modelId="{4725AD18-8C72-42FA-A89E-652C22EC88F7}" type="pres">
      <dgm:prSet presAssocID="{363EA55E-C912-464F-B552-5E373DF05C80}" presName="spaceRect" presStyleCnt="0"/>
      <dgm:spPr/>
    </dgm:pt>
    <dgm:pt modelId="{144A852A-0886-45D3-81DF-20B23E4D7B58}" type="pres">
      <dgm:prSet presAssocID="{363EA55E-C912-464F-B552-5E373DF05C80}" presName="textRect" presStyleLbl="revTx" presStyleIdx="0" presStyleCnt="3">
        <dgm:presLayoutVars>
          <dgm:chMax val="1"/>
          <dgm:chPref val="1"/>
        </dgm:presLayoutVars>
      </dgm:prSet>
      <dgm:spPr/>
    </dgm:pt>
    <dgm:pt modelId="{5B2AC384-F380-4817-BBC6-0ECBA4D1C145}" type="pres">
      <dgm:prSet presAssocID="{D8B6879D-4C3C-4251-A9D0-39C120C176D2}" presName="sibTrans" presStyleCnt="0"/>
      <dgm:spPr/>
    </dgm:pt>
    <dgm:pt modelId="{63B31891-DA67-483A-8DA4-025DCE34463E}" type="pres">
      <dgm:prSet presAssocID="{4A6D070F-AE2A-4209-B433-E9CCC32D6C00}" presName="compNode" presStyleCnt="0"/>
      <dgm:spPr/>
    </dgm:pt>
    <dgm:pt modelId="{007300FD-8E23-4337-AABC-FBD34E9D4672}" type="pres">
      <dgm:prSet presAssocID="{4A6D070F-AE2A-4209-B433-E9CCC32D6C00}" presName="iconBgRect" presStyleLbl="bgShp" presStyleIdx="1" presStyleCnt="3"/>
      <dgm:spPr/>
    </dgm:pt>
    <dgm:pt modelId="{53325D99-ED85-4F07-A329-EB45FC363D85}" type="pres">
      <dgm:prSet presAssocID="{4A6D070F-AE2A-4209-B433-E9CCC32D6C0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ffice Worker"/>
        </a:ext>
      </dgm:extLst>
    </dgm:pt>
    <dgm:pt modelId="{CA78DB2E-F77A-42DF-9B5B-509E60E742D5}" type="pres">
      <dgm:prSet presAssocID="{4A6D070F-AE2A-4209-B433-E9CCC32D6C00}" presName="spaceRect" presStyleCnt="0"/>
      <dgm:spPr/>
    </dgm:pt>
    <dgm:pt modelId="{257ACD43-CC39-411F-B266-6E8E94B5C770}" type="pres">
      <dgm:prSet presAssocID="{4A6D070F-AE2A-4209-B433-E9CCC32D6C00}" presName="textRect" presStyleLbl="revTx" presStyleIdx="1" presStyleCnt="3">
        <dgm:presLayoutVars>
          <dgm:chMax val="1"/>
          <dgm:chPref val="1"/>
        </dgm:presLayoutVars>
      </dgm:prSet>
      <dgm:spPr/>
    </dgm:pt>
    <dgm:pt modelId="{24AB901E-B90D-41FF-AD01-2960071F064C}" type="pres">
      <dgm:prSet presAssocID="{1552F25C-3F15-4C1D-9B30-C31EBA596D94}" presName="sibTrans" presStyleCnt="0"/>
      <dgm:spPr/>
    </dgm:pt>
    <dgm:pt modelId="{C9537977-5539-4008-AE64-8AC746E42A63}" type="pres">
      <dgm:prSet presAssocID="{2F4620A0-76D9-4D12-844B-7B0A5036501E}" presName="compNode" presStyleCnt="0"/>
      <dgm:spPr/>
    </dgm:pt>
    <dgm:pt modelId="{D6327753-9EA8-41F6-8C58-514506E9464E}" type="pres">
      <dgm:prSet presAssocID="{2F4620A0-76D9-4D12-844B-7B0A5036501E}" presName="iconBgRect" presStyleLbl="bgShp" presStyleIdx="2" presStyleCnt="3"/>
      <dgm:spPr/>
    </dgm:pt>
    <dgm:pt modelId="{52BE3BC6-4F4D-44BE-ABC9-58189EE1AC1C}" type="pres">
      <dgm:prSet presAssocID="{2F4620A0-76D9-4D12-844B-7B0A5036501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ador"/>
        </a:ext>
      </dgm:extLst>
    </dgm:pt>
    <dgm:pt modelId="{39B518EB-D152-498F-9607-84E4929ACB77}" type="pres">
      <dgm:prSet presAssocID="{2F4620A0-76D9-4D12-844B-7B0A5036501E}" presName="spaceRect" presStyleCnt="0"/>
      <dgm:spPr/>
    </dgm:pt>
    <dgm:pt modelId="{91FD496F-2378-441E-BE8F-52C7A6639AEF}" type="pres">
      <dgm:prSet presAssocID="{2F4620A0-76D9-4D12-844B-7B0A5036501E}" presName="textRect" presStyleLbl="revTx" presStyleIdx="2" presStyleCnt="3">
        <dgm:presLayoutVars>
          <dgm:chMax val="1"/>
          <dgm:chPref val="1"/>
        </dgm:presLayoutVars>
      </dgm:prSet>
      <dgm:spPr/>
    </dgm:pt>
  </dgm:ptLst>
  <dgm:cxnLst>
    <dgm:cxn modelId="{54305536-5E04-41BD-93E5-0DA2E222603D}" type="presOf" srcId="{0CAB426B-4E77-4DA2-A220-F5EDB696DD7C}" destId="{06ED507D-9A0B-4F25-A642-F02061C34E63}" srcOrd="0" destOrd="0" presId="urn:microsoft.com/office/officeart/2018/5/layout/IconCircleLabelList"/>
    <dgm:cxn modelId="{B577A360-8C23-4DC9-A39F-BC3287C6A6C8}" srcId="{0CAB426B-4E77-4DA2-A220-F5EDB696DD7C}" destId="{363EA55E-C912-464F-B552-5E373DF05C80}" srcOrd="0" destOrd="0" parTransId="{3528106C-1C93-40FB-99D5-4205690BA946}" sibTransId="{D8B6879D-4C3C-4251-A9D0-39C120C176D2}"/>
    <dgm:cxn modelId="{9A160A62-E55C-4C2D-8C11-D137174B163A}" srcId="{0CAB426B-4E77-4DA2-A220-F5EDB696DD7C}" destId="{2F4620A0-76D9-4D12-844B-7B0A5036501E}" srcOrd="2" destOrd="0" parTransId="{5BCF5298-69E9-4E88-8DFE-DCF5E6344D0A}" sibTransId="{E1A34EB9-9108-4309-82CF-129E4DB75AA4}"/>
    <dgm:cxn modelId="{4ABE9362-FBB5-466E-814A-E6E0E229ADEF}" type="presOf" srcId="{363EA55E-C912-464F-B552-5E373DF05C80}" destId="{144A852A-0886-45D3-81DF-20B23E4D7B58}" srcOrd="0" destOrd="0" presId="urn:microsoft.com/office/officeart/2018/5/layout/IconCircleLabelList"/>
    <dgm:cxn modelId="{E78A438F-B66C-43D3-BBAF-94F2C9DC2820}" type="presOf" srcId="{2F4620A0-76D9-4D12-844B-7B0A5036501E}" destId="{91FD496F-2378-441E-BE8F-52C7A6639AEF}" srcOrd="0" destOrd="0" presId="urn:microsoft.com/office/officeart/2018/5/layout/IconCircleLabelList"/>
    <dgm:cxn modelId="{75B0A4AC-92E6-4971-BC83-CFB098C15DBA}" srcId="{0CAB426B-4E77-4DA2-A220-F5EDB696DD7C}" destId="{4A6D070F-AE2A-4209-B433-E9CCC32D6C00}" srcOrd="1" destOrd="0" parTransId="{6F17528D-BD28-44D6-898E-4F65A04800E6}" sibTransId="{1552F25C-3F15-4C1D-9B30-C31EBA596D94}"/>
    <dgm:cxn modelId="{27C8C4B4-58FE-490A-8578-98D61524BFE9}" type="presOf" srcId="{4A6D070F-AE2A-4209-B433-E9CCC32D6C00}" destId="{257ACD43-CC39-411F-B266-6E8E94B5C770}" srcOrd="0" destOrd="0" presId="urn:microsoft.com/office/officeart/2018/5/layout/IconCircleLabelList"/>
    <dgm:cxn modelId="{C7D24189-40A0-4270-9794-FC338C67B3DD}" type="presParOf" srcId="{06ED507D-9A0B-4F25-A642-F02061C34E63}" destId="{FCCFB9D7-131F-480E-92B2-5A3139249F58}" srcOrd="0" destOrd="0" presId="urn:microsoft.com/office/officeart/2018/5/layout/IconCircleLabelList"/>
    <dgm:cxn modelId="{E8A2DE61-95B2-4878-833D-3A4331623C53}" type="presParOf" srcId="{FCCFB9D7-131F-480E-92B2-5A3139249F58}" destId="{F3620085-394D-4DCE-A777-4714E7990D9B}" srcOrd="0" destOrd="0" presId="urn:microsoft.com/office/officeart/2018/5/layout/IconCircleLabelList"/>
    <dgm:cxn modelId="{CE1D8E3E-2E60-40F9-AA77-59AC10103C81}" type="presParOf" srcId="{FCCFB9D7-131F-480E-92B2-5A3139249F58}" destId="{0CC920A2-DDF2-4CA2-98B7-7C87D4F6A00E}" srcOrd="1" destOrd="0" presId="urn:microsoft.com/office/officeart/2018/5/layout/IconCircleLabelList"/>
    <dgm:cxn modelId="{1273EF9D-EE53-4F1F-8F44-73848E91B685}" type="presParOf" srcId="{FCCFB9D7-131F-480E-92B2-5A3139249F58}" destId="{4725AD18-8C72-42FA-A89E-652C22EC88F7}" srcOrd="2" destOrd="0" presId="urn:microsoft.com/office/officeart/2018/5/layout/IconCircleLabelList"/>
    <dgm:cxn modelId="{63899B78-2B05-4CD8-9757-2EBF31443A7F}" type="presParOf" srcId="{FCCFB9D7-131F-480E-92B2-5A3139249F58}" destId="{144A852A-0886-45D3-81DF-20B23E4D7B58}" srcOrd="3" destOrd="0" presId="urn:microsoft.com/office/officeart/2018/5/layout/IconCircleLabelList"/>
    <dgm:cxn modelId="{E0272C0C-9587-4200-AF07-6060872AA80A}" type="presParOf" srcId="{06ED507D-9A0B-4F25-A642-F02061C34E63}" destId="{5B2AC384-F380-4817-BBC6-0ECBA4D1C145}" srcOrd="1" destOrd="0" presId="urn:microsoft.com/office/officeart/2018/5/layout/IconCircleLabelList"/>
    <dgm:cxn modelId="{2B538771-ED62-4EC1-BE15-B7BA66266983}" type="presParOf" srcId="{06ED507D-9A0B-4F25-A642-F02061C34E63}" destId="{63B31891-DA67-483A-8DA4-025DCE34463E}" srcOrd="2" destOrd="0" presId="urn:microsoft.com/office/officeart/2018/5/layout/IconCircleLabelList"/>
    <dgm:cxn modelId="{B17EC5B7-1AED-4750-BDF8-F6BD9575D160}" type="presParOf" srcId="{63B31891-DA67-483A-8DA4-025DCE34463E}" destId="{007300FD-8E23-4337-AABC-FBD34E9D4672}" srcOrd="0" destOrd="0" presId="urn:microsoft.com/office/officeart/2018/5/layout/IconCircleLabelList"/>
    <dgm:cxn modelId="{C0719B04-A6BC-48FF-9EBF-410515B31C70}" type="presParOf" srcId="{63B31891-DA67-483A-8DA4-025DCE34463E}" destId="{53325D99-ED85-4F07-A329-EB45FC363D85}" srcOrd="1" destOrd="0" presId="urn:microsoft.com/office/officeart/2018/5/layout/IconCircleLabelList"/>
    <dgm:cxn modelId="{0E898837-7446-4C1F-BBEB-9D92FF5E92EC}" type="presParOf" srcId="{63B31891-DA67-483A-8DA4-025DCE34463E}" destId="{CA78DB2E-F77A-42DF-9B5B-509E60E742D5}" srcOrd="2" destOrd="0" presId="urn:microsoft.com/office/officeart/2018/5/layout/IconCircleLabelList"/>
    <dgm:cxn modelId="{ED8A7D94-4FAB-48A8-B049-5E99CF082620}" type="presParOf" srcId="{63B31891-DA67-483A-8DA4-025DCE34463E}" destId="{257ACD43-CC39-411F-B266-6E8E94B5C770}" srcOrd="3" destOrd="0" presId="urn:microsoft.com/office/officeart/2018/5/layout/IconCircleLabelList"/>
    <dgm:cxn modelId="{5CC914A8-58CD-4327-B6CA-4D1F9650F8EA}" type="presParOf" srcId="{06ED507D-9A0B-4F25-A642-F02061C34E63}" destId="{24AB901E-B90D-41FF-AD01-2960071F064C}" srcOrd="3" destOrd="0" presId="urn:microsoft.com/office/officeart/2018/5/layout/IconCircleLabelList"/>
    <dgm:cxn modelId="{018EEAF2-CF4D-4F1A-8B7C-D7D29CDB338F}" type="presParOf" srcId="{06ED507D-9A0B-4F25-A642-F02061C34E63}" destId="{C9537977-5539-4008-AE64-8AC746E42A63}" srcOrd="4" destOrd="0" presId="urn:microsoft.com/office/officeart/2018/5/layout/IconCircleLabelList"/>
    <dgm:cxn modelId="{9F8B877A-93E6-4AC0-A864-A74AF758B19C}" type="presParOf" srcId="{C9537977-5539-4008-AE64-8AC746E42A63}" destId="{D6327753-9EA8-41F6-8C58-514506E9464E}" srcOrd="0" destOrd="0" presId="urn:microsoft.com/office/officeart/2018/5/layout/IconCircleLabelList"/>
    <dgm:cxn modelId="{FC73693E-30E8-4E82-924B-E45ADEFA74B7}" type="presParOf" srcId="{C9537977-5539-4008-AE64-8AC746E42A63}" destId="{52BE3BC6-4F4D-44BE-ABC9-58189EE1AC1C}" srcOrd="1" destOrd="0" presId="urn:microsoft.com/office/officeart/2018/5/layout/IconCircleLabelList"/>
    <dgm:cxn modelId="{2B609CC9-3003-4BAF-AA47-C5B4105060E8}" type="presParOf" srcId="{C9537977-5539-4008-AE64-8AC746E42A63}" destId="{39B518EB-D152-498F-9607-84E4929ACB77}" srcOrd="2" destOrd="0" presId="urn:microsoft.com/office/officeart/2018/5/layout/IconCircleLabelList"/>
    <dgm:cxn modelId="{BC26F8AE-541F-414D-B052-E40A7A743449}" type="presParOf" srcId="{C9537977-5539-4008-AE64-8AC746E42A63}" destId="{91FD496F-2378-441E-BE8F-52C7A6639AE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AF2C31-8D29-401B-AA8A-DE5A07B98BF7}"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ED46F104-C5EA-470B-95A3-ACA330C4D1D6}">
      <dgm:prSet custT="1"/>
      <dgm:spPr/>
      <dgm:t>
        <a:bodyPr/>
        <a:lstStyle/>
        <a:p>
          <a:pPr>
            <a:lnSpc>
              <a:spcPct val="100000"/>
            </a:lnSpc>
          </a:pPr>
          <a:r>
            <a:rPr lang="es-ES" sz="1600" b="1" dirty="0"/>
            <a:t>Tabla</a:t>
          </a:r>
          <a:r>
            <a:rPr lang="es-ES" sz="1600" dirty="0"/>
            <a:t>: Conjunto de datos organizados en columnas y filas. Cada tabla tiene un </a:t>
          </a:r>
          <a:r>
            <a:rPr lang="es-ES" sz="1600" b="1" dirty="0"/>
            <a:t>nombre único</a:t>
          </a:r>
          <a:r>
            <a:rPr lang="es-ES" sz="1600" dirty="0"/>
            <a:t> y cada columna tiene un tipo de dato específico (como texto, números, fechas, etc.)</a:t>
          </a:r>
          <a:endParaRPr lang="en-US" sz="1600" dirty="0"/>
        </a:p>
      </dgm:t>
    </dgm:pt>
    <dgm:pt modelId="{F92F4D80-D936-4613-A52C-4E8770A15C79}" type="parTrans" cxnId="{C7909E86-226E-4EAE-AB3D-C802DEBD54B9}">
      <dgm:prSet/>
      <dgm:spPr/>
      <dgm:t>
        <a:bodyPr/>
        <a:lstStyle/>
        <a:p>
          <a:endParaRPr lang="en-US"/>
        </a:p>
      </dgm:t>
    </dgm:pt>
    <dgm:pt modelId="{858EA387-D8FD-4B3D-A6CA-C637FB889F3C}" type="sibTrans" cxnId="{C7909E86-226E-4EAE-AB3D-C802DEBD54B9}">
      <dgm:prSet/>
      <dgm:spPr/>
      <dgm:t>
        <a:bodyPr/>
        <a:lstStyle/>
        <a:p>
          <a:pPr>
            <a:lnSpc>
              <a:spcPct val="100000"/>
            </a:lnSpc>
          </a:pPr>
          <a:endParaRPr lang="en-US"/>
        </a:p>
      </dgm:t>
    </dgm:pt>
    <dgm:pt modelId="{E22D08BF-9CE6-4D2E-B475-71C382DEA451}">
      <dgm:prSet custT="1"/>
      <dgm:spPr/>
      <dgm:t>
        <a:bodyPr/>
        <a:lstStyle/>
        <a:p>
          <a:pPr>
            <a:lnSpc>
              <a:spcPct val="100000"/>
            </a:lnSpc>
          </a:pPr>
          <a:r>
            <a:rPr lang="en-US" sz="1600" b="1" dirty="0" err="1"/>
            <a:t>Filas</a:t>
          </a:r>
          <a:r>
            <a:rPr lang="en-US" sz="1600" b="1" dirty="0"/>
            <a:t>: </a:t>
          </a:r>
          <a:r>
            <a:rPr lang="es-ES" sz="1600" dirty="0"/>
            <a:t>Cada fila representa un único conjunto de datos o "registro". Los registros son datos completos relacionados entre sí, como una fila que representa una persona, con su nombre, edad, dirección, etc.</a:t>
          </a:r>
          <a:endParaRPr lang="en-US" sz="1600" dirty="0"/>
        </a:p>
      </dgm:t>
    </dgm:pt>
    <dgm:pt modelId="{0667CB27-B4B5-4BBA-917A-7F288D6CEED9}" type="parTrans" cxnId="{C513FE95-EDB6-42C0-A031-CD6836024CBE}">
      <dgm:prSet/>
      <dgm:spPr/>
      <dgm:t>
        <a:bodyPr/>
        <a:lstStyle/>
        <a:p>
          <a:endParaRPr lang="en-US"/>
        </a:p>
      </dgm:t>
    </dgm:pt>
    <dgm:pt modelId="{953249DD-EC0C-43C6-B3CA-F4707E6DB613}" type="sibTrans" cxnId="{C513FE95-EDB6-42C0-A031-CD6836024CBE}">
      <dgm:prSet/>
      <dgm:spPr/>
      <dgm:t>
        <a:bodyPr/>
        <a:lstStyle/>
        <a:p>
          <a:pPr>
            <a:lnSpc>
              <a:spcPct val="100000"/>
            </a:lnSpc>
          </a:pPr>
          <a:endParaRPr lang="en-US"/>
        </a:p>
      </dgm:t>
    </dgm:pt>
    <dgm:pt modelId="{12307D9C-CE63-48FD-AD2F-239FFC99CDA6}">
      <dgm:prSet custT="1"/>
      <dgm:spPr/>
      <dgm:t>
        <a:bodyPr/>
        <a:lstStyle/>
        <a:p>
          <a:pPr>
            <a:lnSpc>
              <a:spcPct val="100000"/>
            </a:lnSpc>
          </a:pPr>
          <a:r>
            <a:rPr lang="en-US" sz="1600" b="1" dirty="0" err="1"/>
            <a:t>Columnas</a:t>
          </a:r>
          <a:r>
            <a:rPr lang="en-US" sz="1600" b="1" dirty="0"/>
            <a:t>(</a:t>
          </a:r>
          <a:r>
            <a:rPr lang="en-US" sz="1600" b="1" dirty="0" err="1"/>
            <a:t>atributos</a:t>
          </a:r>
          <a:r>
            <a:rPr lang="en-US" sz="1600" b="1" dirty="0"/>
            <a:t>): </a:t>
          </a:r>
          <a:r>
            <a:rPr lang="es-ES" sz="1600" dirty="0"/>
            <a:t>Cada columna de una tabla representa un tipo específico de información sobre el registro. Por ejemplo, en una tabla de empleados, las columnas pueden ser nombre, salario, fecha de ingreso, etc.</a:t>
          </a:r>
          <a:endParaRPr lang="en-US" sz="1200" dirty="0"/>
        </a:p>
      </dgm:t>
    </dgm:pt>
    <dgm:pt modelId="{7BFD78F4-69F8-4B12-92F2-2571EC3B629A}" type="parTrans" cxnId="{C8F7AB75-067F-4E13-BA6C-5AF370A38853}">
      <dgm:prSet/>
      <dgm:spPr/>
      <dgm:t>
        <a:bodyPr/>
        <a:lstStyle/>
        <a:p>
          <a:endParaRPr lang="en-US"/>
        </a:p>
      </dgm:t>
    </dgm:pt>
    <dgm:pt modelId="{6DD3E4A8-3EE1-419E-8C68-B3EF5DA8FA84}" type="sibTrans" cxnId="{C8F7AB75-067F-4E13-BA6C-5AF370A38853}">
      <dgm:prSet/>
      <dgm:spPr/>
      <dgm:t>
        <a:bodyPr/>
        <a:lstStyle/>
        <a:p>
          <a:endParaRPr lang="en-US"/>
        </a:p>
      </dgm:t>
    </dgm:pt>
    <dgm:pt modelId="{80704F25-AEEA-4CD4-BE57-ED0E80A1315E}" type="pres">
      <dgm:prSet presAssocID="{F0AF2C31-8D29-401B-AA8A-DE5A07B98BF7}" presName="root" presStyleCnt="0">
        <dgm:presLayoutVars>
          <dgm:dir/>
          <dgm:resizeHandles val="exact"/>
        </dgm:presLayoutVars>
      </dgm:prSet>
      <dgm:spPr/>
    </dgm:pt>
    <dgm:pt modelId="{DC252D62-4806-4B61-8D85-77A488AEE30E}" type="pres">
      <dgm:prSet presAssocID="{F0AF2C31-8D29-401B-AA8A-DE5A07B98BF7}" presName="container" presStyleCnt="0">
        <dgm:presLayoutVars>
          <dgm:dir/>
          <dgm:resizeHandles val="exact"/>
        </dgm:presLayoutVars>
      </dgm:prSet>
      <dgm:spPr/>
    </dgm:pt>
    <dgm:pt modelId="{4FAC3F98-D0DC-4D7D-AD11-091BCCE10B5D}" type="pres">
      <dgm:prSet presAssocID="{ED46F104-C5EA-470B-95A3-ACA330C4D1D6}" presName="compNode" presStyleCnt="0"/>
      <dgm:spPr/>
    </dgm:pt>
    <dgm:pt modelId="{D2F95A05-8515-4188-86AA-E2F4BF6CBC1F}" type="pres">
      <dgm:prSet presAssocID="{ED46F104-C5EA-470B-95A3-ACA330C4D1D6}" presName="iconBgRect" presStyleLbl="bgShp" presStyleIdx="0" presStyleCnt="3" custLinFactNeighborX="4394" custLinFactNeighborY="-3543"/>
      <dgm:spPr/>
    </dgm:pt>
    <dgm:pt modelId="{F5C8B9B3-BE28-4E3A-87F7-5ED2200C2331}" type="pres">
      <dgm:prSet presAssocID="{ED46F104-C5EA-470B-95A3-ACA330C4D1D6}" presName="iconRect" presStyleLbl="node1" presStyleIdx="0" presStyleCnt="3" custLinFactNeighborX="9080" custLinFactNeighborY="-6109"/>
      <dgm:spPr>
        <a:blipFill rotWithShape="1">
          <a:blip xmlns:r="http://schemas.openxmlformats.org/officeDocument/2006/relationships" r:embed="rId1">
            <a:extLst>
              <a:ext uri="{BEBA8EAE-BF5A-486C-A8C5-ECC9F3942E4B}">
                <a14:imgProps xmlns:a14="http://schemas.microsoft.com/office/drawing/2010/main">
                  <a14:imgLayer r:embed="rId2">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rcRect/>
          <a:stretch>
            <a:fillRect l="-38000" r="-38000"/>
          </a:stretch>
        </a:blipFill>
      </dgm:spPr>
    </dgm:pt>
    <dgm:pt modelId="{2C09C53E-D679-41E1-9A8D-EA297F99F8CB}" type="pres">
      <dgm:prSet presAssocID="{ED46F104-C5EA-470B-95A3-ACA330C4D1D6}" presName="spaceRect" presStyleCnt="0"/>
      <dgm:spPr/>
    </dgm:pt>
    <dgm:pt modelId="{C99D6EDE-3EAF-465F-A24A-C13C2EE3889F}" type="pres">
      <dgm:prSet presAssocID="{ED46F104-C5EA-470B-95A3-ACA330C4D1D6}" presName="textRect" presStyleLbl="revTx" presStyleIdx="0" presStyleCnt="3">
        <dgm:presLayoutVars>
          <dgm:chMax val="1"/>
          <dgm:chPref val="1"/>
        </dgm:presLayoutVars>
      </dgm:prSet>
      <dgm:spPr/>
    </dgm:pt>
    <dgm:pt modelId="{1E0D619F-034D-4523-A965-2ED917073D13}" type="pres">
      <dgm:prSet presAssocID="{858EA387-D8FD-4B3D-A6CA-C637FB889F3C}" presName="sibTrans" presStyleLbl="sibTrans2D1" presStyleIdx="0" presStyleCnt="0"/>
      <dgm:spPr/>
    </dgm:pt>
    <dgm:pt modelId="{2F27CDB7-1E7A-4303-BE77-C5759D28129C}" type="pres">
      <dgm:prSet presAssocID="{E22D08BF-9CE6-4D2E-B475-71C382DEA451}" presName="compNode" presStyleCnt="0"/>
      <dgm:spPr/>
    </dgm:pt>
    <dgm:pt modelId="{32A2609A-24D1-46E9-9CDA-A8554F97015C}" type="pres">
      <dgm:prSet presAssocID="{E22D08BF-9CE6-4D2E-B475-71C382DEA451}" presName="iconBgRect" presStyleLbl="bgShp" presStyleIdx="1" presStyleCnt="3"/>
      <dgm:spPr/>
    </dgm:pt>
    <dgm:pt modelId="{2471D1F0-85E8-4DE9-BD8E-476F4F1BB762}" type="pres">
      <dgm:prSet presAssocID="{E22D08BF-9CE6-4D2E-B475-71C382DEA451}" presName="iconRect" presStyleLbl="node1" presStyleIdx="1" presStyleCnt="3"/>
      <dgm:spPr>
        <a:blipFill rotWithShape="1">
          <a:blip xmlns:r="http://schemas.openxmlformats.org/officeDocument/2006/relationships" r:embed="rId1">
            <a:extLst>
              <a:ext uri="{BEBA8EAE-BF5A-486C-A8C5-ECC9F3942E4B}">
                <a14:imgProps xmlns:a14="http://schemas.microsoft.com/office/drawing/2010/main">
                  <a14:imgLayer r:embed="rId2">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rcRect/>
          <a:stretch>
            <a:fillRect l="-38000" r="-38000"/>
          </a:stretch>
        </a:blipFill>
      </dgm:spPr>
      <dgm:extLst>
        <a:ext uri="{E40237B7-FDA0-4F09-8148-C483321AD2D9}">
          <dgm14:cNvPr xmlns:dgm14="http://schemas.microsoft.com/office/drawing/2010/diagram" id="0" name="" descr="Branching Diagram"/>
        </a:ext>
      </dgm:extLst>
    </dgm:pt>
    <dgm:pt modelId="{DB732DB0-7C68-4D69-A533-74C0E32C58CA}" type="pres">
      <dgm:prSet presAssocID="{E22D08BF-9CE6-4D2E-B475-71C382DEA451}" presName="spaceRect" presStyleCnt="0"/>
      <dgm:spPr/>
    </dgm:pt>
    <dgm:pt modelId="{73CC564E-2046-42CE-9EBE-9F4AFB244250}" type="pres">
      <dgm:prSet presAssocID="{E22D08BF-9CE6-4D2E-B475-71C382DEA451}" presName="textRect" presStyleLbl="revTx" presStyleIdx="1" presStyleCnt="3">
        <dgm:presLayoutVars>
          <dgm:chMax val="1"/>
          <dgm:chPref val="1"/>
        </dgm:presLayoutVars>
      </dgm:prSet>
      <dgm:spPr/>
    </dgm:pt>
    <dgm:pt modelId="{00935476-61BB-4D9D-BE71-FA782513D862}" type="pres">
      <dgm:prSet presAssocID="{953249DD-EC0C-43C6-B3CA-F4707E6DB613}" presName="sibTrans" presStyleLbl="sibTrans2D1" presStyleIdx="0" presStyleCnt="0"/>
      <dgm:spPr/>
    </dgm:pt>
    <dgm:pt modelId="{70972FA4-B0F4-49DF-9E53-9310224F4A02}" type="pres">
      <dgm:prSet presAssocID="{12307D9C-CE63-48FD-AD2F-239FFC99CDA6}" presName="compNode" presStyleCnt="0"/>
      <dgm:spPr/>
    </dgm:pt>
    <dgm:pt modelId="{D8D616EF-A19F-4F7C-AC62-44E45CC8DF4F}" type="pres">
      <dgm:prSet presAssocID="{12307D9C-CE63-48FD-AD2F-239FFC99CDA6}" presName="iconBgRect" presStyleLbl="bgShp" presStyleIdx="2" presStyleCnt="3"/>
      <dgm:spPr/>
    </dgm:pt>
    <dgm:pt modelId="{F682A6B2-14F1-4605-8033-443BE8EFD4EF}" type="pres">
      <dgm:prSet presAssocID="{12307D9C-CE63-48FD-AD2F-239FFC99CDA6}" presName="iconRect" presStyleLbl="node1" presStyleIdx="2" presStyleCnt="3"/>
      <dgm:spPr>
        <a:blipFill rotWithShape="1">
          <a:blip xmlns:r="http://schemas.openxmlformats.org/officeDocument/2006/relationships" r:embed="rId1">
            <a:extLst>
              <a:ext uri="{BEBA8EAE-BF5A-486C-A8C5-ECC9F3942E4B}">
                <a14:imgProps xmlns:a14="http://schemas.microsoft.com/office/drawing/2010/main">
                  <a14:imgLayer r:embed="rId2">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rcRect/>
          <a:stretch>
            <a:fillRect l="-38000" r="-38000"/>
          </a:stretch>
        </a:blipFill>
      </dgm:spPr>
      <dgm:extLst>
        <a:ext uri="{E40237B7-FDA0-4F09-8148-C483321AD2D9}">
          <dgm14:cNvPr xmlns:dgm14="http://schemas.microsoft.com/office/drawing/2010/diagram" id="0" name="" descr="Drawing Compass"/>
        </a:ext>
      </dgm:extLst>
    </dgm:pt>
    <dgm:pt modelId="{1FA85B0E-5F7C-45BF-910A-A94C091D2B83}" type="pres">
      <dgm:prSet presAssocID="{12307D9C-CE63-48FD-AD2F-239FFC99CDA6}" presName="spaceRect" presStyleCnt="0"/>
      <dgm:spPr/>
    </dgm:pt>
    <dgm:pt modelId="{E30E3BAA-EA34-4E6C-BA92-2643BE8DCC11}" type="pres">
      <dgm:prSet presAssocID="{12307D9C-CE63-48FD-AD2F-239FFC99CDA6}" presName="textRect" presStyleLbl="revTx" presStyleIdx="2" presStyleCnt="3">
        <dgm:presLayoutVars>
          <dgm:chMax val="1"/>
          <dgm:chPref val="1"/>
        </dgm:presLayoutVars>
      </dgm:prSet>
      <dgm:spPr/>
    </dgm:pt>
  </dgm:ptLst>
  <dgm:cxnLst>
    <dgm:cxn modelId="{469CCF12-CD98-4968-A5B3-A96F5840FEA1}" type="presOf" srcId="{E22D08BF-9CE6-4D2E-B475-71C382DEA451}" destId="{73CC564E-2046-42CE-9EBE-9F4AFB244250}" srcOrd="0" destOrd="0" presId="urn:microsoft.com/office/officeart/2018/2/layout/IconCircleList"/>
    <dgm:cxn modelId="{624AE96D-3271-4365-9035-274E73C30C26}" type="presOf" srcId="{953249DD-EC0C-43C6-B3CA-F4707E6DB613}" destId="{00935476-61BB-4D9D-BE71-FA782513D862}" srcOrd="0" destOrd="0" presId="urn:microsoft.com/office/officeart/2018/2/layout/IconCircleList"/>
    <dgm:cxn modelId="{C8F7AB75-067F-4E13-BA6C-5AF370A38853}" srcId="{F0AF2C31-8D29-401B-AA8A-DE5A07B98BF7}" destId="{12307D9C-CE63-48FD-AD2F-239FFC99CDA6}" srcOrd="2" destOrd="0" parTransId="{7BFD78F4-69F8-4B12-92F2-2571EC3B629A}" sibTransId="{6DD3E4A8-3EE1-419E-8C68-B3EF5DA8FA84}"/>
    <dgm:cxn modelId="{9B17DB79-689E-4483-A408-969DA4E0D840}" type="presOf" srcId="{ED46F104-C5EA-470B-95A3-ACA330C4D1D6}" destId="{C99D6EDE-3EAF-465F-A24A-C13C2EE3889F}" srcOrd="0" destOrd="0" presId="urn:microsoft.com/office/officeart/2018/2/layout/IconCircleList"/>
    <dgm:cxn modelId="{1514EF7F-2660-4B2A-9909-CF988E9586FC}" type="presOf" srcId="{858EA387-D8FD-4B3D-A6CA-C637FB889F3C}" destId="{1E0D619F-034D-4523-A965-2ED917073D13}" srcOrd="0" destOrd="0" presId="urn:microsoft.com/office/officeart/2018/2/layout/IconCircleList"/>
    <dgm:cxn modelId="{C7909E86-226E-4EAE-AB3D-C802DEBD54B9}" srcId="{F0AF2C31-8D29-401B-AA8A-DE5A07B98BF7}" destId="{ED46F104-C5EA-470B-95A3-ACA330C4D1D6}" srcOrd="0" destOrd="0" parTransId="{F92F4D80-D936-4613-A52C-4E8770A15C79}" sibTransId="{858EA387-D8FD-4B3D-A6CA-C637FB889F3C}"/>
    <dgm:cxn modelId="{C513FE95-EDB6-42C0-A031-CD6836024CBE}" srcId="{F0AF2C31-8D29-401B-AA8A-DE5A07B98BF7}" destId="{E22D08BF-9CE6-4D2E-B475-71C382DEA451}" srcOrd="1" destOrd="0" parTransId="{0667CB27-B4B5-4BBA-917A-7F288D6CEED9}" sibTransId="{953249DD-EC0C-43C6-B3CA-F4707E6DB613}"/>
    <dgm:cxn modelId="{CCDD4BB4-1255-40CA-89F1-9CD0894AFADB}" type="presOf" srcId="{12307D9C-CE63-48FD-AD2F-239FFC99CDA6}" destId="{E30E3BAA-EA34-4E6C-BA92-2643BE8DCC11}" srcOrd="0" destOrd="0" presId="urn:microsoft.com/office/officeart/2018/2/layout/IconCircleList"/>
    <dgm:cxn modelId="{BD2A27CD-F594-44F1-8F89-FA479D386015}" type="presOf" srcId="{F0AF2C31-8D29-401B-AA8A-DE5A07B98BF7}" destId="{80704F25-AEEA-4CD4-BE57-ED0E80A1315E}" srcOrd="0" destOrd="0" presId="urn:microsoft.com/office/officeart/2018/2/layout/IconCircleList"/>
    <dgm:cxn modelId="{B913C0F0-D8B0-4F1D-B0F9-FF172D250CAB}" type="presParOf" srcId="{80704F25-AEEA-4CD4-BE57-ED0E80A1315E}" destId="{DC252D62-4806-4B61-8D85-77A488AEE30E}" srcOrd="0" destOrd="0" presId="urn:microsoft.com/office/officeart/2018/2/layout/IconCircleList"/>
    <dgm:cxn modelId="{BEA7BD3A-2F76-4831-BC85-30912E6070BA}" type="presParOf" srcId="{DC252D62-4806-4B61-8D85-77A488AEE30E}" destId="{4FAC3F98-D0DC-4D7D-AD11-091BCCE10B5D}" srcOrd="0" destOrd="0" presId="urn:microsoft.com/office/officeart/2018/2/layout/IconCircleList"/>
    <dgm:cxn modelId="{75FE1293-ACF7-44C0-9579-E3BCBEA941FE}" type="presParOf" srcId="{4FAC3F98-D0DC-4D7D-AD11-091BCCE10B5D}" destId="{D2F95A05-8515-4188-86AA-E2F4BF6CBC1F}" srcOrd="0" destOrd="0" presId="urn:microsoft.com/office/officeart/2018/2/layout/IconCircleList"/>
    <dgm:cxn modelId="{52756F99-1EBF-430B-929E-A6B9B10843AB}" type="presParOf" srcId="{4FAC3F98-D0DC-4D7D-AD11-091BCCE10B5D}" destId="{F5C8B9B3-BE28-4E3A-87F7-5ED2200C2331}" srcOrd="1" destOrd="0" presId="urn:microsoft.com/office/officeart/2018/2/layout/IconCircleList"/>
    <dgm:cxn modelId="{A2EE1E44-AA00-4C26-A933-10D1C311507E}" type="presParOf" srcId="{4FAC3F98-D0DC-4D7D-AD11-091BCCE10B5D}" destId="{2C09C53E-D679-41E1-9A8D-EA297F99F8CB}" srcOrd="2" destOrd="0" presId="urn:microsoft.com/office/officeart/2018/2/layout/IconCircleList"/>
    <dgm:cxn modelId="{760CACDF-C287-4286-92DA-7AB75C2CB348}" type="presParOf" srcId="{4FAC3F98-D0DC-4D7D-AD11-091BCCE10B5D}" destId="{C99D6EDE-3EAF-465F-A24A-C13C2EE3889F}" srcOrd="3" destOrd="0" presId="urn:microsoft.com/office/officeart/2018/2/layout/IconCircleList"/>
    <dgm:cxn modelId="{8096B48B-6F11-4E0B-BAC5-3D2C7656EE99}" type="presParOf" srcId="{DC252D62-4806-4B61-8D85-77A488AEE30E}" destId="{1E0D619F-034D-4523-A965-2ED917073D13}" srcOrd="1" destOrd="0" presId="urn:microsoft.com/office/officeart/2018/2/layout/IconCircleList"/>
    <dgm:cxn modelId="{00A9EF95-275E-42D2-8A6A-D1156B3DF46A}" type="presParOf" srcId="{DC252D62-4806-4B61-8D85-77A488AEE30E}" destId="{2F27CDB7-1E7A-4303-BE77-C5759D28129C}" srcOrd="2" destOrd="0" presId="urn:microsoft.com/office/officeart/2018/2/layout/IconCircleList"/>
    <dgm:cxn modelId="{392ABA0A-8B97-4D8F-8704-EB21D1E0584C}" type="presParOf" srcId="{2F27CDB7-1E7A-4303-BE77-C5759D28129C}" destId="{32A2609A-24D1-46E9-9CDA-A8554F97015C}" srcOrd="0" destOrd="0" presId="urn:microsoft.com/office/officeart/2018/2/layout/IconCircleList"/>
    <dgm:cxn modelId="{55734BF9-C31F-4BDD-9593-8BC76C3ED2E8}" type="presParOf" srcId="{2F27CDB7-1E7A-4303-BE77-C5759D28129C}" destId="{2471D1F0-85E8-4DE9-BD8E-476F4F1BB762}" srcOrd="1" destOrd="0" presId="urn:microsoft.com/office/officeart/2018/2/layout/IconCircleList"/>
    <dgm:cxn modelId="{87DB197B-CA2B-4227-BFAC-847603F3B500}" type="presParOf" srcId="{2F27CDB7-1E7A-4303-BE77-C5759D28129C}" destId="{DB732DB0-7C68-4D69-A533-74C0E32C58CA}" srcOrd="2" destOrd="0" presId="urn:microsoft.com/office/officeart/2018/2/layout/IconCircleList"/>
    <dgm:cxn modelId="{257A1029-2188-41D8-AC1A-28A0E678ED86}" type="presParOf" srcId="{2F27CDB7-1E7A-4303-BE77-C5759D28129C}" destId="{73CC564E-2046-42CE-9EBE-9F4AFB244250}" srcOrd="3" destOrd="0" presId="urn:microsoft.com/office/officeart/2018/2/layout/IconCircleList"/>
    <dgm:cxn modelId="{AD11DF50-D392-46E5-97A0-B57B79D41829}" type="presParOf" srcId="{DC252D62-4806-4B61-8D85-77A488AEE30E}" destId="{00935476-61BB-4D9D-BE71-FA782513D862}" srcOrd="3" destOrd="0" presId="urn:microsoft.com/office/officeart/2018/2/layout/IconCircleList"/>
    <dgm:cxn modelId="{EBC9E9DC-8C88-4231-A6FE-278C2CB9202C}" type="presParOf" srcId="{DC252D62-4806-4B61-8D85-77A488AEE30E}" destId="{70972FA4-B0F4-49DF-9E53-9310224F4A02}" srcOrd="4" destOrd="0" presId="urn:microsoft.com/office/officeart/2018/2/layout/IconCircleList"/>
    <dgm:cxn modelId="{D556C520-CE01-4F16-B4C0-AE706528EBAD}" type="presParOf" srcId="{70972FA4-B0F4-49DF-9E53-9310224F4A02}" destId="{D8D616EF-A19F-4F7C-AC62-44E45CC8DF4F}" srcOrd="0" destOrd="0" presId="urn:microsoft.com/office/officeart/2018/2/layout/IconCircleList"/>
    <dgm:cxn modelId="{7A230BA5-563B-4BDD-B384-A9EADDFC22D8}" type="presParOf" srcId="{70972FA4-B0F4-49DF-9E53-9310224F4A02}" destId="{F682A6B2-14F1-4605-8033-443BE8EFD4EF}" srcOrd="1" destOrd="0" presId="urn:microsoft.com/office/officeart/2018/2/layout/IconCircleList"/>
    <dgm:cxn modelId="{50ABC630-EC47-4313-8C63-5C870ED0B028}" type="presParOf" srcId="{70972FA4-B0F4-49DF-9E53-9310224F4A02}" destId="{1FA85B0E-5F7C-45BF-910A-A94C091D2B83}" srcOrd="2" destOrd="0" presId="urn:microsoft.com/office/officeart/2018/2/layout/IconCircleList"/>
    <dgm:cxn modelId="{67816D44-2140-4F80-A914-6DFD9C62E8E9}" type="presParOf" srcId="{70972FA4-B0F4-49DF-9E53-9310224F4A02}" destId="{E30E3BAA-EA34-4E6C-BA92-2643BE8DCC1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20085-394D-4DCE-A777-4714E7990D9B}">
      <dsp:nvSpPr>
        <dsp:cNvPr id="0" name=""/>
        <dsp:cNvSpPr/>
      </dsp:nvSpPr>
      <dsp:spPr>
        <a:xfrm>
          <a:off x="340926" y="153520"/>
          <a:ext cx="1064759" cy="106475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C920A2-DDF2-4CA2-98B7-7C87D4F6A00E}">
      <dsp:nvSpPr>
        <dsp:cNvPr id="0" name=""/>
        <dsp:cNvSpPr/>
      </dsp:nvSpPr>
      <dsp:spPr>
        <a:xfrm>
          <a:off x="567842" y="380436"/>
          <a:ext cx="610927" cy="6109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4A852A-0886-45D3-81DF-20B23E4D7B58}">
      <dsp:nvSpPr>
        <dsp:cNvPr id="0" name=""/>
        <dsp:cNvSpPr/>
      </dsp:nvSpPr>
      <dsp:spPr>
        <a:xfrm>
          <a:off x="552" y="1549927"/>
          <a:ext cx="1745507" cy="3516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Fue </a:t>
          </a:r>
          <a:r>
            <a:rPr lang="en-US" sz="1100" kern="1200" dirty="0" err="1"/>
            <a:t>desarrollado</a:t>
          </a:r>
          <a:r>
            <a:rPr lang="en-US" sz="1100" kern="1200" dirty="0"/>
            <a:t> </a:t>
          </a:r>
          <a:r>
            <a:rPr lang="en-US" sz="1100" kern="1200" dirty="0" err="1"/>
            <a:t>por</a:t>
          </a:r>
          <a:r>
            <a:rPr lang="en-US" sz="1100" kern="1200" dirty="0"/>
            <a:t> </a:t>
          </a:r>
          <a:r>
            <a:rPr lang="en-US" sz="1100" b="1" kern="1200" dirty="0"/>
            <a:t>Edgar F. Codd</a:t>
          </a:r>
          <a:r>
            <a:rPr lang="en-US" sz="1100" kern="1200" dirty="0"/>
            <a:t>, un </a:t>
          </a:r>
          <a:r>
            <a:rPr lang="en-US" sz="1100" kern="1200" dirty="0" err="1"/>
            <a:t>científico</a:t>
          </a:r>
          <a:r>
            <a:rPr lang="en-US" sz="1100" kern="1200" dirty="0"/>
            <a:t> </a:t>
          </a:r>
          <a:r>
            <a:rPr lang="en-US" sz="1100" kern="1200" dirty="0" err="1"/>
            <a:t>informático</a:t>
          </a:r>
          <a:r>
            <a:rPr lang="en-US" sz="1100" kern="1200" dirty="0"/>
            <a:t> </a:t>
          </a:r>
          <a:r>
            <a:rPr lang="en-US" sz="1100" kern="1200" dirty="0" err="1"/>
            <a:t>británico</a:t>
          </a:r>
          <a:r>
            <a:rPr lang="en-US" sz="1100" kern="1200" dirty="0"/>
            <a:t>, </a:t>
          </a:r>
          <a:r>
            <a:rPr lang="en-US" sz="1100" kern="1200" dirty="0" err="1"/>
            <a:t>quien</a:t>
          </a:r>
          <a:r>
            <a:rPr lang="en-US" sz="1100" kern="1200" dirty="0"/>
            <a:t> </a:t>
          </a:r>
          <a:r>
            <a:rPr lang="en-US" sz="1100" kern="1200" dirty="0" err="1"/>
            <a:t>propuso</a:t>
          </a:r>
          <a:r>
            <a:rPr lang="en-US" sz="1100" kern="1200" dirty="0"/>
            <a:t> </a:t>
          </a:r>
          <a:r>
            <a:rPr lang="en-US" sz="1100" kern="1200" dirty="0" err="1"/>
            <a:t>el</a:t>
          </a:r>
          <a:r>
            <a:rPr lang="en-US" sz="1100" kern="1200" dirty="0"/>
            <a:t> </a:t>
          </a:r>
          <a:r>
            <a:rPr lang="en-US" sz="1100" b="1" kern="1200" dirty="0" err="1"/>
            <a:t>modelo</a:t>
          </a:r>
          <a:r>
            <a:rPr lang="en-US" sz="1100" b="1" kern="1200" dirty="0"/>
            <a:t> </a:t>
          </a:r>
          <a:r>
            <a:rPr lang="en-US" sz="1100" b="1" kern="1200" dirty="0" err="1"/>
            <a:t>relacional</a:t>
          </a:r>
          <a:r>
            <a:rPr lang="en-US" sz="1100" kern="1200" dirty="0"/>
            <a:t> de bases de </a:t>
          </a:r>
          <a:r>
            <a:rPr lang="en-US" sz="1100" kern="1200" dirty="0" err="1"/>
            <a:t>datos</a:t>
          </a:r>
          <a:r>
            <a:rPr lang="en-US" sz="1100" kern="1200" dirty="0"/>
            <a:t> </a:t>
          </a:r>
          <a:r>
            <a:rPr lang="en-US" sz="1100" kern="1200" dirty="0" err="1"/>
            <a:t>en</a:t>
          </a:r>
          <a:r>
            <a:rPr lang="en-US" sz="1100" kern="1200" dirty="0"/>
            <a:t> 1970. Este </a:t>
          </a:r>
          <a:r>
            <a:rPr lang="en-US" sz="1100" kern="1200" dirty="0" err="1"/>
            <a:t>modelo</a:t>
          </a:r>
          <a:r>
            <a:rPr lang="en-US" sz="1100" kern="1200" dirty="0"/>
            <a:t> </a:t>
          </a:r>
          <a:r>
            <a:rPr lang="en-US" sz="1100" kern="1200" dirty="0" err="1"/>
            <a:t>organizaba</a:t>
          </a:r>
          <a:r>
            <a:rPr lang="en-US" sz="1100" kern="1200" dirty="0"/>
            <a:t> </a:t>
          </a:r>
          <a:r>
            <a:rPr lang="en-US" sz="1100" kern="1200" dirty="0" err="1"/>
            <a:t>los</a:t>
          </a:r>
          <a:r>
            <a:rPr lang="en-US" sz="1100" kern="1200" dirty="0"/>
            <a:t> </a:t>
          </a:r>
          <a:r>
            <a:rPr lang="en-US" sz="1100" kern="1200" dirty="0" err="1"/>
            <a:t>datos</a:t>
          </a:r>
          <a:r>
            <a:rPr lang="en-US" sz="1100" kern="1200" dirty="0"/>
            <a:t> </a:t>
          </a:r>
          <a:r>
            <a:rPr lang="en-US" sz="1100" kern="1200" dirty="0" err="1"/>
            <a:t>en</a:t>
          </a:r>
          <a:r>
            <a:rPr lang="en-US" sz="1100" kern="1200" dirty="0"/>
            <a:t> </a:t>
          </a:r>
          <a:r>
            <a:rPr lang="en-US" sz="1100" kern="1200" dirty="0" err="1"/>
            <a:t>tablas</a:t>
          </a:r>
          <a:r>
            <a:rPr lang="en-US" sz="1100" kern="1200" dirty="0"/>
            <a:t> </a:t>
          </a:r>
          <a:r>
            <a:rPr lang="en-US" sz="1100" kern="1200" dirty="0" err="1"/>
            <a:t>relacionadas</a:t>
          </a:r>
          <a:r>
            <a:rPr lang="en-US" sz="1100" kern="1200" dirty="0"/>
            <a:t> entre </a:t>
          </a:r>
          <a:r>
            <a:rPr lang="en-US" sz="1100" kern="1200" dirty="0" err="1"/>
            <a:t>sí</a:t>
          </a:r>
          <a:r>
            <a:rPr lang="en-US" sz="1100" kern="1200" dirty="0"/>
            <a:t>, lo que </a:t>
          </a:r>
          <a:r>
            <a:rPr lang="en-US" sz="1100" kern="1200" dirty="0" err="1"/>
            <a:t>revolucionó</a:t>
          </a:r>
          <a:r>
            <a:rPr lang="en-US" sz="1100" kern="1200" dirty="0"/>
            <a:t> la </a:t>
          </a:r>
          <a:r>
            <a:rPr lang="en-US" sz="1100" kern="1200" dirty="0" err="1"/>
            <a:t>manera</a:t>
          </a:r>
          <a:r>
            <a:rPr lang="en-US" sz="1100" kern="1200" dirty="0"/>
            <a:t> de </a:t>
          </a:r>
          <a:r>
            <a:rPr lang="en-US" sz="1100" kern="1200" dirty="0" err="1"/>
            <a:t>gestionar</a:t>
          </a:r>
          <a:r>
            <a:rPr lang="en-US" sz="1100" kern="1200" dirty="0"/>
            <a:t> la </a:t>
          </a:r>
          <a:r>
            <a:rPr lang="en-US" sz="1100" kern="1200" dirty="0" err="1"/>
            <a:t>información</a:t>
          </a:r>
          <a:r>
            <a:rPr lang="en-US" sz="1100" kern="1200" dirty="0"/>
            <a:t>.</a:t>
          </a:r>
        </a:p>
      </dsp:txBody>
      <dsp:txXfrm>
        <a:off x="552" y="1549927"/>
        <a:ext cx="1745507" cy="3516755"/>
      </dsp:txXfrm>
    </dsp:sp>
    <dsp:sp modelId="{007300FD-8E23-4337-AABC-FBD34E9D4672}">
      <dsp:nvSpPr>
        <dsp:cNvPr id="0" name=""/>
        <dsp:cNvSpPr/>
      </dsp:nvSpPr>
      <dsp:spPr>
        <a:xfrm>
          <a:off x="2391898" y="153520"/>
          <a:ext cx="1064759" cy="106475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325D99-ED85-4F07-A329-EB45FC363D85}">
      <dsp:nvSpPr>
        <dsp:cNvPr id="0" name=""/>
        <dsp:cNvSpPr/>
      </dsp:nvSpPr>
      <dsp:spPr>
        <a:xfrm>
          <a:off x="2618814" y="380436"/>
          <a:ext cx="610927" cy="6109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7ACD43-CC39-411F-B266-6E8E94B5C770}">
      <dsp:nvSpPr>
        <dsp:cNvPr id="0" name=""/>
        <dsp:cNvSpPr/>
      </dsp:nvSpPr>
      <dsp:spPr>
        <a:xfrm>
          <a:off x="2051524" y="1549927"/>
          <a:ext cx="1745507" cy="3516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En 1974, IBM, siguiendo el trabajo de Codd, comenzó a desarrollar un sistema de gestión de bases de datos basado en el modelo relacional, que inicialmente fue llamado </a:t>
          </a:r>
          <a:r>
            <a:rPr lang="en-US" sz="1100" b="1" kern="1200"/>
            <a:t>SEQUEL</a:t>
          </a:r>
          <a:r>
            <a:rPr lang="en-US" sz="1100" kern="1200"/>
            <a:t> </a:t>
          </a:r>
          <a:r>
            <a:rPr lang="en-US" sz="1100" b="1" kern="1200"/>
            <a:t>(Structured English Query Language). </a:t>
          </a:r>
          <a:r>
            <a:rPr lang="en-US" sz="1100" kern="1200"/>
            <a:t>SEQUEL fue diseñado para interactuar con bases de datos relacionales de manera más sencilla que los lenguajes anteriores, y en 1979 IBM lo renombró como </a:t>
          </a:r>
          <a:r>
            <a:rPr lang="en-US" sz="1100" b="1" kern="1200"/>
            <a:t>SQL</a:t>
          </a:r>
          <a:r>
            <a:rPr lang="en-US" sz="1100" kern="1200"/>
            <a:t> para cumplir con requisitos de patente.</a:t>
          </a:r>
        </a:p>
      </dsp:txBody>
      <dsp:txXfrm>
        <a:off x="2051524" y="1549927"/>
        <a:ext cx="1745507" cy="3516755"/>
      </dsp:txXfrm>
    </dsp:sp>
    <dsp:sp modelId="{D6327753-9EA8-41F6-8C58-514506E9464E}">
      <dsp:nvSpPr>
        <dsp:cNvPr id="0" name=""/>
        <dsp:cNvSpPr/>
      </dsp:nvSpPr>
      <dsp:spPr>
        <a:xfrm>
          <a:off x="4442869" y="153520"/>
          <a:ext cx="1064759" cy="106475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BE3BC6-4F4D-44BE-ABC9-58189EE1AC1C}">
      <dsp:nvSpPr>
        <dsp:cNvPr id="0" name=""/>
        <dsp:cNvSpPr/>
      </dsp:nvSpPr>
      <dsp:spPr>
        <a:xfrm>
          <a:off x="4669785" y="380436"/>
          <a:ext cx="610927" cy="6109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FD496F-2378-441E-BE8F-52C7A6639AEF}">
      <dsp:nvSpPr>
        <dsp:cNvPr id="0" name=""/>
        <dsp:cNvSpPr/>
      </dsp:nvSpPr>
      <dsp:spPr>
        <a:xfrm>
          <a:off x="4102495" y="1549927"/>
          <a:ext cx="1745507" cy="3516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ES" sz="1100" kern="1200"/>
            <a:t>En 1986, el </a:t>
          </a:r>
          <a:r>
            <a:rPr lang="es-ES" sz="1100" b="1" kern="1200"/>
            <a:t>American National Standards Institute (ANSI)</a:t>
          </a:r>
          <a:r>
            <a:rPr lang="es-ES" sz="1100" kern="1200"/>
            <a:t> adoptó SQL como estándar para bases de datos relacionales, y la </a:t>
          </a:r>
          <a:r>
            <a:rPr lang="es-ES" sz="1100" b="1" kern="1200"/>
            <a:t>International Organization for Standardization (ISO)</a:t>
          </a:r>
          <a:r>
            <a:rPr lang="es-ES" sz="1100" kern="1200"/>
            <a:t> también lo ratificó.</a:t>
          </a:r>
          <a:endParaRPr lang="en-US" sz="1100" kern="1200"/>
        </a:p>
      </dsp:txBody>
      <dsp:txXfrm>
        <a:off x="4102495" y="1549927"/>
        <a:ext cx="1745507" cy="35167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95A05-8515-4188-86AA-E2F4BF6CBC1F}">
      <dsp:nvSpPr>
        <dsp:cNvPr id="0" name=""/>
        <dsp:cNvSpPr/>
      </dsp:nvSpPr>
      <dsp:spPr>
        <a:xfrm>
          <a:off x="432879" y="1223982"/>
          <a:ext cx="933551" cy="93355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C8B9B3-BE28-4E3A-87F7-5ED2200C2331}">
      <dsp:nvSpPr>
        <dsp:cNvPr id="0" name=""/>
        <dsp:cNvSpPr/>
      </dsp:nvSpPr>
      <dsp:spPr>
        <a:xfrm>
          <a:off x="637069" y="1420026"/>
          <a:ext cx="541459" cy="541459"/>
        </a:xfrm>
        <a:prstGeom prst="rect">
          <a:avLst/>
        </a:prstGeom>
        <a:blipFill rotWithShape="1">
          <a:blip xmlns:r="http://schemas.openxmlformats.org/officeDocument/2006/relationships" r:embed="rId1">
            <a:extLst>
              <a:ext uri="{BEBA8EAE-BF5A-486C-A8C5-ECC9F3942E4B}">
                <a14:imgProps xmlns:a14="http://schemas.microsoft.com/office/drawing/2010/main">
                  <a14:imgLayer r:embed="rId2">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rcRect/>
          <a:stretch>
            <a:fillRect l="-38000" r="-3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9D6EDE-3EAF-465F-A24A-C13C2EE3889F}">
      <dsp:nvSpPr>
        <dsp:cNvPr id="0" name=""/>
        <dsp:cNvSpPr/>
      </dsp:nvSpPr>
      <dsp:spPr>
        <a:xfrm>
          <a:off x="1525457" y="1257058"/>
          <a:ext cx="2200514" cy="933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ES" sz="1600" b="1" kern="1200" dirty="0"/>
            <a:t>Tabla</a:t>
          </a:r>
          <a:r>
            <a:rPr lang="es-ES" sz="1600" kern="1200" dirty="0"/>
            <a:t>: Conjunto de datos organizados en columnas y filas. Cada tabla tiene un </a:t>
          </a:r>
          <a:r>
            <a:rPr lang="es-ES" sz="1600" b="1" kern="1200" dirty="0"/>
            <a:t>nombre único</a:t>
          </a:r>
          <a:r>
            <a:rPr lang="es-ES" sz="1600" kern="1200" dirty="0"/>
            <a:t> y cada columna tiene un tipo de dato específico (como texto, números, fechas, etc.)</a:t>
          </a:r>
          <a:endParaRPr lang="en-US" sz="1600" kern="1200" dirty="0"/>
        </a:p>
      </dsp:txBody>
      <dsp:txXfrm>
        <a:off x="1525457" y="1257058"/>
        <a:ext cx="2200514" cy="933551"/>
      </dsp:txXfrm>
    </dsp:sp>
    <dsp:sp modelId="{32A2609A-24D1-46E9-9CDA-A8554F97015C}">
      <dsp:nvSpPr>
        <dsp:cNvPr id="0" name=""/>
        <dsp:cNvSpPr/>
      </dsp:nvSpPr>
      <dsp:spPr>
        <a:xfrm>
          <a:off x="4109394" y="1257058"/>
          <a:ext cx="933551" cy="93355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71D1F0-85E8-4DE9-BD8E-476F4F1BB762}">
      <dsp:nvSpPr>
        <dsp:cNvPr id="0" name=""/>
        <dsp:cNvSpPr/>
      </dsp:nvSpPr>
      <dsp:spPr>
        <a:xfrm>
          <a:off x="4305440" y="1453104"/>
          <a:ext cx="541459" cy="541459"/>
        </a:xfrm>
        <a:prstGeom prst="rect">
          <a:avLst/>
        </a:prstGeom>
        <a:blipFill rotWithShape="1">
          <a:blip xmlns:r="http://schemas.openxmlformats.org/officeDocument/2006/relationships" r:embed="rId1">
            <a:extLst>
              <a:ext uri="{BEBA8EAE-BF5A-486C-A8C5-ECC9F3942E4B}">
                <a14:imgProps xmlns:a14="http://schemas.microsoft.com/office/drawing/2010/main">
                  <a14:imgLayer r:embed="rId2">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rcRect/>
          <a:stretch>
            <a:fillRect l="-38000" r="-3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CC564E-2046-42CE-9EBE-9F4AFB244250}">
      <dsp:nvSpPr>
        <dsp:cNvPr id="0" name=""/>
        <dsp:cNvSpPr/>
      </dsp:nvSpPr>
      <dsp:spPr>
        <a:xfrm>
          <a:off x="5242992" y="1257058"/>
          <a:ext cx="2200514" cy="933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err="1"/>
            <a:t>Filas</a:t>
          </a:r>
          <a:r>
            <a:rPr lang="en-US" sz="1600" b="1" kern="1200" dirty="0"/>
            <a:t>: </a:t>
          </a:r>
          <a:r>
            <a:rPr lang="es-ES" sz="1600" kern="1200" dirty="0"/>
            <a:t>Cada fila representa un único conjunto de datos o "registro". Los registros son datos completos relacionados entre sí, como una fila que representa una persona, con su nombre, edad, dirección, etc.</a:t>
          </a:r>
          <a:endParaRPr lang="en-US" sz="1600" kern="1200" dirty="0"/>
        </a:p>
      </dsp:txBody>
      <dsp:txXfrm>
        <a:off x="5242992" y="1257058"/>
        <a:ext cx="2200514" cy="933551"/>
      </dsp:txXfrm>
    </dsp:sp>
    <dsp:sp modelId="{D8D616EF-A19F-4F7C-AC62-44E45CC8DF4F}">
      <dsp:nvSpPr>
        <dsp:cNvPr id="0" name=""/>
        <dsp:cNvSpPr/>
      </dsp:nvSpPr>
      <dsp:spPr>
        <a:xfrm>
          <a:off x="7826930" y="1257058"/>
          <a:ext cx="933551" cy="93355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82A6B2-14F1-4605-8033-443BE8EFD4EF}">
      <dsp:nvSpPr>
        <dsp:cNvPr id="0" name=""/>
        <dsp:cNvSpPr/>
      </dsp:nvSpPr>
      <dsp:spPr>
        <a:xfrm>
          <a:off x="8022976" y="1453104"/>
          <a:ext cx="541459" cy="541459"/>
        </a:xfrm>
        <a:prstGeom prst="rect">
          <a:avLst/>
        </a:prstGeom>
        <a:blipFill rotWithShape="1">
          <a:blip xmlns:r="http://schemas.openxmlformats.org/officeDocument/2006/relationships" r:embed="rId1">
            <a:extLst>
              <a:ext uri="{BEBA8EAE-BF5A-486C-A8C5-ECC9F3942E4B}">
                <a14:imgProps xmlns:a14="http://schemas.microsoft.com/office/drawing/2010/main">
                  <a14:imgLayer r:embed="rId2">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rcRect/>
          <a:stretch>
            <a:fillRect l="-38000" r="-3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0E3BAA-EA34-4E6C-BA92-2643BE8DCC11}">
      <dsp:nvSpPr>
        <dsp:cNvPr id="0" name=""/>
        <dsp:cNvSpPr/>
      </dsp:nvSpPr>
      <dsp:spPr>
        <a:xfrm>
          <a:off x="8960528" y="1257058"/>
          <a:ext cx="2200514" cy="933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err="1"/>
            <a:t>Columnas</a:t>
          </a:r>
          <a:r>
            <a:rPr lang="en-US" sz="1600" b="1" kern="1200" dirty="0"/>
            <a:t>(</a:t>
          </a:r>
          <a:r>
            <a:rPr lang="en-US" sz="1600" b="1" kern="1200" dirty="0" err="1"/>
            <a:t>atributos</a:t>
          </a:r>
          <a:r>
            <a:rPr lang="en-US" sz="1600" b="1" kern="1200" dirty="0"/>
            <a:t>): </a:t>
          </a:r>
          <a:r>
            <a:rPr lang="es-ES" sz="1600" kern="1200" dirty="0"/>
            <a:t>Cada columna de una tabla representa un tipo específico de información sobre el registro. Por ejemplo, en una tabla de empleados, las columnas pueden ser nombre, salario, fecha de ingreso, etc.</a:t>
          </a:r>
          <a:endParaRPr lang="en-US" sz="1200" kern="1200" dirty="0"/>
        </a:p>
      </dsp:txBody>
      <dsp:txXfrm>
        <a:off x="8960528" y="1257058"/>
        <a:ext cx="2200514" cy="93355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938801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218611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291B17-9318-49DB-B28B-6E5994AE9581}" type="datetime1">
              <a:rPr lang="en-US" smtClean="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316564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D291B17-9318-49DB-B28B-6E5994AE9581}" type="datetime1">
              <a:rPr lang="en-US" smtClean="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60428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D291B17-9318-49DB-B28B-6E5994AE9581}" type="datetime1">
              <a:rPr lang="en-US" smtClean="0"/>
              <a:t>5/15/2025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999045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D291B17-9318-49DB-B28B-6E5994AE9581}" type="datetime1">
              <a:rPr lang="en-US" smtClean="0"/>
              <a:t>5/15/2025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96556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291B17-9318-49DB-B28B-6E5994AE9581}" type="datetime1">
              <a:rPr lang="en-US" smtClean="0"/>
              <a:t>5/15/2025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010166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D291B17-9318-49DB-B28B-6E5994AE9581}" type="datetime1">
              <a:rPr lang="en-US" smtClean="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4872844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D291B17-9318-49DB-B28B-6E5994AE9581}" type="datetime1">
              <a:rPr lang="en-US" smtClean="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417815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2452302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68324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ED291B17-9318-49DB-B28B-6E5994AE9581}" type="datetime1">
              <a:rPr lang="en-US" smtClean="0"/>
              <a:t>5/15/2025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749021297"/>
      </p:ext>
    </p:extLst>
  </p:cSld>
  <p:clrMap bg1="dk1" tx1="lt1" bg2="dk2" tx2="lt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jpeg"/><Relationship Id="rId5" Type="http://schemas.microsoft.com/office/2007/relationships/hdphoto" Target="../media/hdphoto2.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2.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2.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2.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2.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2.xml"/><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png"/><Relationship Id="rId1" Type="http://schemas.openxmlformats.org/officeDocument/2006/relationships/slideLayout" Target="../slideLayouts/slideLayout2.xml"/><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Layout" Target="../slideLayouts/slideLayout2.xml"/><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2.xml"/><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1.png"/><Relationship Id="rId1" Type="http://schemas.openxmlformats.org/officeDocument/2006/relationships/slideLayout" Target="../slideLayouts/slideLayout2.xml"/><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png"/><Relationship Id="rId1" Type="http://schemas.openxmlformats.org/officeDocument/2006/relationships/slideLayout" Target="../slideLayouts/slideLayout2.xml"/><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2.xml"/><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png"/><Relationship Id="rId1" Type="http://schemas.openxmlformats.org/officeDocument/2006/relationships/slideLayout" Target="../slideLayouts/slideLayout2.xml"/><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png"/><Relationship Id="rId1" Type="http://schemas.openxmlformats.org/officeDocument/2006/relationships/slideLayout" Target="../slideLayouts/slideLayout2.xml"/><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2.xml"/><Relationship Id="rId4" Type="http://schemas.microsoft.com/office/2007/relationships/hdphoto" Target="../media/hdphoto1.wdp"/></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2.xml"/><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DE299-CA0E-0BC1-1E69-0971DEADCEFA}"/>
              </a:ext>
            </a:extLst>
          </p:cNvPr>
          <p:cNvSpPr>
            <a:spLocks noGrp="1"/>
          </p:cNvSpPr>
          <p:nvPr>
            <p:ph type="ctrTitle"/>
          </p:nvPr>
        </p:nvSpPr>
        <p:spPr>
          <a:xfrm>
            <a:off x="1127208" y="857251"/>
            <a:ext cx="4747280" cy="3098061"/>
          </a:xfrm>
        </p:spPr>
        <p:txBody>
          <a:bodyPr anchor="b">
            <a:normAutofit/>
          </a:bodyPr>
          <a:lstStyle/>
          <a:p>
            <a:pPr algn="l"/>
            <a:r>
              <a:rPr lang="es-ES" sz="4800" b="1" dirty="0">
                <a:solidFill>
                  <a:srgbClr val="FFFFFF"/>
                </a:solidFill>
              </a:rPr>
              <a:t>INTRODUCCIÒN A SQL</a:t>
            </a:r>
            <a:endParaRPr lang="es-MX" sz="4800" b="1" dirty="0">
              <a:solidFill>
                <a:srgbClr val="FFFFFF"/>
              </a:solidFill>
            </a:endParaRPr>
          </a:p>
        </p:txBody>
      </p:sp>
      <p:pic>
        <p:nvPicPr>
          <p:cNvPr id="1026" name="Picture 2">
            <a:extLst>
              <a:ext uri="{FF2B5EF4-FFF2-40B4-BE49-F238E27FC236}">
                <a16:creationId xmlns:a16="http://schemas.microsoft.com/office/drawing/2014/main" id="{8440D1AD-294B-F99B-0875-97E1930ACA1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6920559" y="2375723"/>
            <a:ext cx="3737164" cy="2120840"/>
          </a:xfrm>
          <a:prstGeom prst="rect">
            <a:avLst/>
          </a:prstGeom>
          <a:noFill/>
        </p:spPr>
      </p:pic>
      <p:sp>
        <p:nvSpPr>
          <p:cNvPr id="3" name="CuadroTexto 2">
            <a:extLst>
              <a:ext uri="{FF2B5EF4-FFF2-40B4-BE49-F238E27FC236}">
                <a16:creationId xmlns:a16="http://schemas.microsoft.com/office/drawing/2014/main" id="{E24B8501-62C9-78AD-21EB-B14963906E58}"/>
              </a:ext>
            </a:extLst>
          </p:cNvPr>
          <p:cNvSpPr txBox="1"/>
          <p:nvPr/>
        </p:nvSpPr>
        <p:spPr>
          <a:xfrm>
            <a:off x="250877" y="6244247"/>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spTree>
    <p:extLst>
      <p:ext uri="{BB962C8B-B14F-4D97-AF65-F5344CB8AC3E}">
        <p14:creationId xmlns:p14="http://schemas.microsoft.com/office/powerpoint/2010/main" val="104491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512217-EBDB-D7BF-B637-683996E3A484}"/>
              </a:ext>
            </a:extLst>
          </p:cNvPr>
          <p:cNvSpPr>
            <a:spLocks noGrp="1"/>
          </p:cNvSpPr>
          <p:nvPr>
            <p:ph type="title"/>
          </p:nvPr>
        </p:nvSpPr>
        <p:spPr>
          <a:xfrm>
            <a:off x="4016631" y="257806"/>
            <a:ext cx="3568661" cy="779832"/>
          </a:xfrm>
        </p:spPr>
        <p:txBody>
          <a:bodyPr vert="horz" lIns="91440" tIns="45720" rIns="91440" bIns="45720" rtlCol="0" anchor="b">
            <a:normAutofit/>
          </a:bodyPr>
          <a:lstStyle/>
          <a:p>
            <a:r>
              <a:rPr lang="en-US" b="0" kern="1200" cap="all" dirty="0">
                <a:solidFill>
                  <a:schemeClr val="tx1">
                    <a:lumMod val="75000"/>
                    <a:lumOff val="25000"/>
                  </a:schemeClr>
                </a:solidFill>
                <a:latin typeface="+mj-lt"/>
                <a:ea typeface="+mj-ea"/>
                <a:cs typeface="+mj-cs"/>
              </a:rPr>
              <a:t>¿Qué es SQL?</a:t>
            </a:r>
          </a:p>
        </p:txBody>
      </p:sp>
      <p:sp>
        <p:nvSpPr>
          <p:cNvPr id="5" name="CuadroTexto 4">
            <a:extLst>
              <a:ext uri="{FF2B5EF4-FFF2-40B4-BE49-F238E27FC236}">
                <a16:creationId xmlns:a16="http://schemas.microsoft.com/office/drawing/2014/main" id="{20800F04-0FFC-AB60-CAA3-8E4FB29F48A1}"/>
              </a:ext>
            </a:extLst>
          </p:cNvPr>
          <p:cNvSpPr txBox="1"/>
          <p:nvPr/>
        </p:nvSpPr>
        <p:spPr>
          <a:xfrm>
            <a:off x="22138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sp>
        <p:nvSpPr>
          <p:cNvPr id="3" name="CuadroTexto 2">
            <a:extLst>
              <a:ext uri="{FF2B5EF4-FFF2-40B4-BE49-F238E27FC236}">
                <a16:creationId xmlns:a16="http://schemas.microsoft.com/office/drawing/2014/main" id="{2BCA856B-F720-F3CE-5AEE-C3E173256F49}"/>
              </a:ext>
            </a:extLst>
          </p:cNvPr>
          <p:cNvSpPr txBox="1"/>
          <p:nvPr/>
        </p:nvSpPr>
        <p:spPr>
          <a:xfrm>
            <a:off x="855560" y="1008432"/>
            <a:ext cx="10864339" cy="4841136"/>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n-US" b="1" dirty="0">
                <a:solidFill>
                  <a:schemeClr val="tx1">
                    <a:lumMod val="75000"/>
                    <a:lumOff val="25000"/>
                  </a:schemeClr>
                </a:solidFill>
              </a:rPr>
              <a:t>SQL (Structured Query Language, o Lenguaje de Consulta Estructurado) es un lenguaje de</a:t>
            </a:r>
            <a:r>
              <a:rPr lang="en-US" b="0" i="0" dirty="0">
                <a:solidFill>
                  <a:schemeClr val="tx1">
                    <a:lumMod val="75000"/>
                    <a:lumOff val="25000"/>
                  </a:schemeClr>
                </a:solidFill>
                <a:effectLst/>
              </a:rPr>
              <a:t> programación para almacenar y procesar información en una base de datos relacional. Una base de datos relacional almacena información en forma de tabla, con filas y columnas que representan diferentes atributos de datos y las diversas relaciones entre los valores de datos. </a:t>
            </a:r>
            <a:br>
              <a:rPr lang="en-US" b="0" i="0" dirty="0">
                <a:solidFill>
                  <a:schemeClr val="tx1">
                    <a:lumMod val="75000"/>
                    <a:lumOff val="25000"/>
                  </a:schemeClr>
                </a:solidFill>
                <a:effectLst/>
              </a:rPr>
            </a:br>
            <a:br>
              <a:rPr lang="en-US" b="0" i="0" dirty="0">
                <a:solidFill>
                  <a:schemeClr val="tx1">
                    <a:lumMod val="75000"/>
                    <a:lumOff val="25000"/>
                  </a:schemeClr>
                </a:solidFill>
                <a:effectLst/>
              </a:rPr>
            </a:br>
            <a:r>
              <a:rPr lang="es-ES" dirty="0"/>
              <a:t>SQL es fundamental para trabajar con bases de datos, ya que permite la comunicación entre el usuario y el sistema de gestión de bases de datos </a:t>
            </a:r>
            <a:r>
              <a:rPr lang="es-ES" b="1" dirty="0"/>
              <a:t>SGBD (Sistema de Gestión de Bases de Datos), </a:t>
            </a:r>
            <a:r>
              <a:rPr lang="es-ES" dirty="0"/>
              <a:t>como MySQL, PostgreSQL, SQL Server, entre otros.</a:t>
            </a:r>
            <a:endParaRPr lang="en-US" b="1" dirty="0">
              <a:solidFill>
                <a:schemeClr val="tx1">
                  <a:lumMod val="75000"/>
                  <a:lumOff val="25000"/>
                </a:schemeClr>
              </a:solidFill>
            </a:endParaRPr>
          </a:p>
        </p:txBody>
      </p:sp>
      <p:cxnSp>
        <p:nvCxnSpPr>
          <p:cNvPr id="6" name="Conector recto 5">
            <a:extLst>
              <a:ext uri="{FF2B5EF4-FFF2-40B4-BE49-F238E27FC236}">
                <a16:creationId xmlns:a16="http://schemas.microsoft.com/office/drawing/2014/main" id="{69659410-0E36-18E3-7EE5-8E01BF21B142}"/>
              </a:ext>
            </a:extLst>
          </p:cNvPr>
          <p:cNvCxnSpPr>
            <a:cxnSpLocks/>
          </p:cNvCxnSpPr>
          <p:nvPr/>
        </p:nvCxnSpPr>
        <p:spPr>
          <a:xfrm>
            <a:off x="0" y="1296025"/>
            <a:ext cx="12192000" cy="0"/>
          </a:xfrm>
          <a:prstGeom prst="line">
            <a:avLst/>
          </a:prstGeom>
          <a:ln w="38100" cmpd="dbl"/>
        </p:spPr>
        <p:style>
          <a:lnRef idx="3">
            <a:schemeClr val="dk1"/>
          </a:lnRef>
          <a:fillRef idx="0">
            <a:schemeClr val="dk1"/>
          </a:fillRef>
          <a:effectRef idx="2">
            <a:schemeClr val="dk1"/>
          </a:effectRef>
          <a:fontRef idx="minor">
            <a:schemeClr val="tx1"/>
          </a:fontRef>
        </p:style>
      </p:cxnSp>
      <p:pic>
        <p:nvPicPr>
          <p:cNvPr id="9" name="Picture 2">
            <a:extLst>
              <a:ext uri="{FF2B5EF4-FFF2-40B4-BE49-F238E27FC236}">
                <a16:creationId xmlns:a16="http://schemas.microsoft.com/office/drawing/2014/main" id="{4C31CD31-BC57-AA73-9F01-C445DD592F5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0646985" y="5750620"/>
            <a:ext cx="1721996" cy="977232"/>
          </a:xfrm>
          <a:prstGeom prst="rect">
            <a:avLst/>
          </a:prstGeom>
          <a:noFill/>
        </p:spPr>
      </p:pic>
      <p:pic>
        <p:nvPicPr>
          <p:cNvPr id="10" name="Picture 4">
            <a:extLst>
              <a:ext uri="{FF2B5EF4-FFF2-40B4-BE49-F238E27FC236}">
                <a16:creationId xmlns:a16="http://schemas.microsoft.com/office/drawing/2014/main" id="{6BE7F6D4-8010-02D7-4E3F-4C12E4ACE6F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800" b="89837" l="9890" r="89973">
                        <a14:foregroundMark x1="58516" y1="9800" x2="58516" y2="9800"/>
                      </a14:backgroundRemoval>
                    </a14:imgEffect>
                  </a14:imgLayer>
                </a14:imgProps>
              </a:ext>
              <a:ext uri="{28A0092B-C50C-407E-A947-70E740481C1C}">
                <a14:useLocalDpi xmlns:a14="http://schemas.microsoft.com/office/drawing/2010/main" val="0"/>
              </a:ext>
            </a:extLst>
          </a:blip>
          <a:srcRect/>
          <a:stretch>
            <a:fillRect/>
          </a:stretch>
        </p:blipFill>
        <p:spPr bwMode="auto">
          <a:xfrm>
            <a:off x="10045288" y="5162634"/>
            <a:ext cx="1291152" cy="97723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44A33F13-1EA2-3681-7054-7F05369E5C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6634" y="6107955"/>
            <a:ext cx="600702" cy="59069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FEA36084-04E4-7C86-7451-E3287CB75E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89571" y="4683755"/>
            <a:ext cx="677197" cy="677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87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64A4D-3DA5-AB68-15D6-31EEB558F7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153FDD-FE38-F6B6-5D2B-62770DB17750}"/>
              </a:ext>
            </a:extLst>
          </p:cNvPr>
          <p:cNvSpPr>
            <a:spLocks noGrp="1"/>
          </p:cNvSpPr>
          <p:nvPr>
            <p:ph type="title"/>
          </p:nvPr>
        </p:nvSpPr>
        <p:spPr>
          <a:xfrm>
            <a:off x="1262714" y="198107"/>
            <a:ext cx="9684622" cy="779832"/>
          </a:xfrm>
        </p:spPr>
        <p:txBody>
          <a:bodyPr vert="horz" lIns="91440" tIns="45720" rIns="91440" bIns="45720" rtlCol="0" anchor="b">
            <a:noAutofit/>
          </a:bodyPr>
          <a:lstStyle/>
          <a:p>
            <a:r>
              <a:rPr lang="es-ES" sz="2800" dirty="0"/>
              <a:t>DDL (Data </a:t>
            </a:r>
            <a:r>
              <a:rPr lang="es-ES" sz="2800" dirty="0" err="1"/>
              <a:t>Definition</a:t>
            </a:r>
            <a:r>
              <a:rPr lang="es-ES" sz="2800" dirty="0"/>
              <a:t> </a:t>
            </a:r>
            <a:r>
              <a:rPr lang="es-ES" sz="2800" dirty="0" err="1"/>
              <a:t>Language</a:t>
            </a:r>
            <a:r>
              <a:rPr lang="es-ES" sz="2800" dirty="0"/>
              <a:t>) - Lenguaje de Definición de Datos</a:t>
            </a:r>
            <a:endParaRPr lang="en-US" sz="2800" b="0" kern="1200" cap="all" dirty="0">
              <a:solidFill>
                <a:schemeClr val="tx1">
                  <a:lumMod val="75000"/>
                  <a:lumOff val="25000"/>
                </a:schemeClr>
              </a:solidFill>
              <a:latin typeface="+mj-lt"/>
              <a:ea typeface="+mj-ea"/>
              <a:cs typeface="+mj-cs"/>
            </a:endParaRPr>
          </a:p>
        </p:txBody>
      </p:sp>
      <p:sp>
        <p:nvSpPr>
          <p:cNvPr id="5" name="CuadroTexto 4">
            <a:extLst>
              <a:ext uri="{FF2B5EF4-FFF2-40B4-BE49-F238E27FC236}">
                <a16:creationId xmlns:a16="http://schemas.microsoft.com/office/drawing/2014/main" id="{40C1183E-F7DE-B752-EA35-6983CDAA4F74}"/>
              </a:ext>
            </a:extLst>
          </p:cNvPr>
          <p:cNvSpPr txBox="1"/>
          <p:nvPr/>
        </p:nvSpPr>
        <p:spPr>
          <a:xfrm>
            <a:off x="22138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sp>
        <p:nvSpPr>
          <p:cNvPr id="3" name="CuadroTexto 2">
            <a:extLst>
              <a:ext uri="{FF2B5EF4-FFF2-40B4-BE49-F238E27FC236}">
                <a16:creationId xmlns:a16="http://schemas.microsoft.com/office/drawing/2014/main" id="{1E83672D-E1D4-AF13-CEC5-C2CBEE4DC54C}"/>
              </a:ext>
            </a:extLst>
          </p:cNvPr>
          <p:cNvSpPr txBox="1"/>
          <p:nvPr/>
        </p:nvSpPr>
        <p:spPr>
          <a:xfrm>
            <a:off x="855560" y="1923260"/>
            <a:ext cx="10864339" cy="3727990"/>
          </a:xfrm>
          <a:prstGeom prst="rect">
            <a:avLst/>
          </a:prstGeom>
        </p:spPr>
        <p:txBody>
          <a:bodyPr vert="horz" lIns="91440" tIns="45720" rIns="91440" bIns="45720" rtlCol="0" anchor="ctr">
            <a:normAutofit fontScale="92500" lnSpcReduction="20000"/>
          </a:bodyPr>
          <a:lstStyle/>
          <a:p>
            <a:pPr defTabSz="457200">
              <a:lnSpc>
                <a:spcPct val="150000"/>
              </a:lnSpc>
              <a:spcBef>
                <a:spcPct val="20000"/>
              </a:spcBef>
              <a:spcAft>
                <a:spcPts val="600"/>
              </a:spcAft>
              <a:buClr>
                <a:schemeClr val="accent1"/>
              </a:buClr>
              <a:buSzPct val="92000"/>
            </a:pPr>
            <a:r>
              <a:rPr lang="es-ES" sz="2100" dirty="0"/>
              <a:t>El DDL se utiliza para definir la estructura de las bases de datos, las tablas y los objetos dentro de ellas. Con estos comandos, puedes crear, modificar y eliminar objetos dentro de la base de datos.</a:t>
            </a:r>
            <a:br>
              <a:rPr lang="es-ES" sz="2100" dirty="0"/>
            </a:br>
            <a:br>
              <a:rPr lang="es-ES" sz="2100" dirty="0"/>
            </a:br>
            <a:r>
              <a:rPr lang="es-ES" sz="2100" dirty="0"/>
              <a:t>Comandos comunes de DDL:</a:t>
            </a:r>
            <a:br>
              <a:rPr lang="es-ES" sz="2100" dirty="0"/>
            </a:br>
            <a:r>
              <a:rPr lang="es-ES" sz="2100" dirty="0"/>
              <a:t>	º </a:t>
            </a:r>
            <a:r>
              <a:rPr lang="es-ES" sz="2100" b="1" dirty="0"/>
              <a:t>CREATE: </a:t>
            </a:r>
            <a:r>
              <a:rPr lang="es-ES" sz="2100" dirty="0"/>
              <a:t>Crea nuevas bases de datos, tablas o estructuras dentro de una base de datos.</a:t>
            </a:r>
            <a:br>
              <a:rPr lang="es-ES" sz="2100" dirty="0"/>
            </a:br>
            <a:r>
              <a:rPr lang="es-ES" sz="2100" dirty="0"/>
              <a:t>	º </a:t>
            </a:r>
            <a:r>
              <a:rPr lang="es-MX" sz="2100" b="1" dirty="0"/>
              <a:t>ALTER</a:t>
            </a:r>
            <a:r>
              <a:rPr lang="es-MX" sz="2100" dirty="0"/>
              <a:t>: </a:t>
            </a:r>
            <a:r>
              <a:rPr lang="es-ES" sz="2100" dirty="0"/>
              <a:t>Modifica una tabla existente, por ejemplo, añadiendo o eliminando columnas.</a:t>
            </a:r>
            <a:br>
              <a:rPr lang="es-ES" sz="2100" dirty="0"/>
            </a:br>
            <a:r>
              <a:rPr lang="es-ES" sz="2100" dirty="0"/>
              <a:t>	º </a:t>
            </a:r>
            <a:r>
              <a:rPr lang="es-MX" sz="2100" b="1" dirty="0"/>
              <a:t>DROP: </a:t>
            </a:r>
            <a:r>
              <a:rPr lang="es-ES" sz="2100" dirty="0"/>
              <a:t>Elimina objetos de la base de datos, como tablas o bases de datos completas.</a:t>
            </a:r>
            <a:br>
              <a:rPr lang="es-ES" sz="2100" dirty="0"/>
            </a:br>
            <a:r>
              <a:rPr lang="es-ES" sz="2100" dirty="0"/>
              <a:t>	º </a:t>
            </a:r>
            <a:r>
              <a:rPr lang="es-MX" sz="2100" b="1" dirty="0"/>
              <a:t>TRUNCATE</a:t>
            </a:r>
            <a:r>
              <a:rPr lang="es-ES" sz="2100" b="1" dirty="0"/>
              <a:t>: </a:t>
            </a:r>
            <a:r>
              <a:rPr lang="es-ES" sz="2100" dirty="0"/>
              <a:t>Elimina todos los registros de una tabla sin eliminar la estructura de la tabla</a:t>
            </a:r>
            <a:br>
              <a:rPr lang="es-ES" sz="2100" dirty="0"/>
            </a:br>
            <a:br>
              <a:rPr lang="es-ES" sz="1100" dirty="0"/>
            </a:br>
            <a:endParaRPr lang="en-US" sz="1100" b="1" dirty="0">
              <a:solidFill>
                <a:schemeClr val="tx1">
                  <a:lumMod val="75000"/>
                  <a:lumOff val="25000"/>
                </a:schemeClr>
              </a:solidFill>
            </a:endParaRPr>
          </a:p>
        </p:txBody>
      </p:sp>
      <p:cxnSp>
        <p:nvCxnSpPr>
          <p:cNvPr id="6" name="Conector recto 5">
            <a:extLst>
              <a:ext uri="{FF2B5EF4-FFF2-40B4-BE49-F238E27FC236}">
                <a16:creationId xmlns:a16="http://schemas.microsoft.com/office/drawing/2014/main" id="{BD499526-B790-9114-129F-9D742F52465E}"/>
              </a:ext>
            </a:extLst>
          </p:cNvPr>
          <p:cNvCxnSpPr>
            <a:cxnSpLocks/>
          </p:cNvCxnSpPr>
          <p:nvPr/>
        </p:nvCxnSpPr>
        <p:spPr>
          <a:xfrm>
            <a:off x="0" y="1296025"/>
            <a:ext cx="12192000" cy="0"/>
          </a:xfrm>
          <a:prstGeom prst="line">
            <a:avLst/>
          </a:prstGeom>
          <a:ln w="38100" cmpd="dbl"/>
        </p:spPr>
        <p:style>
          <a:lnRef idx="3">
            <a:schemeClr val="dk1"/>
          </a:lnRef>
          <a:fillRef idx="0">
            <a:schemeClr val="dk1"/>
          </a:fillRef>
          <a:effectRef idx="2">
            <a:schemeClr val="dk1"/>
          </a:effectRef>
          <a:fontRef idx="minor">
            <a:schemeClr val="tx1"/>
          </a:fontRef>
        </p:style>
      </p:cxnSp>
      <p:pic>
        <p:nvPicPr>
          <p:cNvPr id="7" name="Picture 2">
            <a:extLst>
              <a:ext uri="{FF2B5EF4-FFF2-40B4-BE49-F238E27FC236}">
                <a16:creationId xmlns:a16="http://schemas.microsoft.com/office/drawing/2014/main" id="{2B796B42-AC96-E638-1FDD-E9A573A0AFC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101329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31BCE-4C49-173C-31A3-B7785748C4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3FBB2C-5E1E-E52B-07BA-6C3CA33C0FE0}"/>
              </a:ext>
            </a:extLst>
          </p:cNvPr>
          <p:cNvSpPr>
            <a:spLocks noGrp="1"/>
          </p:cNvSpPr>
          <p:nvPr>
            <p:ph type="title"/>
          </p:nvPr>
        </p:nvSpPr>
        <p:spPr>
          <a:xfrm>
            <a:off x="855560" y="202576"/>
            <a:ext cx="10652368" cy="779832"/>
          </a:xfrm>
        </p:spPr>
        <p:txBody>
          <a:bodyPr vert="horz" lIns="91440" tIns="45720" rIns="91440" bIns="45720" rtlCol="0" anchor="b">
            <a:noAutofit/>
          </a:bodyPr>
          <a:lstStyle/>
          <a:p>
            <a:r>
              <a:rPr lang="es-ES" sz="2800" dirty="0"/>
              <a:t>DML (Data </a:t>
            </a:r>
            <a:r>
              <a:rPr lang="es-ES" sz="2800" dirty="0" err="1"/>
              <a:t>Manipulation</a:t>
            </a:r>
            <a:r>
              <a:rPr lang="es-ES" sz="2800" dirty="0"/>
              <a:t> </a:t>
            </a:r>
            <a:r>
              <a:rPr lang="es-ES" sz="2800" dirty="0" err="1"/>
              <a:t>Language</a:t>
            </a:r>
            <a:r>
              <a:rPr lang="es-ES" sz="2800" dirty="0"/>
              <a:t>) - Lenguaje de Manipulación de Datos</a:t>
            </a:r>
            <a:endParaRPr lang="en-US" sz="2800" dirty="0"/>
          </a:p>
        </p:txBody>
      </p:sp>
      <p:sp>
        <p:nvSpPr>
          <p:cNvPr id="5" name="CuadroTexto 4">
            <a:extLst>
              <a:ext uri="{FF2B5EF4-FFF2-40B4-BE49-F238E27FC236}">
                <a16:creationId xmlns:a16="http://schemas.microsoft.com/office/drawing/2014/main" id="{BBD7588F-F840-C1EC-F532-B9F8E2A112C7}"/>
              </a:ext>
            </a:extLst>
          </p:cNvPr>
          <p:cNvSpPr txBox="1"/>
          <p:nvPr/>
        </p:nvSpPr>
        <p:spPr>
          <a:xfrm>
            <a:off x="22138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sp>
        <p:nvSpPr>
          <p:cNvPr id="3" name="CuadroTexto 2">
            <a:extLst>
              <a:ext uri="{FF2B5EF4-FFF2-40B4-BE49-F238E27FC236}">
                <a16:creationId xmlns:a16="http://schemas.microsoft.com/office/drawing/2014/main" id="{7A67C28E-4A9E-DE25-6D60-14377C9C30A3}"/>
              </a:ext>
            </a:extLst>
          </p:cNvPr>
          <p:cNvSpPr txBox="1"/>
          <p:nvPr/>
        </p:nvSpPr>
        <p:spPr>
          <a:xfrm>
            <a:off x="855560" y="1923260"/>
            <a:ext cx="10864339" cy="3727990"/>
          </a:xfrm>
          <a:prstGeom prst="rect">
            <a:avLst/>
          </a:prstGeom>
        </p:spPr>
        <p:txBody>
          <a:bodyPr vert="horz" lIns="91440" tIns="45720" rIns="91440" bIns="45720" rtlCol="0" anchor="ctr">
            <a:normAutofit fontScale="92500" lnSpcReduction="10000"/>
          </a:bodyPr>
          <a:lstStyle/>
          <a:p>
            <a:pPr defTabSz="457200">
              <a:lnSpc>
                <a:spcPct val="150000"/>
              </a:lnSpc>
              <a:spcBef>
                <a:spcPct val="20000"/>
              </a:spcBef>
              <a:spcAft>
                <a:spcPts val="600"/>
              </a:spcAft>
              <a:buClr>
                <a:schemeClr val="accent1"/>
              </a:buClr>
              <a:buSzPct val="92000"/>
            </a:pPr>
            <a:r>
              <a:rPr lang="es-ES" sz="2000" dirty="0"/>
              <a:t>El DML se utiliza para manipular los datos almacenados en las tablas. Con estos comandos, puedes insertar, actualizar, eliminar y consultar los datos.</a:t>
            </a:r>
            <a:br>
              <a:rPr lang="es-ES" sz="2000" dirty="0"/>
            </a:br>
            <a:br>
              <a:rPr lang="es-ES" sz="2000" dirty="0"/>
            </a:br>
            <a:r>
              <a:rPr lang="es-ES" sz="2000" dirty="0"/>
              <a:t>Comandos comunes de DML:</a:t>
            </a:r>
            <a:br>
              <a:rPr lang="es-ES" sz="2000" dirty="0"/>
            </a:br>
            <a:r>
              <a:rPr lang="es-ES" sz="2000" dirty="0"/>
              <a:t>	º </a:t>
            </a:r>
            <a:r>
              <a:rPr lang="es-ES" sz="2000" b="1" dirty="0"/>
              <a:t>SELECT</a:t>
            </a:r>
            <a:r>
              <a:rPr lang="es-ES" sz="2000" dirty="0"/>
              <a:t>: Extrae datos de una o más tablas.</a:t>
            </a:r>
            <a:br>
              <a:rPr lang="es-ES" sz="2000" dirty="0"/>
            </a:br>
            <a:r>
              <a:rPr lang="es-ES" sz="2000" dirty="0"/>
              <a:t>	º </a:t>
            </a:r>
            <a:r>
              <a:rPr lang="es-ES" sz="2000" b="1" dirty="0"/>
              <a:t>INSERT</a:t>
            </a:r>
            <a:r>
              <a:rPr lang="es-ES" sz="2000" dirty="0"/>
              <a:t>: Agrega nuevos registros a una tabla.</a:t>
            </a:r>
            <a:br>
              <a:rPr lang="es-ES" sz="2000" dirty="0"/>
            </a:br>
            <a:r>
              <a:rPr lang="es-ES" sz="2000" dirty="0"/>
              <a:t>	º </a:t>
            </a:r>
            <a:r>
              <a:rPr lang="es-ES" sz="2000" b="1" dirty="0"/>
              <a:t>UPDATE</a:t>
            </a:r>
            <a:r>
              <a:rPr lang="es-ES" sz="2000" dirty="0"/>
              <a:t>: Modifica los registros existentes en una tabla.</a:t>
            </a:r>
            <a:br>
              <a:rPr lang="es-ES" sz="2000" dirty="0"/>
            </a:br>
            <a:r>
              <a:rPr lang="es-ES" sz="2000" dirty="0"/>
              <a:t>	º </a:t>
            </a:r>
            <a:r>
              <a:rPr lang="es-ES" sz="2000" b="1" dirty="0"/>
              <a:t>DELETE</a:t>
            </a:r>
            <a:r>
              <a:rPr lang="es-ES" sz="2000" dirty="0"/>
              <a:t>: Elimina registros de una tabla.</a:t>
            </a:r>
            <a:br>
              <a:rPr lang="es-ES" sz="1100" dirty="0"/>
            </a:br>
            <a:endParaRPr lang="en-US" sz="1100" b="1" dirty="0">
              <a:solidFill>
                <a:schemeClr val="tx1">
                  <a:lumMod val="75000"/>
                  <a:lumOff val="25000"/>
                </a:schemeClr>
              </a:solidFill>
            </a:endParaRPr>
          </a:p>
        </p:txBody>
      </p:sp>
      <p:cxnSp>
        <p:nvCxnSpPr>
          <p:cNvPr id="6" name="Conector recto 5">
            <a:extLst>
              <a:ext uri="{FF2B5EF4-FFF2-40B4-BE49-F238E27FC236}">
                <a16:creationId xmlns:a16="http://schemas.microsoft.com/office/drawing/2014/main" id="{64AB8FD6-C86B-A726-EA9D-A5E8740C750E}"/>
              </a:ext>
            </a:extLst>
          </p:cNvPr>
          <p:cNvCxnSpPr>
            <a:cxnSpLocks/>
          </p:cNvCxnSpPr>
          <p:nvPr/>
        </p:nvCxnSpPr>
        <p:spPr>
          <a:xfrm>
            <a:off x="0" y="1296025"/>
            <a:ext cx="12192000" cy="0"/>
          </a:xfrm>
          <a:prstGeom prst="line">
            <a:avLst/>
          </a:prstGeom>
          <a:ln w="38100" cmpd="dbl"/>
        </p:spPr>
        <p:style>
          <a:lnRef idx="3">
            <a:schemeClr val="dk1"/>
          </a:lnRef>
          <a:fillRef idx="0">
            <a:schemeClr val="dk1"/>
          </a:fillRef>
          <a:effectRef idx="2">
            <a:schemeClr val="dk1"/>
          </a:effectRef>
          <a:fontRef idx="minor">
            <a:schemeClr val="tx1"/>
          </a:fontRef>
        </p:style>
      </p:cxnSp>
      <p:pic>
        <p:nvPicPr>
          <p:cNvPr id="7" name="Picture 2">
            <a:extLst>
              <a:ext uri="{FF2B5EF4-FFF2-40B4-BE49-F238E27FC236}">
                <a16:creationId xmlns:a16="http://schemas.microsoft.com/office/drawing/2014/main" id="{9A0D0229-6034-4C78-F82F-186768D9CED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2107882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D0385-9DEA-5A53-D7B7-03F3082864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0AB39E-FA28-204A-F5D6-B6AD9C0A4C29}"/>
              </a:ext>
            </a:extLst>
          </p:cNvPr>
          <p:cNvSpPr>
            <a:spLocks noGrp="1"/>
          </p:cNvSpPr>
          <p:nvPr>
            <p:ph type="title"/>
          </p:nvPr>
        </p:nvSpPr>
        <p:spPr>
          <a:xfrm>
            <a:off x="855560" y="202576"/>
            <a:ext cx="10652368" cy="779832"/>
          </a:xfrm>
        </p:spPr>
        <p:txBody>
          <a:bodyPr vert="horz" lIns="91440" tIns="45720" rIns="91440" bIns="45720" rtlCol="0" anchor="b">
            <a:noAutofit/>
          </a:bodyPr>
          <a:lstStyle/>
          <a:p>
            <a:r>
              <a:rPr lang="es-MX" sz="2800" dirty="0"/>
              <a:t>DCL (Data Control </a:t>
            </a:r>
            <a:r>
              <a:rPr lang="es-MX" sz="2800" dirty="0" err="1"/>
              <a:t>Language</a:t>
            </a:r>
            <a:r>
              <a:rPr lang="es-MX" sz="2800" dirty="0"/>
              <a:t>) - Lenguaje de Control de Datos</a:t>
            </a:r>
            <a:endParaRPr lang="en-US" sz="2800" dirty="0"/>
          </a:p>
        </p:txBody>
      </p:sp>
      <p:sp>
        <p:nvSpPr>
          <p:cNvPr id="5" name="CuadroTexto 4">
            <a:extLst>
              <a:ext uri="{FF2B5EF4-FFF2-40B4-BE49-F238E27FC236}">
                <a16:creationId xmlns:a16="http://schemas.microsoft.com/office/drawing/2014/main" id="{1E8EE4AF-7AD1-9068-1FFC-A14BE7CD7630}"/>
              </a:ext>
            </a:extLst>
          </p:cNvPr>
          <p:cNvSpPr txBox="1"/>
          <p:nvPr/>
        </p:nvSpPr>
        <p:spPr>
          <a:xfrm>
            <a:off x="22138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sp>
        <p:nvSpPr>
          <p:cNvPr id="3" name="CuadroTexto 2">
            <a:extLst>
              <a:ext uri="{FF2B5EF4-FFF2-40B4-BE49-F238E27FC236}">
                <a16:creationId xmlns:a16="http://schemas.microsoft.com/office/drawing/2014/main" id="{0E283C8C-991B-E453-7D31-066A694139A6}"/>
              </a:ext>
            </a:extLst>
          </p:cNvPr>
          <p:cNvSpPr txBox="1"/>
          <p:nvPr/>
        </p:nvSpPr>
        <p:spPr>
          <a:xfrm>
            <a:off x="855560" y="1768872"/>
            <a:ext cx="11183462" cy="4156746"/>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sz="1900" dirty="0"/>
              <a:t>El DCL se usa para controlar el acceso a los datos y definir permisos sobre las bases de datos y objetos dentro de ellas. Estos comandos están más orientados a la seguridad y a la gestión de usuarios.</a:t>
            </a:r>
            <a:br>
              <a:rPr lang="es-ES" sz="1900" dirty="0"/>
            </a:br>
            <a:br>
              <a:rPr lang="es-ES" sz="1900" dirty="0"/>
            </a:br>
            <a:r>
              <a:rPr lang="es-ES" sz="1900" dirty="0"/>
              <a:t>Comandos comunes de DCL:</a:t>
            </a:r>
            <a:br>
              <a:rPr lang="es-ES" sz="1900" dirty="0"/>
            </a:br>
            <a:r>
              <a:rPr lang="es-ES" sz="1900" dirty="0"/>
              <a:t>	º </a:t>
            </a:r>
            <a:r>
              <a:rPr lang="es-ES" sz="1900" b="1" dirty="0"/>
              <a:t>GRANT</a:t>
            </a:r>
            <a:r>
              <a:rPr lang="es-ES" sz="1900" dirty="0"/>
              <a:t>: Concede permisos a un usuario para que pueda realizar ciertas operaciones en las 	bases de datos.</a:t>
            </a:r>
            <a:br>
              <a:rPr lang="es-ES" sz="1900" dirty="0"/>
            </a:br>
            <a:r>
              <a:rPr lang="es-ES" sz="1900" dirty="0"/>
              <a:t>	º </a:t>
            </a:r>
            <a:r>
              <a:rPr lang="es-ES" sz="1900" b="1" dirty="0"/>
              <a:t>REVOKE</a:t>
            </a:r>
            <a:r>
              <a:rPr lang="es-ES" sz="1900" dirty="0"/>
              <a:t>: Revoca los permisos concedidos previamente a un usuario.</a:t>
            </a:r>
            <a:br>
              <a:rPr lang="es-ES" sz="1100" dirty="0"/>
            </a:br>
            <a:endParaRPr lang="en-US" sz="1100" b="1" dirty="0">
              <a:solidFill>
                <a:schemeClr val="tx1">
                  <a:lumMod val="75000"/>
                  <a:lumOff val="25000"/>
                </a:schemeClr>
              </a:solidFill>
            </a:endParaRPr>
          </a:p>
        </p:txBody>
      </p:sp>
      <p:cxnSp>
        <p:nvCxnSpPr>
          <p:cNvPr id="6" name="Conector recto 5">
            <a:extLst>
              <a:ext uri="{FF2B5EF4-FFF2-40B4-BE49-F238E27FC236}">
                <a16:creationId xmlns:a16="http://schemas.microsoft.com/office/drawing/2014/main" id="{466294DD-C8F4-DD3F-55D0-45C5B0AFBF9C}"/>
              </a:ext>
            </a:extLst>
          </p:cNvPr>
          <p:cNvCxnSpPr>
            <a:cxnSpLocks/>
          </p:cNvCxnSpPr>
          <p:nvPr/>
        </p:nvCxnSpPr>
        <p:spPr>
          <a:xfrm>
            <a:off x="0" y="1296025"/>
            <a:ext cx="12192000" cy="0"/>
          </a:xfrm>
          <a:prstGeom prst="line">
            <a:avLst/>
          </a:prstGeom>
          <a:ln w="38100" cmpd="dbl"/>
        </p:spPr>
        <p:style>
          <a:lnRef idx="3">
            <a:schemeClr val="dk1"/>
          </a:lnRef>
          <a:fillRef idx="0">
            <a:schemeClr val="dk1"/>
          </a:fillRef>
          <a:effectRef idx="2">
            <a:schemeClr val="dk1"/>
          </a:effectRef>
          <a:fontRef idx="minor">
            <a:schemeClr val="tx1"/>
          </a:fontRef>
        </p:style>
      </p:cxnSp>
      <p:pic>
        <p:nvPicPr>
          <p:cNvPr id="8" name="Picture 2">
            <a:extLst>
              <a:ext uri="{FF2B5EF4-FFF2-40B4-BE49-F238E27FC236}">
                <a16:creationId xmlns:a16="http://schemas.microsoft.com/office/drawing/2014/main" id="{7CCA4543-2628-5383-E7D3-6F5DFB5F88C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62946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44B01-3E7B-76B0-8363-877935433E8E}"/>
            </a:ext>
          </a:extLst>
        </p:cNvPr>
        <p:cNvGrpSpPr/>
        <p:nvPr/>
      </p:nvGrpSpPr>
      <p:grpSpPr>
        <a:xfrm>
          <a:off x="0" y="0"/>
          <a:ext cx="0" cy="0"/>
          <a:chOff x="0" y="0"/>
          <a:chExt cx="0" cy="0"/>
        </a:xfrm>
      </p:grpSpPr>
      <p:pic>
        <p:nvPicPr>
          <p:cNvPr id="3074" name="Picture 2" descr="Imagen en blanco y negro de un hombre sentado en una mesa&#10;&#10;Descripción generada automáticamente con confianza media">
            <a:extLst>
              <a:ext uri="{FF2B5EF4-FFF2-40B4-BE49-F238E27FC236}">
                <a16:creationId xmlns:a16="http://schemas.microsoft.com/office/drawing/2014/main" id="{62564543-6A08-B3D0-B048-CCA7444EA30A}"/>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3031" r="-1" b="52531"/>
          <a:stretch/>
        </p:blipFill>
        <p:spPr bwMode="auto">
          <a:xfrm>
            <a:off x="89591" y="1789476"/>
            <a:ext cx="5524627" cy="3279048"/>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2A1239DF-CB85-BDE3-F316-EA66ACD815A6}"/>
              </a:ext>
            </a:extLst>
          </p:cNvPr>
          <p:cNvSpPr>
            <a:spLocks noGrp="1"/>
          </p:cNvSpPr>
          <p:nvPr>
            <p:ph type="title"/>
          </p:nvPr>
        </p:nvSpPr>
        <p:spPr>
          <a:xfrm>
            <a:off x="7621599" y="228963"/>
            <a:ext cx="1876363" cy="696345"/>
          </a:xfrm>
        </p:spPr>
        <p:txBody>
          <a:bodyPr vert="horz" lIns="91440" tIns="45720" rIns="91440" bIns="45720" rtlCol="0" anchor="b">
            <a:normAutofit fontScale="90000"/>
          </a:bodyPr>
          <a:lstStyle/>
          <a:p>
            <a:r>
              <a:rPr lang="en-US" dirty="0">
                <a:solidFill>
                  <a:schemeClr val="tx1"/>
                </a:solidFill>
              </a:rPr>
              <a:t>Historia</a:t>
            </a:r>
            <a:endParaRPr lang="en-US" b="0" kern="1200" cap="all" dirty="0">
              <a:solidFill>
                <a:schemeClr val="tx1"/>
              </a:solidFill>
              <a:latin typeface="+mj-lt"/>
              <a:ea typeface="+mj-ea"/>
              <a:cs typeface="+mj-cs"/>
            </a:endParaRPr>
          </a:p>
        </p:txBody>
      </p:sp>
      <p:graphicFrame>
        <p:nvGraphicFramePr>
          <p:cNvPr id="3080" name="CuadroTexto 4">
            <a:extLst>
              <a:ext uri="{FF2B5EF4-FFF2-40B4-BE49-F238E27FC236}">
                <a16:creationId xmlns:a16="http://schemas.microsoft.com/office/drawing/2014/main" id="{A10F26FD-D3E3-9AFA-9A0E-D9ECD38F8EAE}"/>
              </a:ext>
            </a:extLst>
          </p:cNvPr>
          <p:cNvGraphicFramePr/>
          <p:nvPr/>
        </p:nvGraphicFramePr>
        <p:xfrm>
          <a:off x="6027174" y="1408834"/>
          <a:ext cx="5848556" cy="5220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uadroTexto 2">
            <a:extLst>
              <a:ext uri="{FF2B5EF4-FFF2-40B4-BE49-F238E27FC236}">
                <a16:creationId xmlns:a16="http://schemas.microsoft.com/office/drawing/2014/main" id="{ED974B04-5955-2949-5795-4F59DA02F4B1}"/>
              </a:ext>
            </a:extLst>
          </p:cNvPr>
          <p:cNvSpPr txBox="1"/>
          <p:nvPr/>
        </p:nvSpPr>
        <p:spPr>
          <a:xfrm>
            <a:off x="-33708" y="6239121"/>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4" name="Picture 2">
            <a:extLst>
              <a:ext uri="{FF2B5EF4-FFF2-40B4-BE49-F238E27FC236}">
                <a16:creationId xmlns:a16="http://schemas.microsoft.com/office/drawing/2014/main" id="{5FBFFC54-4EDC-0037-BEA5-D6B60F3D5D44}"/>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3618445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FDE9A-35AA-2B76-BD5A-775A2B2E07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CEB40F-116C-DE24-22A3-8780CDC0B842}"/>
              </a:ext>
            </a:extLst>
          </p:cNvPr>
          <p:cNvSpPr>
            <a:spLocks noGrp="1"/>
          </p:cNvSpPr>
          <p:nvPr>
            <p:ph type="title"/>
          </p:nvPr>
        </p:nvSpPr>
        <p:spPr>
          <a:xfrm>
            <a:off x="4434346" y="124513"/>
            <a:ext cx="3323303" cy="494695"/>
          </a:xfrm>
        </p:spPr>
        <p:txBody>
          <a:bodyPr vert="horz" lIns="91440" tIns="45720" rIns="91440" bIns="45720" rtlCol="0" anchor="b">
            <a:noAutofit/>
          </a:bodyPr>
          <a:lstStyle/>
          <a:p>
            <a:r>
              <a:rPr lang="en-US" sz="2800" b="1" dirty="0"/>
              <a:t>Bases </a:t>
            </a:r>
            <a:r>
              <a:rPr lang="en-US" sz="2800" b="1" dirty="0" err="1"/>
              <a:t>Relacionales</a:t>
            </a:r>
            <a:endParaRPr lang="en-US" sz="2800" b="1" kern="1200" cap="all" dirty="0">
              <a:solidFill>
                <a:schemeClr val="tx1">
                  <a:lumMod val="75000"/>
                  <a:lumOff val="25000"/>
                </a:schemeClr>
              </a:solidFill>
              <a:latin typeface="+mj-lt"/>
              <a:ea typeface="+mj-ea"/>
              <a:cs typeface="+mj-cs"/>
            </a:endParaRPr>
          </a:p>
        </p:txBody>
      </p:sp>
      <p:sp>
        <p:nvSpPr>
          <p:cNvPr id="5" name="CuadroTexto 4">
            <a:extLst>
              <a:ext uri="{FF2B5EF4-FFF2-40B4-BE49-F238E27FC236}">
                <a16:creationId xmlns:a16="http://schemas.microsoft.com/office/drawing/2014/main" id="{1C965ACC-B55F-4665-FFA7-C68F9E7B34AA}"/>
              </a:ext>
            </a:extLst>
          </p:cNvPr>
          <p:cNvSpPr txBox="1"/>
          <p:nvPr/>
        </p:nvSpPr>
        <p:spPr>
          <a:xfrm>
            <a:off x="319547" y="1150456"/>
            <a:ext cx="11552903" cy="1671399"/>
          </a:xfrm>
          <a:prstGeom prst="rect">
            <a:avLst/>
          </a:prstGeom>
        </p:spPr>
        <p:txBody>
          <a:bodyPr vert="horz" lIns="91440" tIns="45720" rIns="91440" bIns="45720" rtlCol="0" anchor="ctr">
            <a:normAutofit fontScale="92500" lnSpcReduction="20000"/>
          </a:bodyPr>
          <a:lstStyle/>
          <a:p>
            <a:pPr algn="just" defTabSz="457200">
              <a:lnSpc>
                <a:spcPct val="150000"/>
              </a:lnSpc>
              <a:spcBef>
                <a:spcPct val="20000"/>
              </a:spcBef>
              <a:spcAft>
                <a:spcPts val="600"/>
              </a:spcAft>
              <a:buClr>
                <a:schemeClr val="accent1"/>
              </a:buClr>
              <a:buSzPct val="92000"/>
            </a:pPr>
            <a:r>
              <a:rPr lang="es-ES" sz="2000" dirty="0"/>
              <a:t>Una base de datos relacional es un tipo de base de datos que almacena datos en </a:t>
            </a:r>
            <a:r>
              <a:rPr lang="es-ES" sz="2000" b="1" dirty="0"/>
              <a:t>tablas</a:t>
            </a:r>
            <a:r>
              <a:rPr lang="es-ES" sz="2000" dirty="0"/>
              <a:t>, las cuales están organizadas en </a:t>
            </a:r>
            <a:r>
              <a:rPr lang="es-ES" sz="2000" b="1" dirty="0"/>
              <a:t>filas</a:t>
            </a:r>
            <a:r>
              <a:rPr lang="es-ES" sz="2000" dirty="0"/>
              <a:t> (registros) y </a:t>
            </a:r>
            <a:r>
              <a:rPr lang="es-ES" sz="2000" b="1" dirty="0"/>
              <a:t>columnas</a:t>
            </a:r>
            <a:r>
              <a:rPr lang="es-ES" sz="2000" dirty="0"/>
              <a:t> (campos). Estas bases de datos se basan en el modelo </a:t>
            </a:r>
            <a:r>
              <a:rPr lang="es-ES" sz="2000" b="1" dirty="0"/>
              <a:t>relacional</a:t>
            </a:r>
            <a:r>
              <a:rPr lang="es-ES" sz="2000" dirty="0"/>
              <a:t>, donde las tablas pueden estar relacionadas entre sí mediante </a:t>
            </a:r>
            <a:r>
              <a:rPr lang="es-ES" sz="2000" b="1" dirty="0"/>
              <a:t>llaves primarias</a:t>
            </a:r>
            <a:r>
              <a:rPr lang="es-ES" sz="2000" dirty="0"/>
              <a:t> y </a:t>
            </a:r>
            <a:r>
              <a:rPr lang="es-ES" sz="2000" b="1" dirty="0"/>
              <a:t>llaves foráneas</a:t>
            </a:r>
            <a:r>
              <a:rPr lang="es-ES" sz="2000" dirty="0"/>
              <a:t>.</a:t>
            </a:r>
            <a:endParaRPr lang="en-US" sz="2000" b="1" dirty="0">
              <a:solidFill>
                <a:schemeClr val="tx1">
                  <a:lumMod val="75000"/>
                  <a:lumOff val="25000"/>
                </a:schemeClr>
              </a:solidFill>
            </a:endParaRPr>
          </a:p>
        </p:txBody>
      </p:sp>
      <p:cxnSp>
        <p:nvCxnSpPr>
          <p:cNvPr id="3" name="Conector recto 2">
            <a:extLst>
              <a:ext uri="{FF2B5EF4-FFF2-40B4-BE49-F238E27FC236}">
                <a16:creationId xmlns:a16="http://schemas.microsoft.com/office/drawing/2014/main" id="{4AEAAEF8-EF82-B95E-81C9-B4692254B420}"/>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graphicFrame>
        <p:nvGraphicFramePr>
          <p:cNvPr id="9" name="CuadroTexto 3">
            <a:extLst>
              <a:ext uri="{FF2B5EF4-FFF2-40B4-BE49-F238E27FC236}">
                <a16:creationId xmlns:a16="http://schemas.microsoft.com/office/drawing/2014/main" id="{055175E2-D526-DAEA-31F7-148B828CE2E1}"/>
              </a:ext>
            </a:extLst>
          </p:cNvPr>
          <p:cNvGraphicFramePr/>
          <p:nvPr>
            <p:extLst>
              <p:ext uri="{D42A27DB-BD31-4B8C-83A1-F6EECF244321}">
                <p14:modId xmlns:p14="http://schemas.microsoft.com/office/powerpoint/2010/main" val="3415295726"/>
              </p:ext>
            </p:extLst>
          </p:nvPr>
        </p:nvGraphicFramePr>
        <p:xfrm>
          <a:off x="182390" y="2625584"/>
          <a:ext cx="11552902" cy="3447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CuadroTexto 11">
            <a:extLst>
              <a:ext uri="{FF2B5EF4-FFF2-40B4-BE49-F238E27FC236}">
                <a16:creationId xmlns:a16="http://schemas.microsoft.com/office/drawing/2014/main" id="{C4C1E19C-66D4-C7A7-0C07-928815B01B6F}"/>
              </a:ext>
            </a:extLst>
          </p:cNvPr>
          <p:cNvSpPr txBox="1"/>
          <p:nvPr/>
        </p:nvSpPr>
        <p:spPr>
          <a:xfrm>
            <a:off x="22138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52568204-9293-076D-07AA-90F5F65D9E43}"/>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490772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963E-BB32-4853-1773-F69ACB9623EF}"/>
            </a:ext>
          </a:extLst>
        </p:cNvPr>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F00C5BD2-EA7B-6D8B-E9FC-FA257C54C12E}"/>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81A6466B-DD2F-6151-3079-53EC42B6D105}"/>
              </a:ext>
            </a:extLst>
          </p:cNvPr>
          <p:cNvSpPr txBox="1"/>
          <p:nvPr/>
        </p:nvSpPr>
        <p:spPr>
          <a:xfrm>
            <a:off x="22138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485EF1B4-B5A7-68A2-F72F-BD270196136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4" name="Título 1">
            <a:extLst>
              <a:ext uri="{FF2B5EF4-FFF2-40B4-BE49-F238E27FC236}">
                <a16:creationId xmlns:a16="http://schemas.microsoft.com/office/drawing/2014/main" id="{171B27B0-2301-70FB-F2FA-D30C96566AF9}"/>
              </a:ext>
            </a:extLst>
          </p:cNvPr>
          <p:cNvSpPr txBox="1">
            <a:spLocks/>
          </p:cNvSpPr>
          <p:nvPr/>
        </p:nvSpPr>
        <p:spPr>
          <a:xfrm>
            <a:off x="2651368" y="185653"/>
            <a:ext cx="8459084" cy="559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t>Ventajas</a:t>
            </a:r>
            <a:r>
              <a:rPr lang="en-US" sz="2800" b="1" dirty="0"/>
              <a:t> de las bases de </a:t>
            </a:r>
            <a:r>
              <a:rPr lang="en-US" sz="2800" b="1" dirty="0" err="1"/>
              <a:t>datos</a:t>
            </a:r>
            <a:r>
              <a:rPr lang="en-US" sz="2800" b="1" dirty="0"/>
              <a:t> </a:t>
            </a:r>
            <a:r>
              <a:rPr lang="en-US" sz="2800" b="1" dirty="0" err="1"/>
              <a:t>relacionales</a:t>
            </a:r>
            <a:endParaRPr lang="en-US" sz="2800" b="1" dirty="0"/>
          </a:p>
        </p:txBody>
      </p:sp>
      <p:sp>
        <p:nvSpPr>
          <p:cNvPr id="8" name="CuadroTexto 7">
            <a:extLst>
              <a:ext uri="{FF2B5EF4-FFF2-40B4-BE49-F238E27FC236}">
                <a16:creationId xmlns:a16="http://schemas.microsoft.com/office/drawing/2014/main" id="{73ED5546-337D-121D-C43F-EA91DA6D583E}"/>
              </a:ext>
            </a:extLst>
          </p:cNvPr>
          <p:cNvSpPr txBox="1"/>
          <p:nvPr/>
        </p:nvSpPr>
        <p:spPr>
          <a:xfrm>
            <a:off x="2205024" y="1396067"/>
            <a:ext cx="7781952" cy="4192520"/>
          </a:xfrm>
          <a:prstGeom prst="rect">
            <a:avLst/>
          </a:prstGeom>
        </p:spPr>
        <p:txBody>
          <a:bodyPr vert="horz" lIns="91440" tIns="45720" rIns="91440" bIns="45720" rtlCol="0">
            <a:normAutofit fontScale="85000" lnSpcReduction="10000"/>
          </a:bodyPr>
          <a:lstStyle/>
          <a:p>
            <a:pPr marL="285750" indent="-228600" defTabSz="914400">
              <a:lnSpc>
                <a:spcPct val="150000"/>
              </a:lnSpc>
              <a:spcAft>
                <a:spcPts val="600"/>
              </a:spcAft>
              <a:buFont typeface="Arial" panose="020B0604020202020204" pitchFamily="34" charset="0"/>
              <a:buChar char="•"/>
            </a:pPr>
            <a:r>
              <a:rPr lang="en-US" sz="2400" b="1" dirty="0" err="1"/>
              <a:t>Integridad</a:t>
            </a:r>
            <a:r>
              <a:rPr lang="en-US" sz="2400" b="1" dirty="0"/>
              <a:t> </a:t>
            </a:r>
            <a:r>
              <a:rPr lang="en-US" sz="2400" b="1" dirty="0" err="1"/>
              <a:t>referencial</a:t>
            </a:r>
            <a:r>
              <a:rPr lang="en-US" sz="2400" dirty="0"/>
              <a:t>: Se </a:t>
            </a:r>
            <a:r>
              <a:rPr lang="en-US" sz="2400" dirty="0" err="1"/>
              <a:t>asegura</a:t>
            </a:r>
            <a:r>
              <a:rPr lang="en-US" sz="2400" dirty="0"/>
              <a:t> que las </a:t>
            </a:r>
            <a:r>
              <a:rPr lang="en-US" sz="2400" dirty="0" err="1"/>
              <a:t>relaciones</a:t>
            </a:r>
            <a:r>
              <a:rPr lang="en-US" sz="2400" dirty="0"/>
              <a:t> entre las </a:t>
            </a:r>
            <a:r>
              <a:rPr lang="en-US" sz="2400" dirty="0" err="1"/>
              <a:t>tablas</a:t>
            </a:r>
            <a:r>
              <a:rPr lang="en-US" sz="2400" dirty="0"/>
              <a:t> </a:t>
            </a:r>
            <a:r>
              <a:rPr lang="en-US" sz="2400" dirty="0" err="1"/>
              <a:t>sean</a:t>
            </a:r>
            <a:r>
              <a:rPr lang="en-US" sz="2400" dirty="0"/>
              <a:t> </a:t>
            </a:r>
            <a:r>
              <a:rPr lang="en-US" sz="2400" dirty="0" err="1"/>
              <a:t>coherentes</a:t>
            </a:r>
            <a:r>
              <a:rPr lang="en-US" sz="2400" dirty="0"/>
              <a:t>.</a:t>
            </a:r>
          </a:p>
          <a:p>
            <a:pPr marL="285750" indent="-228600" defTabSz="914400">
              <a:lnSpc>
                <a:spcPct val="150000"/>
              </a:lnSpc>
              <a:spcAft>
                <a:spcPts val="600"/>
              </a:spcAft>
              <a:buFont typeface="Arial" panose="020B0604020202020204" pitchFamily="34" charset="0"/>
              <a:buChar char="•"/>
            </a:pPr>
            <a:r>
              <a:rPr lang="en-US" sz="2400" b="1" dirty="0" err="1"/>
              <a:t>Escalabilidad</a:t>
            </a:r>
            <a:r>
              <a:rPr lang="en-US" sz="2400" dirty="0"/>
              <a:t>: </a:t>
            </a:r>
            <a:r>
              <a:rPr lang="en-US" sz="2400" dirty="0" err="1"/>
              <a:t>Aunque</a:t>
            </a:r>
            <a:r>
              <a:rPr lang="en-US" sz="2400" dirty="0"/>
              <a:t> las bases de </a:t>
            </a:r>
            <a:r>
              <a:rPr lang="en-US" sz="2400" dirty="0" err="1"/>
              <a:t>datos</a:t>
            </a:r>
            <a:r>
              <a:rPr lang="en-US" sz="2400" dirty="0"/>
              <a:t> </a:t>
            </a:r>
            <a:r>
              <a:rPr lang="en-US" sz="2400" dirty="0" err="1"/>
              <a:t>relacionales</a:t>
            </a:r>
            <a:r>
              <a:rPr lang="en-US" sz="2400" dirty="0"/>
              <a:t> </a:t>
            </a:r>
            <a:r>
              <a:rPr lang="en-US" sz="2400" dirty="0" err="1"/>
              <a:t>suelen</a:t>
            </a:r>
            <a:r>
              <a:rPr lang="en-US" sz="2400" dirty="0"/>
              <a:t> ser </a:t>
            </a:r>
            <a:r>
              <a:rPr lang="en-US" sz="2400" dirty="0" err="1"/>
              <a:t>más</a:t>
            </a:r>
            <a:r>
              <a:rPr lang="en-US" sz="2400" dirty="0"/>
              <a:t> </a:t>
            </a:r>
            <a:r>
              <a:rPr lang="en-US" sz="2400" dirty="0" err="1"/>
              <a:t>adecuadas</a:t>
            </a:r>
            <a:r>
              <a:rPr lang="en-US" sz="2400" dirty="0"/>
              <a:t> para </a:t>
            </a:r>
            <a:r>
              <a:rPr lang="en-US" sz="2400" dirty="0" err="1"/>
              <a:t>aplicaciones</a:t>
            </a:r>
            <a:r>
              <a:rPr lang="en-US" sz="2400" dirty="0"/>
              <a:t> </a:t>
            </a:r>
            <a:r>
              <a:rPr lang="en-US" sz="2400" dirty="0" err="1"/>
              <a:t>pequeñas</a:t>
            </a:r>
            <a:r>
              <a:rPr lang="en-US" sz="2400" dirty="0"/>
              <a:t> y </a:t>
            </a:r>
            <a:r>
              <a:rPr lang="en-US" sz="2400" dirty="0" err="1"/>
              <a:t>medianas</a:t>
            </a:r>
            <a:r>
              <a:rPr lang="en-US" sz="2400" dirty="0"/>
              <a:t>, </a:t>
            </a:r>
            <a:r>
              <a:rPr lang="en-US" sz="2400" dirty="0" err="1"/>
              <a:t>algunas</a:t>
            </a:r>
            <a:r>
              <a:rPr lang="en-US" sz="2400" dirty="0"/>
              <a:t> </a:t>
            </a:r>
            <a:r>
              <a:rPr lang="en-US" sz="2400" dirty="0" err="1"/>
              <a:t>implementaciones</a:t>
            </a:r>
            <a:r>
              <a:rPr lang="en-US" sz="2400" dirty="0"/>
              <a:t> </a:t>
            </a:r>
            <a:r>
              <a:rPr lang="en-US" sz="2400" dirty="0" err="1"/>
              <a:t>pueden</a:t>
            </a:r>
            <a:r>
              <a:rPr lang="en-US" sz="2400" dirty="0"/>
              <a:t> </a:t>
            </a:r>
            <a:r>
              <a:rPr lang="en-US" sz="2400" dirty="0" err="1"/>
              <a:t>manejar</a:t>
            </a:r>
            <a:r>
              <a:rPr lang="en-US" sz="2400" dirty="0"/>
              <a:t> </a:t>
            </a:r>
            <a:r>
              <a:rPr lang="en-US" sz="2400" dirty="0" err="1"/>
              <a:t>grandes</a:t>
            </a:r>
            <a:r>
              <a:rPr lang="en-US" sz="2400" dirty="0"/>
              <a:t> </a:t>
            </a:r>
            <a:r>
              <a:rPr lang="en-US" sz="2400" dirty="0" err="1"/>
              <a:t>volúmenes</a:t>
            </a:r>
            <a:r>
              <a:rPr lang="en-US" sz="2400" dirty="0"/>
              <a:t> de </a:t>
            </a:r>
            <a:r>
              <a:rPr lang="en-US" sz="2400" dirty="0" err="1"/>
              <a:t>datos</a:t>
            </a:r>
            <a:r>
              <a:rPr lang="en-US" sz="2400" dirty="0"/>
              <a:t>.</a:t>
            </a:r>
          </a:p>
          <a:p>
            <a:pPr marL="285750" indent="-228600" defTabSz="914400">
              <a:lnSpc>
                <a:spcPct val="150000"/>
              </a:lnSpc>
              <a:spcAft>
                <a:spcPts val="600"/>
              </a:spcAft>
              <a:buFont typeface="Arial" panose="020B0604020202020204" pitchFamily="34" charset="0"/>
              <a:buChar char="•"/>
            </a:pPr>
            <a:r>
              <a:rPr lang="en-US" sz="2400" b="1" dirty="0" err="1"/>
              <a:t>Consultas</a:t>
            </a:r>
            <a:r>
              <a:rPr lang="en-US" sz="2400" b="1" dirty="0"/>
              <a:t> </a:t>
            </a:r>
            <a:r>
              <a:rPr lang="en-US" sz="2400" b="1" dirty="0" err="1"/>
              <a:t>complejas</a:t>
            </a:r>
            <a:r>
              <a:rPr lang="en-US" sz="2400" dirty="0"/>
              <a:t>: La </a:t>
            </a:r>
            <a:r>
              <a:rPr lang="en-US" sz="2400" dirty="0" err="1"/>
              <a:t>capacidad</a:t>
            </a:r>
            <a:r>
              <a:rPr lang="en-US" sz="2400" dirty="0"/>
              <a:t> de </a:t>
            </a:r>
            <a:r>
              <a:rPr lang="en-US" sz="2400" dirty="0" err="1"/>
              <a:t>realizar</a:t>
            </a:r>
            <a:r>
              <a:rPr lang="en-US" sz="2400" dirty="0"/>
              <a:t> </a:t>
            </a:r>
            <a:r>
              <a:rPr lang="en-US" sz="2400" dirty="0" err="1"/>
              <a:t>consultas</a:t>
            </a:r>
            <a:r>
              <a:rPr lang="en-US" sz="2400" dirty="0"/>
              <a:t> </a:t>
            </a:r>
            <a:r>
              <a:rPr lang="en-US" sz="2400" dirty="0" err="1"/>
              <a:t>complejas</a:t>
            </a:r>
            <a:r>
              <a:rPr lang="en-US" sz="2400" dirty="0"/>
              <a:t> y </a:t>
            </a:r>
            <a:r>
              <a:rPr lang="en-US" sz="2400" dirty="0" err="1"/>
              <a:t>obtener</a:t>
            </a:r>
            <a:r>
              <a:rPr lang="en-US" sz="2400" dirty="0"/>
              <a:t> </a:t>
            </a:r>
            <a:r>
              <a:rPr lang="en-US" sz="2400" dirty="0" err="1"/>
              <a:t>resultados</a:t>
            </a:r>
            <a:r>
              <a:rPr lang="en-US" sz="2400" dirty="0"/>
              <a:t> </a:t>
            </a:r>
            <a:r>
              <a:rPr lang="en-US" sz="2400" dirty="0" err="1"/>
              <a:t>precisos</a:t>
            </a:r>
            <a:r>
              <a:rPr lang="en-US" sz="2400" dirty="0"/>
              <a:t> </a:t>
            </a:r>
            <a:r>
              <a:rPr lang="en-US" sz="2400" dirty="0" err="1"/>
              <a:t>usando</a:t>
            </a:r>
            <a:r>
              <a:rPr lang="en-US" sz="2400" dirty="0"/>
              <a:t> SQL.</a:t>
            </a:r>
          </a:p>
          <a:p>
            <a:pPr marL="285750" indent="-228600" defTabSz="914400">
              <a:lnSpc>
                <a:spcPct val="150000"/>
              </a:lnSpc>
              <a:spcAft>
                <a:spcPts val="600"/>
              </a:spcAft>
              <a:buFont typeface="Arial" panose="020B0604020202020204" pitchFamily="34" charset="0"/>
              <a:buChar char="•"/>
            </a:pPr>
            <a:r>
              <a:rPr lang="en-US" sz="2400" b="1" dirty="0" err="1"/>
              <a:t>Seguridad</a:t>
            </a:r>
            <a:r>
              <a:rPr lang="en-US" sz="2400" dirty="0"/>
              <a:t>: </a:t>
            </a:r>
            <a:r>
              <a:rPr lang="en-US" sz="2400" dirty="0" err="1"/>
              <a:t>Permite</a:t>
            </a:r>
            <a:r>
              <a:rPr lang="en-US" sz="2400" dirty="0"/>
              <a:t> </a:t>
            </a:r>
            <a:r>
              <a:rPr lang="en-US" sz="2400" dirty="0" err="1"/>
              <a:t>establecer</a:t>
            </a:r>
            <a:r>
              <a:rPr lang="en-US" sz="2400" dirty="0"/>
              <a:t> </a:t>
            </a:r>
            <a:r>
              <a:rPr lang="en-US" sz="2400" dirty="0" err="1"/>
              <a:t>permisos</a:t>
            </a:r>
            <a:r>
              <a:rPr lang="en-US" sz="2400" dirty="0"/>
              <a:t> de </a:t>
            </a:r>
            <a:r>
              <a:rPr lang="en-US" sz="2400" dirty="0" err="1"/>
              <a:t>acceso</a:t>
            </a:r>
            <a:r>
              <a:rPr lang="en-US" sz="2400" dirty="0"/>
              <a:t> para </a:t>
            </a:r>
            <a:r>
              <a:rPr lang="en-US" sz="2400" dirty="0" err="1"/>
              <a:t>diferentes</a:t>
            </a:r>
            <a:r>
              <a:rPr lang="en-US" sz="2400" dirty="0"/>
              <a:t> </a:t>
            </a:r>
            <a:r>
              <a:rPr lang="en-US" sz="2400" dirty="0" err="1"/>
              <a:t>usuarios</a:t>
            </a:r>
            <a:r>
              <a:rPr lang="en-US" sz="2400" dirty="0"/>
              <a:t>.</a:t>
            </a:r>
          </a:p>
        </p:txBody>
      </p:sp>
    </p:spTree>
    <p:extLst>
      <p:ext uri="{BB962C8B-B14F-4D97-AF65-F5344CB8AC3E}">
        <p14:creationId xmlns:p14="http://schemas.microsoft.com/office/powerpoint/2010/main" val="88689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08AF-932A-A5EA-5CD6-540E2E8C1BBF}"/>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CD6CC2A2-BF34-C601-6E67-30A846BA7AAF}"/>
              </a:ext>
            </a:extLst>
          </p:cNvPr>
          <p:cNvGraphicFramePr>
            <a:graphicFrameLocks noGrp="1"/>
          </p:cNvGraphicFramePr>
          <p:nvPr>
            <p:extLst>
              <p:ext uri="{D42A27DB-BD31-4B8C-83A1-F6EECF244321}">
                <p14:modId xmlns:p14="http://schemas.microsoft.com/office/powerpoint/2010/main" val="3643543524"/>
              </p:ext>
            </p:extLst>
          </p:nvPr>
        </p:nvGraphicFramePr>
        <p:xfrm>
          <a:off x="1427314" y="1233661"/>
          <a:ext cx="9627782" cy="1329403"/>
        </p:xfrm>
        <a:graphic>
          <a:graphicData uri="http://schemas.openxmlformats.org/drawingml/2006/table">
            <a:tbl>
              <a:tblPr firstRow="1" bandRow="1">
                <a:tableStyleId>{5C22544A-7EE6-4342-B048-85BDC9FD1C3A}</a:tableStyleId>
              </a:tblPr>
              <a:tblGrid>
                <a:gridCol w="1851087">
                  <a:extLst>
                    <a:ext uri="{9D8B030D-6E8A-4147-A177-3AD203B41FA5}">
                      <a16:colId xmlns:a16="http://schemas.microsoft.com/office/drawing/2014/main" val="3106514716"/>
                    </a:ext>
                  </a:extLst>
                </a:gridCol>
                <a:gridCol w="1851087">
                  <a:extLst>
                    <a:ext uri="{9D8B030D-6E8A-4147-A177-3AD203B41FA5}">
                      <a16:colId xmlns:a16="http://schemas.microsoft.com/office/drawing/2014/main" val="59560574"/>
                    </a:ext>
                  </a:extLst>
                </a:gridCol>
                <a:gridCol w="1851087">
                  <a:extLst>
                    <a:ext uri="{9D8B030D-6E8A-4147-A177-3AD203B41FA5}">
                      <a16:colId xmlns:a16="http://schemas.microsoft.com/office/drawing/2014/main" val="163566212"/>
                    </a:ext>
                  </a:extLst>
                </a:gridCol>
                <a:gridCol w="2154281">
                  <a:extLst>
                    <a:ext uri="{9D8B030D-6E8A-4147-A177-3AD203B41FA5}">
                      <a16:colId xmlns:a16="http://schemas.microsoft.com/office/drawing/2014/main" val="1116367499"/>
                    </a:ext>
                  </a:extLst>
                </a:gridCol>
                <a:gridCol w="1920240">
                  <a:extLst>
                    <a:ext uri="{9D8B030D-6E8A-4147-A177-3AD203B41FA5}">
                      <a16:colId xmlns:a16="http://schemas.microsoft.com/office/drawing/2014/main" val="3860371539"/>
                    </a:ext>
                  </a:extLst>
                </a:gridCol>
              </a:tblGrid>
              <a:tr h="597883">
                <a:tc>
                  <a:txBody>
                    <a:bodyPr/>
                    <a:lstStyle/>
                    <a:p>
                      <a:r>
                        <a:rPr lang="es-MX" dirty="0" err="1"/>
                        <a:t>ID_libro</a:t>
                      </a:r>
                      <a:endParaRPr lang="es-MX" dirty="0"/>
                    </a:p>
                  </a:txBody>
                  <a:tcPr/>
                </a:tc>
                <a:tc>
                  <a:txBody>
                    <a:bodyPr/>
                    <a:lstStyle/>
                    <a:p>
                      <a:r>
                        <a:rPr lang="es-MX" dirty="0"/>
                        <a:t>Título</a:t>
                      </a:r>
                    </a:p>
                  </a:txBody>
                  <a:tcPr/>
                </a:tc>
                <a:tc>
                  <a:txBody>
                    <a:bodyPr/>
                    <a:lstStyle/>
                    <a:p>
                      <a:r>
                        <a:rPr lang="es-MX" dirty="0"/>
                        <a:t>Autor</a:t>
                      </a:r>
                    </a:p>
                  </a:txBody>
                  <a:tcPr/>
                </a:tc>
                <a:tc>
                  <a:txBody>
                    <a:bodyPr/>
                    <a:lstStyle/>
                    <a:p>
                      <a:r>
                        <a:rPr lang="es-MX" dirty="0" err="1"/>
                        <a:t>Año_Publicación</a:t>
                      </a:r>
                      <a:endParaRPr lang="es-MX" dirty="0"/>
                    </a:p>
                  </a:txBody>
                  <a:tcPr/>
                </a:tc>
                <a:tc>
                  <a:txBody>
                    <a:bodyPr/>
                    <a:lstStyle/>
                    <a:p>
                      <a:r>
                        <a:rPr lang="es-MX" dirty="0"/>
                        <a:t>Precio</a:t>
                      </a:r>
                    </a:p>
                  </a:txBody>
                  <a:tcPr/>
                </a:tc>
                <a:extLst>
                  <a:ext uri="{0D108BD9-81ED-4DB2-BD59-A6C34878D82A}">
                    <a16:rowId xmlns:a16="http://schemas.microsoft.com/office/drawing/2014/main" val="468477822"/>
                  </a:ext>
                </a:extLst>
              </a:tr>
              <a:tr h="346392">
                <a:tc>
                  <a:txBody>
                    <a:bodyPr/>
                    <a:lstStyle/>
                    <a:p>
                      <a:r>
                        <a:rPr lang="es-MX" dirty="0"/>
                        <a:t>1</a:t>
                      </a:r>
                    </a:p>
                  </a:txBody>
                  <a:tcPr/>
                </a:tc>
                <a:tc>
                  <a:txBody>
                    <a:bodyPr/>
                    <a:lstStyle/>
                    <a:p>
                      <a:r>
                        <a:rPr lang="es-MX" dirty="0"/>
                        <a:t>“El Quijote”</a:t>
                      </a:r>
                    </a:p>
                  </a:txBody>
                  <a:tcPr/>
                </a:tc>
                <a:tc>
                  <a:txBody>
                    <a:bodyPr/>
                    <a:lstStyle/>
                    <a:p>
                      <a:r>
                        <a:rPr lang="es-MX" dirty="0"/>
                        <a:t>Cervantes</a:t>
                      </a:r>
                    </a:p>
                  </a:txBody>
                  <a:tcPr/>
                </a:tc>
                <a:tc>
                  <a:txBody>
                    <a:bodyPr/>
                    <a:lstStyle/>
                    <a:p>
                      <a:r>
                        <a:rPr lang="es-MX" dirty="0"/>
                        <a:t>1605</a:t>
                      </a:r>
                    </a:p>
                  </a:txBody>
                  <a:tcPr/>
                </a:tc>
                <a:tc>
                  <a:txBody>
                    <a:bodyPr/>
                    <a:lstStyle/>
                    <a:p>
                      <a:r>
                        <a:rPr lang="es-MX" dirty="0"/>
                        <a:t>20</a:t>
                      </a:r>
                    </a:p>
                  </a:txBody>
                  <a:tcPr/>
                </a:tc>
                <a:extLst>
                  <a:ext uri="{0D108BD9-81ED-4DB2-BD59-A6C34878D82A}">
                    <a16:rowId xmlns:a16="http://schemas.microsoft.com/office/drawing/2014/main" val="2989631421"/>
                  </a:ext>
                </a:extLst>
              </a:tr>
              <a:tr h="346392">
                <a:tc>
                  <a:txBody>
                    <a:bodyPr/>
                    <a:lstStyle/>
                    <a:p>
                      <a:r>
                        <a:rPr lang="es-MX" dirty="0"/>
                        <a:t>2</a:t>
                      </a:r>
                    </a:p>
                  </a:txBody>
                  <a:tcPr/>
                </a:tc>
                <a:tc>
                  <a:txBody>
                    <a:bodyPr/>
                    <a:lstStyle/>
                    <a:p>
                      <a:r>
                        <a:rPr lang="es-MX" dirty="0"/>
                        <a:t>“1984”</a:t>
                      </a:r>
                    </a:p>
                  </a:txBody>
                  <a:tcPr/>
                </a:tc>
                <a:tc>
                  <a:txBody>
                    <a:bodyPr/>
                    <a:lstStyle/>
                    <a:p>
                      <a:r>
                        <a:rPr lang="es-MX" dirty="0"/>
                        <a:t>Orwell</a:t>
                      </a:r>
                    </a:p>
                  </a:txBody>
                  <a:tcPr/>
                </a:tc>
                <a:tc>
                  <a:txBody>
                    <a:bodyPr/>
                    <a:lstStyle/>
                    <a:p>
                      <a:r>
                        <a:rPr lang="es-MX" dirty="0"/>
                        <a:t>1949</a:t>
                      </a:r>
                    </a:p>
                  </a:txBody>
                  <a:tcPr/>
                </a:tc>
                <a:tc>
                  <a:txBody>
                    <a:bodyPr/>
                    <a:lstStyle/>
                    <a:p>
                      <a:r>
                        <a:rPr lang="es-MX" dirty="0"/>
                        <a:t>15</a:t>
                      </a:r>
                    </a:p>
                  </a:txBody>
                  <a:tcPr/>
                </a:tc>
                <a:extLst>
                  <a:ext uri="{0D108BD9-81ED-4DB2-BD59-A6C34878D82A}">
                    <a16:rowId xmlns:a16="http://schemas.microsoft.com/office/drawing/2014/main" val="989724724"/>
                  </a:ext>
                </a:extLst>
              </a:tr>
            </a:tbl>
          </a:graphicData>
        </a:graphic>
      </p:graphicFrame>
      <p:sp>
        <p:nvSpPr>
          <p:cNvPr id="5" name="Título 1">
            <a:extLst>
              <a:ext uri="{FF2B5EF4-FFF2-40B4-BE49-F238E27FC236}">
                <a16:creationId xmlns:a16="http://schemas.microsoft.com/office/drawing/2014/main" id="{653AA761-9DAC-4D4D-0793-5FC417C2166E}"/>
              </a:ext>
            </a:extLst>
          </p:cNvPr>
          <p:cNvSpPr txBox="1">
            <a:spLocks/>
          </p:cNvSpPr>
          <p:nvPr/>
        </p:nvSpPr>
        <p:spPr>
          <a:xfrm>
            <a:off x="4462201" y="641843"/>
            <a:ext cx="2784171"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Tabla</a:t>
            </a:r>
            <a:r>
              <a:rPr lang="en-US" sz="2000" dirty="0"/>
              <a:t> “</a:t>
            </a:r>
            <a:r>
              <a:rPr lang="en-US" sz="2000" dirty="0" err="1"/>
              <a:t>libros</a:t>
            </a:r>
            <a:r>
              <a:rPr lang="en-US" sz="2000" dirty="0"/>
              <a:t>”</a:t>
            </a:r>
          </a:p>
        </p:txBody>
      </p:sp>
      <p:sp>
        <p:nvSpPr>
          <p:cNvPr id="6" name="Título 1">
            <a:extLst>
              <a:ext uri="{FF2B5EF4-FFF2-40B4-BE49-F238E27FC236}">
                <a16:creationId xmlns:a16="http://schemas.microsoft.com/office/drawing/2014/main" id="{0EE2E2E9-531F-EAF2-22C4-39BABD73F918}"/>
              </a:ext>
            </a:extLst>
          </p:cNvPr>
          <p:cNvSpPr txBox="1">
            <a:spLocks/>
          </p:cNvSpPr>
          <p:nvPr/>
        </p:nvSpPr>
        <p:spPr>
          <a:xfrm>
            <a:off x="4512189" y="2745242"/>
            <a:ext cx="302014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Tabla</a:t>
            </a:r>
            <a:r>
              <a:rPr lang="en-US" sz="2000" dirty="0"/>
              <a:t> “</a:t>
            </a:r>
            <a:r>
              <a:rPr lang="en-US" sz="2000" dirty="0" err="1"/>
              <a:t>Clientes</a:t>
            </a:r>
            <a:r>
              <a:rPr lang="en-US" sz="2000" dirty="0"/>
              <a:t>”</a:t>
            </a:r>
          </a:p>
        </p:txBody>
      </p:sp>
      <p:graphicFrame>
        <p:nvGraphicFramePr>
          <p:cNvPr id="7" name="Tabla 6">
            <a:extLst>
              <a:ext uri="{FF2B5EF4-FFF2-40B4-BE49-F238E27FC236}">
                <a16:creationId xmlns:a16="http://schemas.microsoft.com/office/drawing/2014/main" id="{CD1C2227-99A4-1BFD-5AC1-99E644C9D7F0}"/>
              </a:ext>
            </a:extLst>
          </p:cNvPr>
          <p:cNvGraphicFramePr>
            <a:graphicFrameLocks noGrp="1"/>
          </p:cNvGraphicFramePr>
          <p:nvPr>
            <p:extLst>
              <p:ext uri="{D42A27DB-BD31-4B8C-83A1-F6EECF244321}">
                <p14:modId xmlns:p14="http://schemas.microsoft.com/office/powerpoint/2010/main" val="1760733381"/>
              </p:ext>
            </p:extLst>
          </p:nvPr>
        </p:nvGraphicFramePr>
        <p:xfrm>
          <a:off x="1448617" y="3239937"/>
          <a:ext cx="9255436" cy="1112520"/>
        </p:xfrm>
        <a:graphic>
          <a:graphicData uri="http://schemas.openxmlformats.org/drawingml/2006/table">
            <a:tbl>
              <a:tblPr firstRow="1" bandRow="1">
                <a:tableStyleId>{5C22544A-7EE6-4342-B048-85BDC9FD1C3A}</a:tableStyleId>
              </a:tblPr>
              <a:tblGrid>
                <a:gridCol w="1864854">
                  <a:extLst>
                    <a:ext uri="{9D8B030D-6E8A-4147-A177-3AD203B41FA5}">
                      <a16:colId xmlns:a16="http://schemas.microsoft.com/office/drawing/2014/main" val="3106514716"/>
                    </a:ext>
                  </a:extLst>
                </a:gridCol>
                <a:gridCol w="1818968">
                  <a:extLst>
                    <a:ext uri="{9D8B030D-6E8A-4147-A177-3AD203B41FA5}">
                      <a16:colId xmlns:a16="http://schemas.microsoft.com/office/drawing/2014/main" val="59560574"/>
                    </a:ext>
                  </a:extLst>
                </a:gridCol>
                <a:gridCol w="3279910">
                  <a:extLst>
                    <a:ext uri="{9D8B030D-6E8A-4147-A177-3AD203B41FA5}">
                      <a16:colId xmlns:a16="http://schemas.microsoft.com/office/drawing/2014/main" val="163566212"/>
                    </a:ext>
                  </a:extLst>
                </a:gridCol>
                <a:gridCol w="2291704">
                  <a:extLst>
                    <a:ext uri="{9D8B030D-6E8A-4147-A177-3AD203B41FA5}">
                      <a16:colId xmlns:a16="http://schemas.microsoft.com/office/drawing/2014/main" val="1116367499"/>
                    </a:ext>
                  </a:extLst>
                </a:gridCol>
              </a:tblGrid>
              <a:tr h="370840">
                <a:tc>
                  <a:txBody>
                    <a:bodyPr/>
                    <a:lstStyle/>
                    <a:p>
                      <a:r>
                        <a:rPr lang="es-MX" dirty="0" err="1"/>
                        <a:t>ID_Cliente</a:t>
                      </a:r>
                      <a:endParaRPr lang="es-MX" dirty="0"/>
                    </a:p>
                  </a:txBody>
                  <a:tcPr/>
                </a:tc>
                <a:tc>
                  <a:txBody>
                    <a:bodyPr/>
                    <a:lstStyle/>
                    <a:p>
                      <a:r>
                        <a:rPr lang="es-MX" dirty="0"/>
                        <a:t>Nombre</a:t>
                      </a:r>
                    </a:p>
                  </a:txBody>
                  <a:tcPr/>
                </a:tc>
                <a:tc>
                  <a:txBody>
                    <a:bodyPr/>
                    <a:lstStyle/>
                    <a:p>
                      <a:r>
                        <a:rPr lang="es-MX" dirty="0"/>
                        <a:t>Correo</a:t>
                      </a:r>
                    </a:p>
                  </a:txBody>
                  <a:tcPr/>
                </a:tc>
                <a:tc>
                  <a:txBody>
                    <a:bodyPr/>
                    <a:lstStyle/>
                    <a:p>
                      <a:r>
                        <a:rPr lang="es-MX" dirty="0"/>
                        <a:t>Teléfono</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ES" dirty="0"/>
                        <a:t>A</a:t>
                      </a:r>
                      <a:r>
                        <a:rPr lang="es-MX" dirty="0" err="1"/>
                        <a:t>lberto</a:t>
                      </a:r>
                      <a:r>
                        <a:rPr lang="es-MX" dirty="0"/>
                        <a:t> Castillo</a:t>
                      </a:r>
                    </a:p>
                  </a:txBody>
                  <a:tcPr/>
                </a:tc>
                <a:tc>
                  <a:txBody>
                    <a:bodyPr/>
                    <a:lstStyle/>
                    <a:p>
                      <a:r>
                        <a:rPr lang="es-MX" dirty="0"/>
                        <a:t>AlbertoCastillo@correo.com</a:t>
                      </a:r>
                    </a:p>
                  </a:txBody>
                  <a:tcPr/>
                </a:tc>
                <a:tc>
                  <a:txBody>
                    <a:bodyPr/>
                    <a:lstStyle/>
                    <a:p>
                      <a:r>
                        <a:rPr lang="es-MX" dirty="0"/>
                        <a:t>23456748</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Mariam Valdez</a:t>
                      </a:r>
                    </a:p>
                  </a:txBody>
                  <a:tcPr/>
                </a:tc>
                <a:tc>
                  <a:txBody>
                    <a:bodyPr/>
                    <a:lstStyle/>
                    <a:p>
                      <a:r>
                        <a:rPr lang="es-MX" dirty="0"/>
                        <a:t>MariamValdez@correo.com</a:t>
                      </a:r>
                    </a:p>
                  </a:txBody>
                  <a:tcPr/>
                </a:tc>
                <a:tc>
                  <a:txBody>
                    <a:bodyPr/>
                    <a:lstStyle/>
                    <a:p>
                      <a:r>
                        <a:rPr lang="es-MX" dirty="0"/>
                        <a:t>56479029</a:t>
                      </a:r>
                    </a:p>
                  </a:txBody>
                  <a:tcPr/>
                </a:tc>
                <a:extLst>
                  <a:ext uri="{0D108BD9-81ED-4DB2-BD59-A6C34878D82A}">
                    <a16:rowId xmlns:a16="http://schemas.microsoft.com/office/drawing/2014/main" val="989724724"/>
                  </a:ext>
                </a:extLst>
              </a:tr>
            </a:tbl>
          </a:graphicData>
        </a:graphic>
      </p:graphicFrame>
      <p:sp>
        <p:nvSpPr>
          <p:cNvPr id="8" name="Título 1">
            <a:extLst>
              <a:ext uri="{FF2B5EF4-FFF2-40B4-BE49-F238E27FC236}">
                <a16:creationId xmlns:a16="http://schemas.microsoft.com/office/drawing/2014/main" id="{49743E15-B7A3-04DB-ECD0-78D8590D2285}"/>
              </a:ext>
            </a:extLst>
          </p:cNvPr>
          <p:cNvSpPr txBox="1">
            <a:spLocks/>
          </p:cNvSpPr>
          <p:nvPr/>
        </p:nvSpPr>
        <p:spPr>
          <a:xfrm>
            <a:off x="4585926" y="4812089"/>
            <a:ext cx="302014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Tabla</a:t>
            </a:r>
            <a:r>
              <a:rPr lang="en-US" sz="2000" dirty="0"/>
              <a:t> “</a:t>
            </a:r>
            <a:r>
              <a:rPr lang="en-US" sz="2000" dirty="0" err="1"/>
              <a:t>Pedidos</a:t>
            </a:r>
            <a:r>
              <a:rPr lang="en-US" sz="2000" dirty="0"/>
              <a:t>”</a:t>
            </a:r>
          </a:p>
        </p:txBody>
      </p:sp>
      <p:graphicFrame>
        <p:nvGraphicFramePr>
          <p:cNvPr id="9" name="Tabla 8">
            <a:extLst>
              <a:ext uri="{FF2B5EF4-FFF2-40B4-BE49-F238E27FC236}">
                <a16:creationId xmlns:a16="http://schemas.microsoft.com/office/drawing/2014/main" id="{CE9C2624-0E6E-19D9-EA8A-EFF94C190F99}"/>
              </a:ext>
            </a:extLst>
          </p:cNvPr>
          <p:cNvGraphicFramePr>
            <a:graphicFrameLocks noGrp="1"/>
          </p:cNvGraphicFramePr>
          <p:nvPr>
            <p:extLst>
              <p:ext uri="{D42A27DB-BD31-4B8C-83A1-F6EECF244321}">
                <p14:modId xmlns:p14="http://schemas.microsoft.com/office/powerpoint/2010/main" val="2746086725"/>
              </p:ext>
            </p:extLst>
          </p:nvPr>
        </p:nvGraphicFramePr>
        <p:xfrm>
          <a:off x="1468281" y="5318074"/>
          <a:ext cx="9255436" cy="1112520"/>
        </p:xfrm>
        <a:graphic>
          <a:graphicData uri="http://schemas.openxmlformats.org/drawingml/2006/table">
            <a:tbl>
              <a:tblPr firstRow="1" bandRow="1">
                <a:tableStyleId>{5C22544A-7EE6-4342-B048-85BDC9FD1C3A}</a:tableStyleId>
              </a:tblPr>
              <a:tblGrid>
                <a:gridCol w="1864854">
                  <a:extLst>
                    <a:ext uri="{9D8B030D-6E8A-4147-A177-3AD203B41FA5}">
                      <a16:colId xmlns:a16="http://schemas.microsoft.com/office/drawing/2014/main" val="3106514716"/>
                    </a:ext>
                  </a:extLst>
                </a:gridCol>
                <a:gridCol w="1818968">
                  <a:extLst>
                    <a:ext uri="{9D8B030D-6E8A-4147-A177-3AD203B41FA5}">
                      <a16:colId xmlns:a16="http://schemas.microsoft.com/office/drawing/2014/main" val="59560574"/>
                    </a:ext>
                  </a:extLst>
                </a:gridCol>
                <a:gridCol w="3279910">
                  <a:extLst>
                    <a:ext uri="{9D8B030D-6E8A-4147-A177-3AD203B41FA5}">
                      <a16:colId xmlns:a16="http://schemas.microsoft.com/office/drawing/2014/main" val="163566212"/>
                    </a:ext>
                  </a:extLst>
                </a:gridCol>
                <a:gridCol w="2291704">
                  <a:extLst>
                    <a:ext uri="{9D8B030D-6E8A-4147-A177-3AD203B41FA5}">
                      <a16:colId xmlns:a16="http://schemas.microsoft.com/office/drawing/2014/main" val="1116367499"/>
                    </a:ext>
                  </a:extLst>
                </a:gridCol>
              </a:tblGrid>
              <a:tr h="370840">
                <a:tc>
                  <a:txBody>
                    <a:bodyPr/>
                    <a:lstStyle/>
                    <a:p>
                      <a:r>
                        <a:rPr lang="es-MX" dirty="0" err="1"/>
                        <a:t>ID_Pedido</a:t>
                      </a:r>
                      <a:endParaRPr lang="es-MX" dirty="0"/>
                    </a:p>
                  </a:txBody>
                  <a:tcPr/>
                </a:tc>
                <a:tc>
                  <a:txBody>
                    <a:bodyPr/>
                    <a:lstStyle/>
                    <a:p>
                      <a:r>
                        <a:rPr lang="es-MX" dirty="0" err="1"/>
                        <a:t>ID_Cliente</a:t>
                      </a:r>
                      <a:endParaRPr lang="es-MX" dirty="0"/>
                    </a:p>
                  </a:txBody>
                  <a:tcPr/>
                </a:tc>
                <a:tc>
                  <a:txBody>
                    <a:bodyPr/>
                    <a:lstStyle/>
                    <a:p>
                      <a:r>
                        <a:rPr lang="es-MX" dirty="0" err="1"/>
                        <a:t>ID_libro</a:t>
                      </a:r>
                      <a:endParaRPr lang="es-MX" dirty="0"/>
                    </a:p>
                  </a:txBody>
                  <a:tcPr/>
                </a:tc>
                <a:tc>
                  <a:txBody>
                    <a:bodyPr/>
                    <a:lstStyle/>
                    <a:p>
                      <a:r>
                        <a:rPr lang="es-MX" dirty="0"/>
                        <a:t>Fecha</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1</a:t>
                      </a:r>
                    </a:p>
                  </a:txBody>
                  <a:tcPr/>
                </a:tc>
                <a:tc>
                  <a:txBody>
                    <a:bodyPr/>
                    <a:lstStyle/>
                    <a:p>
                      <a:r>
                        <a:rPr lang="es-MX" dirty="0"/>
                        <a:t>1</a:t>
                      </a:r>
                    </a:p>
                  </a:txBody>
                  <a:tcPr/>
                </a:tc>
                <a:tc>
                  <a:txBody>
                    <a:bodyPr/>
                    <a:lstStyle/>
                    <a:p>
                      <a:r>
                        <a:rPr lang="es-MX" dirty="0"/>
                        <a:t>2024-11-01</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2</a:t>
                      </a:r>
                    </a:p>
                  </a:txBody>
                  <a:tcPr/>
                </a:tc>
                <a:tc>
                  <a:txBody>
                    <a:bodyPr/>
                    <a:lstStyle/>
                    <a:p>
                      <a:r>
                        <a:rPr lang="es-MX" dirty="0"/>
                        <a:t>2</a:t>
                      </a:r>
                    </a:p>
                  </a:txBody>
                  <a:tcPr/>
                </a:tc>
                <a:tc>
                  <a:txBody>
                    <a:bodyPr/>
                    <a:lstStyle/>
                    <a:p>
                      <a:r>
                        <a:rPr lang="es-MX" dirty="0"/>
                        <a:t>2024-11-02</a:t>
                      </a:r>
                    </a:p>
                  </a:txBody>
                  <a:tcPr/>
                </a:tc>
                <a:extLst>
                  <a:ext uri="{0D108BD9-81ED-4DB2-BD59-A6C34878D82A}">
                    <a16:rowId xmlns:a16="http://schemas.microsoft.com/office/drawing/2014/main" val="989724724"/>
                  </a:ext>
                </a:extLst>
              </a:tr>
            </a:tbl>
          </a:graphicData>
        </a:graphic>
      </p:graphicFrame>
      <p:sp>
        <p:nvSpPr>
          <p:cNvPr id="3" name="Rectángulo 2">
            <a:extLst>
              <a:ext uri="{FF2B5EF4-FFF2-40B4-BE49-F238E27FC236}">
                <a16:creationId xmlns:a16="http://schemas.microsoft.com/office/drawing/2014/main" id="{5EF88CC4-8E32-8E2E-796A-0308133B4D21}"/>
              </a:ext>
            </a:extLst>
          </p:cNvPr>
          <p:cNvSpPr/>
          <p:nvPr/>
        </p:nvSpPr>
        <p:spPr>
          <a:xfrm>
            <a:off x="1240508" y="1803008"/>
            <a:ext cx="9896884" cy="484940"/>
          </a:xfrm>
          <a:prstGeom prst="rect">
            <a:avLst/>
          </a:prstGeom>
          <a:noFill/>
          <a:ln w="38100">
            <a:solidFill>
              <a:srgbClr val="FFFF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4" name="Rectángulo 3">
            <a:extLst>
              <a:ext uri="{FF2B5EF4-FFF2-40B4-BE49-F238E27FC236}">
                <a16:creationId xmlns:a16="http://schemas.microsoft.com/office/drawing/2014/main" id="{28E63007-25F6-CD43-2238-46AD24B8DC7D}"/>
              </a:ext>
            </a:extLst>
          </p:cNvPr>
          <p:cNvSpPr/>
          <p:nvPr/>
        </p:nvSpPr>
        <p:spPr>
          <a:xfrm>
            <a:off x="1335545" y="1115677"/>
            <a:ext cx="1958262" cy="1686520"/>
          </a:xfrm>
          <a:prstGeom prst="rect">
            <a:avLst/>
          </a:prstGeom>
          <a:noFill/>
          <a:ln w="38100">
            <a:solidFill>
              <a:schemeClr val="bg2">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10" name="Título 1">
            <a:extLst>
              <a:ext uri="{FF2B5EF4-FFF2-40B4-BE49-F238E27FC236}">
                <a16:creationId xmlns:a16="http://schemas.microsoft.com/office/drawing/2014/main" id="{53F2D20D-5680-F657-20FB-2A87EF0E0B89}"/>
              </a:ext>
            </a:extLst>
          </p:cNvPr>
          <p:cNvSpPr txBox="1">
            <a:spLocks/>
          </p:cNvSpPr>
          <p:nvPr/>
        </p:nvSpPr>
        <p:spPr>
          <a:xfrm>
            <a:off x="51833" y="1764359"/>
            <a:ext cx="709152" cy="416202"/>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dirty="0"/>
              <a:t>FILA</a:t>
            </a:r>
          </a:p>
        </p:txBody>
      </p:sp>
      <p:sp>
        <p:nvSpPr>
          <p:cNvPr id="11" name="Título 1">
            <a:extLst>
              <a:ext uri="{FF2B5EF4-FFF2-40B4-BE49-F238E27FC236}">
                <a16:creationId xmlns:a16="http://schemas.microsoft.com/office/drawing/2014/main" id="{0D85F43E-AD8C-D57A-DD53-082E39EE5041}"/>
              </a:ext>
            </a:extLst>
          </p:cNvPr>
          <p:cNvSpPr txBox="1">
            <a:spLocks/>
          </p:cNvSpPr>
          <p:nvPr/>
        </p:nvSpPr>
        <p:spPr>
          <a:xfrm>
            <a:off x="1679673" y="382859"/>
            <a:ext cx="1270005" cy="335076"/>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dirty="0" err="1"/>
              <a:t>Columna</a:t>
            </a:r>
            <a:endParaRPr lang="en-US" sz="1600" dirty="0"/>
          </a:p>
        </p:txBody>
      </p:sp>
      <p:cxnSp>
        <p:nvCxnSpPr>
          <p:cNvPr id="13" name="Conector recto de flecha 12">
            <a:extLst>
              <a:ext uri="{FF2B5EF4-FFF2-40B4-BE49-F238E27FC236}">
                <a16:creationId xmlns:a16="http://schemas.microsoft.com/office/drawing/2014/main" id="{27CF7137-4E64-8A6F-F862-ED061CF70E7B}"/>
              </a:ext>
            </a:extLst>
          </p:cNvPr>
          <p:cNvCxnSpPr>
            <a:cxnSpLocks/>
            <a:stCxn id="11" idx="2"/>
            <a:endCxn id="4" idx="0"/>
          </p:cNvCxnSpPr>
          <p:nvPr/>
        </p:nvCxnSpPr>
        <p:spPr>
          <a:xfrm>
            <a:off x="2314676" y="717935"/>
            <a:ext cx="0" cy="39774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Conector recto de flecha 15">
            <a:extLst>
              <a:ext uri="{FF2B5EF4-FFF2-40B4-BE49-F238E27FC236}">
                <a16:creationId xmlns:a16="http://schemas.microsoft.com/office/drawing/2014/main" id="{3DA56B73-2EF8-652B-D01F-DE4232FD6050}"/>
              </a:ext>
            </a:extLst>
          </p:cNvPr>
          <p:cNvCxnSpPr>
            <a:cxnSpLocks/>
          </p:cNvCxnSpPr>
          <p:nvPr/>
        </p:nvCxnSpPr>
        <p:spPr>
          <a:xfrm>
            <a:off x="630499" y="1997974"/>
            <a:ext cx="511688" cy="1304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CuadroTexto 11">
            <a:extLst>
              <a:ext uri="{FF2B5EF4-FFF2-40B4-BE49-F238E27FC236}">
                <a16:creationId xmlns:a16="http://schemas.microsoft.com/office/drawing/2014/main" id="{CB3F6677-B441-E36E-0BAE-7943F42100AB}"/>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5" name="Picture 2">
            <a:extLst>
              <a:ext uri="{FF2B5EF4-FFF2-40B4-BE49-F238E27FC236}">
                <a16:creationId xmlns:a16="http://schemas.microsoft.com/office/drawing/2014/main" id="{2D8F9806-2C45-FC31-D699-EBF3B512CED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1128129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3B33-A7E4-D22A-C579-628E4E7A0DCE}"/>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562C4FC8-4E6B-59A9-B304-82036574710B}"/>
              </a:ext>
            </a:extLst>
          </p:cNvPr>
          <p:cNvSpPr txBox="1">
            <a:spLocks/>
          </p:cNvSpPr>
          <p:nvPr/>
        </p:nvSpPr>
        <p:spPr>
          <a:xfrm>
            <a:off x="4306742" y="71926"/>
            <a:ext cx="3009107" cy="494695"/>
          </a:xfrm>
          <a:prstGeom prst="rect">
            <a:avLst/>
          </a:prstGeom>
        </p:spPr>
        <p:txBody>
          <a:bodyPr vert="horz" lIns="91440" tIns="45720" rIns="91440" bIns="45720" rtlCol="0" anchor="b">
            <a:normAutofit fontScale="675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100" dirty="0" err="1">
                <a:solidFill>
                  <a:schemeClr val="tx1"/>
                </a:solidFill>
              </a:rPr>
              <a:t>Características</a:t>
            </a:r>
            <a:endParaRPr lang="en-US" sz="4100" dirty="0">
              <a:solidFill>
                <a:schemeClr val="tx1"/>
              </a:solidFill>
            </a:endParaRPr>
          </a:p>
        </p:txBody>
      </p:sp>
      <p:sp>
        <p:nvSpPr>
          <p:cNvPr id="4" name="CuadroTexto 3">
            <a:extLst>
              <a:ext uri="{FF2B5EF4-FFF2-40B4-BE49-F238E27FC236}">
                <a16:creationId xmlns:a16="http://schemas.microsoft.com/office/drawing/2014/main" id="{15313BA0-C67D-FD70-0D59-08D98492DBD4}"/>
              </a:ext>
            </a:extLst>
          </p:cNvPr>
          <p:cNvSpPr txBox="1"/>
          <p:nvPr/>
        </p:nvSpPr>
        <p:spPr>
          <a:xfrm>
            <a:off x="422970" y="940324"/>
            <a:ext cx="11346049" cy="1542391"/>
          </a:xfrm>
          <a:prstGeom prst="rect">
            <a:avLst/>
          </a:prstGeom>
        </p:spPr>
        <p:txBody>
          <a:bodyPr vert="horz" lIns="91440" tIns="45720" rIns="91440" bIns="45720" rtlCol="0" anchor="ctr">
            <a:normAutofit fontScale="77500" lnSpcReduction="20000"/>
          </a:bodyPr>
          <a:lstStyle/>
          <a:p>
            <a:pPr algn="just" defTabSz="457200">
              <a:lnSpc>
                <a:spcPct val="160000"/>
              </a:lnSpc>
              <a:spcBef>
                <a:spcPct val="20000"/>
              </a:spcBef>
              <a:spcAft>
                <a:spcPts val="600"/>
              </a:spcAft>
              <a:buClr>
                <a:schemeClr val="accent1"/>
              </a:buClr>
              <a:buSzPct val="92000"/>
            </a:pPr>
            <a:r>
              <a:rPr lang="en-US" sz="2600" b="1" dirty="0"/>
              <a:t>Claves </a:t>
            </a:r>
            <a:r>
              <a:rPr lang="en-US" sz="2600" b="1" dirty="0" err="1"/>
              <a:t>primarias</a:t>
            </a:r>
            <a:r>
              <a:rPr lang="en-US" sz="2600" b="1" dirty="0"/>
              <a:t> : </a:t>
            </a:r>
            <a:r>
              <a:rPr lang="es-ES" sz="2600" dirty="0"/>
              <a:t>La clave primaria es un campo o conjunto de campos en una tabla que identifica de manera única cada fila. Debe de contener valores </a:t>
            </a:r>
            <a:r>
              <a:rPr lang="es-MX" sz="2600" dirty="0"/>
              <a:t>únicos y no nulos</a:t>
            </a:r>
            <a:r>
              <a:rPr lang="es-ES" sz="2600" dirty="0"/>
              <a:t>. La clave primaria se utiliza para indexar y relacionar datos en la misma tabla. </a:t>
            </a:r>
          </a:p>
          <a:p>
            <a:pPr algn="just" defTabSz="457200">
              <a:lnSpc>
                <a:spcPct val="160000"/>
              </a:lnSpc>
              <a:spcBef>
                <a:spcPct val="20000"/>
              </a:spcBef>
              <a:spcAft>
                <a:spcPts val="600"/>
              </a:spcAft>
              <a:buClr>
                <a:schemeClr val="accent1"/>
              </a:buClr>
              <a:buSzPct val="92000"/>
              <a:buFont typeface="Wingdings 2" panose="05020102010507070707" pitchFamily="18" charset="2"/>
              <a:buChar char=""/>
            </a:pPr>
            <a:endParaRPr lang="en-US" dirty="0"/>
          </a:p>
        </p:txBody>
      </p:sp>
      <p:graphicFrame>
        <p:nvGraphicFramePr>
          <p:cNvPr id="2" name="Tabla 1">
            <a:extLst>
              <a:ext uri="{FF2B5EF4-FFF2-40B4-BE49-F238E27FC236}">
                <a16:creationId xmlns:a16="http://schemas.microsoft.com/office/drawing/2014/main" id="{4035941A-A0BB-48CA-4789-E7D22A0CB459}"/>
              </a:ext>
            </a:extLst>
          </p:cNvPr>
          <p:cNvGraphicFramePr>
            <a:graphicFrameLocks noGrp="1"/>
          </p:cNvGraphicFramePr>
          <p:nvPr>
            <p:extLst>
              <p:ext uri="{D42A27DB-BD31-4B8C-83A1-F6EECF244321}">
                <p14:modId xmlns:p14="http://schemas.microsoft.com/office/powerpoint/2010/main" val="1239953831"/>
              </p:ext>
            </p:extLst>
          </p:nvPr>
        </p:nvGraphicFramePr>
        <p:xfrm>
          <a:off x="1719828" y="2929410"/>
          <a:ext cx="9255435" cy="1112520"/>
        </p:xfrm>
        <a:graphic>
          <a:graphicData uri="http://schemas.openxmlformats.org/drawingml/2006/table">
            <a:tbl>
              <a:tblPr firstRow="1" bandRow="1">
                <a:tableStyleId>{5C22544A-7EE6-4342-B048-85BDC9FD1C3A}</a:tableStyleId>
              </a:tblPr>
              <a:tblGrid>
                <a:gridCol w="1851087">
                  <a:extLst>
                    <a:ext uri="{9D8B030D-6E8A-4147-A177-3AD203B41FA5}">
                      <a16:colId xmlns:a16="http://schemas.microsoft.com/office/drawing/2014/main" val="3106514716"/>
                    </a:ext>
                  </a:extLst>
                </a:gridCol>
                <a:gridCol w="1851087">
                  <a:extLst>
                    <a:ext uri="{9D8B030D-6E8A-4147-A177-3AD203B41FA5}">
                      <a16:colId xmlns:a16="http://schemas.microsoft.com/office/drawing/2014/main" val="59560574"/>
                    </a:ext>
                  </a:extLst>
                </a:gridCol>
                <a:gridCol w="1851087">
                  <a:extLst>
                    <a:ext uri="{9D8B030D-6E8A-4147-A177-3AD203B41FA5}">
                      <a16:colId xmlns:a16="http://schemas.microsoft.com/office/drawing/2014/main" val="163566212"/>
                    </a:ext>
                  </a:extLst>
                </a:gridCol>
                <a:gridCol w="2254959">
                  <a:extLst>
                    <a:ext uri="{9D8B030D-6E8A-4147-A177-3AD203B41FA5}">
                      <a16:colId xmlns:a16="http://schemas.microsoft.com/office/drawing/2014/main" val="1116367499"/>
                    </a:ext>
                  </a:extLst>
                </a:gridCol>
                <a:gridCol w="1447215">
                  <a:extLst>
                    <a:ext uri="{9D8B030D-6E8A-4147-A177-3AD203B41FA5}">
                      <a16:colId xmlns:a16="http://schemas.microsoft.com/office/drawing/2014/main" val="3860371539"/>
                    </a:ext>
                  </a:extLst>
                </a:gridCol>
              </a:tblGrid>
              <a:tr h="370840">
                <a:tc>
                  <a:txBody>
                    <a:bodyPr/>
                    <a:lstStyle/>
                    <a:p>
                      <a:r>
                        <a:rPr lang="es-MX" dirty="0" err="1"/>
                        <a:t>ID_libro</a:t>
                      </a:r>
                      <a:endParaRPr lang="es-MX" dirty="0"/>
                    </a:p>
                  </a:txBody>
                  <a:tcPr/>
                </a:tc>
                <a:tc>
                  <a:txBody>
                    <a:bodyPr/>
                    <a:lstStyle/>
                    <a:p>
                      <a:r>
                        <a:rPr lang="es-MX" dirty="0"/>
                        <a:t>Título</a:t>
                      </a:r>
                    </a:p>
                  </a:txBody>
                  <a:tcPr/>
                </a:tc>
                <a:tc>
                  <a:txBody>
                    <a:bodyPr/>
                    <a:lstStyle/>
                    <a:p>
                      <a:r>
                        <a:rPr lang="es-MX" dirty="0"/>
                        <a:t>Autor</a:t>
                      </a:r>
                    </a:p>
                  </a:txBody>
                  <a:tcPr/>
                </a:tc>
                <a:tc>
                  <a:txBody>
                    <a:bodyPr/>
                    <a:lstStyle/>
                    <a:p>
                      <a:r>
                        <a:rPr lang="es-MX" dirty="0" err="1"/>
                        <a:t>Año_Publicación</a:t>
                      </a:r>
                      <a:endParaRPr lang="es-MX" dirty="0"/>
                    </a:p>
                  </a:txBody>
                  <a:tcPr/>
                </a:tc>
                <a:tc>
                  <a:txBody>
                    <a:bodyPr/>
                    <a:lstStyle/>
                    <a:p>
                      <a:r>
                        <a:rPr lang="es-MX" dirty="0"/>
                        <a:t>Precio</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“El Quijote”</a:t>
                      </a:r>
                    </a:p>
                  </a:txBody>
                  <a:tcPr/>
                </a:tc>
                <a:tc>
                  <a:txBody>
                    <a:bodyPr/>
                    <a:lstStyle/>
                    <a:p>
                      <a:r>
                        <a:rPr lang="es-MX" dirty="0"/>
                        <a:t>Cervantes</a:t>
                      </a:r>
                    </a:p>
                  </a:txBody>
                  <a:tcPr/>
                </a:tc>
                <a:tc>
                  <a:txBody>
                    <a:bodyPr/>
                    <a:lstStyle/>
                    <a:p>
                      <a:r>
                        <a:rPr lang="es-MX" dirty="0"/>
                        <a:t>1605</a:t>
                      </a:r>
                    </a:p>
                  </a:txBody>
                  <a:tcPr/>
                </a:tc>
                <a:tc>
                  <a:txBody>
                    <a:bodyPr/>
                    <a:lstStyle/>
                    <a:p>
                      <a:r>
                        <a:rPr lang="es-MX" dirty="0"/>
                        <a:t>20</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“1984”</a:t>
                      </a:r>
                    </a:p>
                  </a:txBody>
                  <a:tcPr/>
                </a:tc>
                <a:tc>
                  <a:txBody>
                    <a:bodyPr/>
                    <a:lstStyle/>
                    <a:p>
                      <a:r>
                        <a:rPr lang="es-MX" dirty="0"/>
                        <a:t>Orwell</a:t>
                      </a:r>
                    </a:p>
                  </a:txBody>
                  <a:tcPr/>
                </a:tc>
                <a:tc>
                  <a:txBody>
                    <a:bodyPr/>
                    <a:lstStyle/>
                    <a:p>
                      <a:r>
                        <a:rPr lang="es-MX" dirty="0"/>
                        <a:t>1949</a:t>
                      </a:r>
                    </a:p>
                  </a:txBody>
                  <a:tcPr/>
                </a:tc>
                <a:tc>
                  <a:txBody>
                    <a:bodyPr/>
                    <a:lstStyle/>
                    <a:p>
                      <a:r>
                        <a:rPr lang="es-MX" dirty="0"/>
                        <a:t>15</a:t>
                      </a:r>
                    </a:p>
                  </a:txBody>
                  <a:tcPr/>
                </a:tc>
                <a:extLst>
                  <a:ext uri="{0D108BD9-81ED-4DB2-BD59-A6C34878D82A}">
                    <a16:rowId xmlns:a16="http://schemas.microsoft.com/office/drawing/2014/main" val="989724724"/>
                  </a:ext>
                </a:extLst>
              </a:tr>
            </a:tbl>
          </a:graphicData>
        </a:graphic>
      </p:graphicFrame>
      <p:graphicFrame>
        <p:nvGraphicFramePr>
          <p:cNvPr id="5" name="Tabla 4">
            <a:extLst>
              <a:ext uri="{FF2B5EF4-FFF2-40B4-BE49-F238E27FC236}">
                <a16:creationId xmlns:a16="http://schemas.microsoft.com/office/drawing/2014/main" id="{552FA2C6-BFB8-FA85-7618-D1D9F955F621}"/>
              </a:ext>
            </a:extLst>
          </p:cNvPr>
          <p:cNvGraphicFramePr>
            <a:graphicFrameLocks noGrp="1"/>
          </p:cNvGraphicFramePr>
          <p:nvPr>
            <p:extLst>
              <p:ext uri="{D42A27DB-BD31-4B8C-83A1-F6EECF244321}">
                <p14:modId xmlns:p14="http://schemas.microsoft.com/office/powerpoint/2010/main" val="2285427332"/>
              </p:ext>
            </p:extLst>
          </p:nvPr>
        </p:nvGraphicFramePr>
        <p:xfrm>
          <a:off x="1719828" y="5015795"/>
          <a:ext cx="9255436" cy="1112520"/>
        </p:xfrm>
        <a:graphic>
          <a:graphicData uri="http://schemas.openxmlformats.org/drawingml/2006/table">
            <a:tbl>
              <a:tblPr firstRow="1" bandRow="1">
                <a:tableStyleId>{5C22544A-7EE6-4342-B048-85BDC9FD1C3A}</a:tableStyleId>
              </a:tblPr>
              <a:tblGrid>
                <a:gridCol w="1864854">
                  <a:extLst>
                    <a:ext uri="{9D8B030D-6E8A-4147-A177-3AD203B41FA5}">
                      <a16:colId xmlns:a16="http://schemas.microsoft.com/office/drawing/2014/main" val="3106514716"/>
                    </a:ext>
                  </a:extLst>
                </a:gridCol>
                <a:gridCol w="1818968">
                  <a:extLst>
                    <a:ext uri="{9D8B030D-6E8A-4147-A177-3AD203B41FA5}">
                      <a16:colId xmlns:a16="http://schemas.microsoft.com/office/drawing/2014/main" val="59560574"/>
                    </a:ext>
                  </a:extLst>
                </a:gridCol>
                <a:gridCol w="3279910">
                  <a:extLst>
                    <a:ext uri="{9D8B030D-6E8A-4147-A177-3AD203B41FA5}">
                      <a16:colId xmlns:a16="http://schemas.microsoft.com/office/drawing/2014/main" val="163566212"/>
                    </a:ext>
                  </a:extLst>
                </a:gridCol>
                <a:gridCol w="2291704">
                  <a:extLst>
                    <a:ext uri="{9D8B030D-6E8A-4147-A177-3AD203B41FA5}">
                      <a16:colId xmlns:a16="http://schemas.microsoft.com/office/drawing/2014/main" val="1116367499"/>
                    </a:ext>
                  </a:extLst>
                </a:gridCol>
              </a:tblGrid>
              <a:tr h="370840">
                <a:tc>
                  <a:txBody>
                    <a:bodyPr/>
                    <a:lstStyle/>
                    <a:p>
                      <a:r>
                        <a:rPr lang="es-MX" dirty="0" err="1"/>
                        <a:t>ID_Cliente</a:t>
                      </a:r>
                      <a:endParaRPr lang="es-MX" dirty="0"/>
                    </a:p>
                  </a:txBody>
                  <a:tcPr/>
                </a:tc>
                <a:tc>
                  <a:txBody>
                    <a:bodyPr/>
                    <a:lstStyle/>
                    <a:p>
                      <a:r>
                        <a:rPr lang="es-MX" dirty="0"/>
                        <a:t>Nombre</a:t>
                      </a:r>
                    </a:p>
                  </a:txBody>
                  <a:tcPr/>
                </a:tc>
                <a:tc>
                  <a:txBody>
                    <a:bodyPr/>
                    <a:lstStyle/>
                    <a:p>
                      <a:r>
                        <a:rPr lang="es-MX" dirty="0"/>
                        <a:t>Correo</a:t>
                      </a:r>
                    </a:p>
                  </a:txBody>
                  <a:tcPr/>
                </a:tc>
                <a:tc>
                  <a:txBody>
                    <a:bodyPr/>
                    <a:lstStyle/>
                    <a:p>
                      <a:r>
                        <a:rPr lang="es-MX" dirty="0"/>
                        <a:t>Teléfono</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Alejandro </a:t>
                      </a:r>
                      <a:r>
                        <a:rPr lang="es-MX" dirty="0" err="1"/>
                        <a:t>Lopez</a:t>
                      </a:r>
                      <a:endParaRPr lang="es-MX" dirty="0"/>
                    </a:p>
                  </a:txBody>
                  <a:tcPr/>
                </a:tc>
                <a:tc>
                  <a:txBody>
                    <a:bodyPr/>
                    <a:lstStyle/>
                    <a:p>
                      <a:r>
                        <a:rPr lang="es-MX" dirty="0"/>
                        <a:t>AlejandroLopez@correo.com</a:t>
                      </a:r>
                    </a:p>
                  </a:txBody>
                  <a:tcPr/>
                </a:tc>
                <a:tc>
                  <a:txBody>
                    <a:bodyPr/>
                    <a:lstStyle/>
                    <a:p>
                      <a:r>
                        <a:rPr lang="es-MX" dirty="0"/>
                        <a:t>23456748</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Alejandra Salas</a:t>
                      </a:r>
                    </a:p>
                  </a:txBody>
                  <a:tcPr/>
                </a:tc>
                <a:tc>
                  <a:txBody>
                    <a:bodyPr/>
                    <a:lstStyle/>
                    <a:p>
                      <a:r>
                        <a:rPr lang="es-MX" dirty="0"/>
                        <a:t>Alejandra Salas@correo.com</a:t>
                      </a:r>
                    </a:p>
                  </a:txBody>
                  <a:tcPr/>
                </a:tc>
                <a:tc>
                  <a:txBody>
                    <a:bodyPr/>
                    <a:lstStyle/>
                    <a:p>
                      <a:r>
                        <a:rPr lang="es-MX" dirty="0"/>
                        <a:t>56479029</a:t>
                      </a:r>
                    </a:p>
                  </a:txBody>
                  <a:tcPr/>
                </a:tc>
                <a:extLst>
                  <a:ext uri="{0D108BD9-81ED-4DB2-BD59-A6C34878D82A}">
                    <a16:rowId xmlns:a16="http://schemas.microsoft.com/office/drawing/2014/main" val="989724724"/>
                  </a:ext>
                </a:extLst>
              </a:tr>
            </a:tbl>
          </a:graphicData>
        </a:graphic>
      </p:graphicFrame>
      <p:sp>
        <p:nvSpPr>
          <p:cNvPr id="6" name="Título 1">
            <a:extLst>
              <a:ext uri="{FF2B5EF4-FFF2-40B4-BE49-F238E27FC236}">
                <a16:creationId xmlns:a16="http://schemas.microsoft.com/office/drawing/2014/main" id="{1A486220-9BE1-F07B-BE83-EF9A7A739EFD}"/>
              </a:ext>
            </a:extLst>
          </p:cNvPr>
          <p:cNvSpPr txBox="1">
            <a:spLocks/>
          </p:cNvSpPr>
          <p:nvPr/>
        </p:nvSpPr>
        <p:spPr>
          <a:xfrm>
            <a:off x="4585923" y="4484313"/>
            <a:ext cx="302014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Tabla</a:t>
            </a:r>
            <a:r>
              <a:rPr lang="en-US" sz="2000" dirty="0"/>
              <a:t> “</a:t>
            </a:r>
            <a:r>
              <a:rPr lang="en-US" sz="2000" dirty="0" err="1"/>
              <a:t>Clientes</a:t>
            </a:r>
            <a:r>
              <a:rPr lang="en-US" sz="2000" dirty="0"/>
              <a:t>”</a:t>
            </a:r>
          </a:p>
        </p:txBody>
      </p:sp>
      <p:sp>
        <p:nvSpPr>
          <p:cNvPr id="7" name="Título 1">
            <a:extLst>
              <a:ext uri="{FF2B5EF4-FFF2-40B4-BE49-F238E27FC236}">
                <a16:creationId xmlns:a16="http://schemas.microsoft.com/office/drawing/2014/main" id="{6F7D57BD-1D6D-BCA7-21E8-D166AA6B2559}"/>
              </a:ext>
            </a:extLst>
          </p:cNvPr>
          <p:cNvSpPr txBox="1">
            <a:spLocks/>
          </p:cNvSpPr>
          <p:nvPr/>
        </p:nvSpPr>
        <p:spPr>
          <a:xfrm>
            <a:off x="4585924" y="2421637"/>
            <a:ext cx="302014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Tabla</a:t>
            </a:r>
            <a:r>
              <a:rPr lang="en-US" sz="2000" dirty="0"/>
              <a:t> “Libros”</a:t>
            </a:r>
          </a:p>
        </p:txBody>
      </p:sp>
      <p:sp>
        <p:nvSpPr>
          <p:cNvPr id="8" name="Rectángulo 7">
            <a:extLst>
              <a:ext uri="{FF2B5EF4-FFF2-40B4-BE49-F238E27FC236}">
                <a16:creationId xmlns:a16="http://schemas.microsoft.com/office/drawing/2014/main" id="{34E3BFC1-455A-15E1-CFD9-36213093ACC3}"/>
              </a:ext>
            </a:extLst>
          </p:cNvPr>
          <p:cNvSpPr/>
          <p:nvPr/>
        </p:nvSpPr>
        <p:spPr>
          <a:xfrm>
            <a:off x="1719827" y="2777383"/>
            <a:ext cx="1880423" cy="1456290"/>
          </a:xfrm>
          <a:prstGeom prst="rect">
            <a:avLst/>
          </a:prstGeom>
          <a:noFill/>
          <a:ln w="28575">
            <a:solidFill>
              <a:srgbClr val="FFC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9" name="Rectángulo 8">
            <a:extLst>
              <a:ext uri="{FF2B5EF4-FFF2-40B4-BE49-F238E27FC236}">
                <a16:creationId xmlns:a16="http://schemas.microsoft.com/office/drawing/2014/main" id="{0EDEFEB8-75DC-E122-22CC-F5AE69A497C3}"/>
              </a:ext>
            </a:extLst>
          </p:cNvPr>
          <p:cNvSpPr/>
          <p:nvPr/>
        </p:nvSpPr>
        <p:spPr>
          <a:xfrm>
            <a:off x="1719826" y="4910328"/>
            <a:ext cx="1880423" cy="1609344"/>
          </a:xfrm>
          <a:prstGeom prst="rect">
            <a:avLst/>
          </a:prstGeom>
          <a:noFill/>
          <a:ln w="28575">
            <a:solidFill>
              <a:srgbClr val="FFC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s-MX"/>
          </a:p>
        </p:txBody>
      </p:sp>
      <p:sp>
        <p:nvSpPr>
          <p:cNvPr id="10" name="Título 1">
            <a:extLst>
              <a:ext uri="{FF2B5EF4-FFF2-40B4-BE49-F238E27FC236}">
                <a16:creationId xmlns:a16="http://schemas.microsoft.com/office/drawing/2014/main" id="{3C218806-6388-F592-84C0-A5A9AC92B130}"/>
              </a:ext>
            </a:extLst>
          </p:cNvPr>
          <p:cNvSpPr txBox="1">
            <a:spLocks/>
          </p:cNvSpPr>
          <p:nvPr/>
        </p:nvSpPr>
        <p:spPr>
          <a:xfrm>
            <a:off x="71283" y="3250772"/>
            <a:ext cx="1648544" cy="369518"/>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dirty="0"/>
              <a:t>Primary Key</a:t>
            </a:r>
          </a:p>
        </p:txBody>
      </p:sp>
      <p:cxnSp>
        <p:nvCxnSpPr>
          <p:cNvPr id="11" name="Conector recto 10">
            <a:extLst>
              <a:ext uri="{FF2B5EF4-FFF2-40B4-BE49-F238E27FC236}">
                <a16:creationId xmlns:a16="http://schemas.microsoft.com/office/drawing/2014/main" id="{579F3FB8-31A5-2E28-44F6-739061812172}"/>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E025BA02-E55C-CF97-7550-5A241003974E}"/>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4" name="Picture 2">
            <a:extLst>
              <a:ext uri="{FF2B5EF4-FFF2-40B4-BE49-F238E27FC236}">
                <a16:creationId xmlns:a16="http://schemas.microsoft.com/office/drawing/2014/main" id="{FAC051CD-AD2D-C393-ACBA-7274854A355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242966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2B3B8-CA20-60E3-3A8E-7DD8DCF06494}"/>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4E303640-3468-25AE-806B-DB1A0CE2E905}"/>
              </a:ext>
            </a:extLst>
          </p:cNvPr>
          <p:cNvSpPr txBox="1">
            <a:spLocks/>
          </p:cNvSpPr>
          <p:nvPr/>
        </p:nvSpPr>
        <p:spPr>
          <a:xfrm>
            <a:off x="3929410" y="155255"/>
            <a:ext cx="3009107"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Características</a:t>
            </a:r>
            <a:endParaRPr lang="en-US" dirty="0"/>
          </a:p>
        </p:txBody>
      </p:sp>
      <p:sp>
        <p:nvSpPr>
          <p:cNvPr id="4" name="CuadroTexto 3">
            <a:extLst>
              <a:ext uri="{FF2B5EF4-FFF2-40B4-BE49-F238E27FC236}">
                <a16:creationId xmlns:a16="http://schemas.microsoft.com/office/drawing/2014/main" id="{3DF96A01-A8F1-3F19-B0C6-F80085B9EC90}"/>
              </a:ext>
            </a:extLst>
          </p:cNvPr>
          <p:cNvSpPr txBox="1"/>
          <p:nvPr/>
        </p:nvSpPr>
        <p:spPr>
          <a:xfrm>
            <a:off x="422975" y="446005"/>
            <a:ext cx="11346049" cy="2180026"/>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n-US" sz="2000" b="1" dirty="0"/>
              <a:t>Claves </a:t>
            </a:r>
            <a:r>
              <a:rPr lang="en-US" sz="2000" b="1" dirty="0" err="1"/>
              <a:t>foráneas</a:t>
            </a:r>
            <a:r>
              <a:rPr lang="en-US" sz="2000" b="1" dirty="0"/>
              <a:t> :</a:t>
            </a:r>
            <a:r>
              <a:rPr lang="en-US" sz="2000" dirty="0"/>
              <a:t> </a:t>
            </a:r>
            <a:r>
              <a:rPr lang="es-ES" sz="2000" dirty="0"/>
              <a:t>Una clave foránea es un atributo (o conjunto de atributos) en una tabla que hace referencia a la clave primaria de otra tabla. Las claves foráneas permiten establecer relaciones entre diferentes tablas.</a:t>
            </a:r>
            <a:r>
              <a:rPr lang="en-US" sz="2000" dirty="0"/>
              <a:t> </a:t>
            </a:r>
            <a:r>
              <a:rPr lang="es-ES" sz="2000" dirty="0"/>
              <a:t>Este campo suele coincidir con la clave primaria de otra tabla.</a:t>
            </a:r>
            <a:endParaRPr lang="en-US" sz="2000" dirty="0"/>
          </a:p>
        </p:txBody>
      </p:sp>
      <p:graphicFrame>
        <p:nvGraphicFramePr>
          <p:cNvPr id="2" name="Tabla 1">
            <a:extLst>
              <a:ext uri="{FF2B5EF4-FFF2-40B4-BE49-F238E27FC236}">
                <a16:creationId xmlns:a16="http://schemas.microsoft.com/office/drawing/2014/main" id="{34A5668A-3D37-0DC4-520D-26B24F68A93E}"/>
              </a:ext>
            </a:extLst>
          </p:cNvPr>
          <p:cNvGraphicFramePr>
            <a:graphicFrameLocks noGrp="1"/>
          </p:cNvGraphicFramePr>
          <p:nvPr>
            <p:extLst>
              <p:ext uri="{D42A27DB-BD31-4B8C-83A1-F6EECF244321}">
                <p14:modId xmlns:p14="http://schemas.microsoft.com/office/powerpoint/2010/main" val="3917763552"/>
              </p:ext>
            </p:extLst>
          </p:nvPr>
        </p:nvGraphicFramePr>
        <p:xfrm>
          <a:off x="2018890" y="3842541"/>
          <a:ext cx="8118170" cy="1112520"/>
        </p:xfrm>
        <a:graphic>
          <a:graphicData uri="http://schemas.openxmlformats.org/drawingml/2006/table">
            <a:tbl>
              <a:tblPr firstRow="1" bandRow="1">
                <a:tableStyleId>{5C22544A-7EE6-4342-B048-85BDC9FD1C3A}</a:tableStyleId>
              </a:tblPr>
              <a:tblGrid>
                <a:gridCol w="2130325">
                  <a:extLst>
                    <a:ext uri="{9D8B030D-6E8A-4147-A177-3AD203B41FA5}">
                      <a16:colId xmlns:a16="http://schemas.microsoft.com/office/drawing/2014/main" val="3106514716"/>
                    </a:ext>
                  </a:extLst>
                </a:gridCol>
                <a:gridCol w="2005780">
                  <a:extLst>
                    <a:ext uri="{9D8B030D-6E8A-4147-A177-3AD203B41FA5}">
                      <a16:colId xmlns:a16="http://schemas.microsoft.com/office/drawing/2014/main" val="59560574"/>
                    </a:ext>
                  </a:extLst>
                </a:gridCol>
                <a:gridCol w="2074607">
                  <a:extLst>
                    <a:ext uri="{9D8B030D-6E8A-4147-A177-3AD203B41FA5}">
                      <a16:colId xmlns:a16="http://schemas.microsoft.com/office/drawing/2014/main" val="163566212"/>
                    </a:ext>
                  </a:extLst>
                </a:gridCol>
                <a:gridCol w="1907458">
                  <a:extLst>
                    <a:ext uri="{9D8B030D-6E8A-4147-A177-3AD203B41FA5}">
                      <a16:colId xmlns:a16="http://schemas.microsoft.com/office/drawing/2014/main" val="1116367499"/>
                    </a:ext>
                  </a:extLst>
                </a:gridCol>
              </a:tblGrid>
              <a:tr h="370840">
                <a:tc>
                  <a:txBody>
                    <a:bodyPr/>
                    <a:lstStyle/>
                    <a:p>
                      <a:r>
                        <a:rPr lang="es-MX" dirty="0" err="1"/>
                        <a:t>ID_Pedido</a:t>
                      </a:r>
                      <a:endParaRPr lang="es-MX" dirty="0"/>
                    </a:p>
                  </a:txBody>
                  <a:tcPr/>
                </a:tc>
                <a:tc>
                  <a:txBody>
                    <a:bodyPr/>
                    <a:lstStyle/>
                    <a:p>
                      <a:r>
                        <a:rPr lang="es-MX" dirty="0" err="1"/>
                        <a:t>ID_Cliente</a:t>
                      </a:r>
                      <a:endParaRPr lang="es-MX" dirty="0"/>
                    </a:p>
                  </a:txBody>
                  <a:tcPr/>
                </a:tc>
                <a:tc>
                  <a:txBody>
                    <a:bodyPr/>
                    <a:lstStyle/>
                    <a:p>
                      <a:r>
                        <a:rPr lang="es-MX" dirty="0" err="1"/>
                        <a:t>ID_libro</a:t>
                      </a:r>
                      <a:endParaRPr lang="es-MX" dirty="0"/>
                    </a:p>
                  </a:txBody>
                  <a:tcPr/>
                </a:tc>
                <a:tc>
                  <a:txBody>
                    <a:bodyPr/>
                    <a:lstStyle/>
                    <a:p>
                      <a:r>
                        <a:rPr lang="es-MX" dirty="0"/>
                        <a:t>Fecha</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1</a:t>
                      </a:r>
                    </a:p>
                  </a:txBody>
                  <a:tcPr/>
                </a:tc>
                <a:tc>
                  <a:txBody>
                    <a:bodyPr/>
                    <a:lstStyle/>
                    <a:p>
                      <a:r>
                        <a:rPr lang="es-MX" dirty="0"/>
                        <a:t>1</a:t>
                      </a:r>
                    </a:p>
                  </a:txBody>
                  <a:tcPr/>
                </a:tc>
                <a:tc>
                  <a:txBody>
                    <a:bodyPr/>
                    <a:lstStyle/>
                    <a:p>
                      <a:r>
                        <a:rPr lang="es-MX" dirty="0"/>
                        <a:t>2024-11-01</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2</a:t>
                      </a:r>
                    </a:p>
                  </a:txBody>
                  <a:tcPr/>
                </a:tc>
                <a:tc>
                  <a:txBody>
                    <a:bodyPr/>
                    <a:lstStyle/>
                    <a:p>
                      <a:r>
                        <a:rPr lang="es-MX" dirty="0"/>
                        <a:t>2</a:t>
                      </a:r>
                    </a:p>
                  </a:txBody>
                  <a:tcPr/>
                </a:tc>
                <a:tc>
                  <a:txBody>
                    <a:bodyPr/>
                    <a:lstStyle/>
                    <a:p>
                      <a:r>
                        <a:rPr lang="es-MX" dirty="0"/>
                        <a:t>2024-11-02</a:t>
                      </a:r>
                    </a:p>
                  </a:txBody>
                  <a:tcPr/>
                </a:tc>
                <a:extLst>
                  <a:ext uri="{0D108BD9-81ED-4DB2-BD59-A6C34878D82A}">
                    <a16:rowId xmlns:a16="http://schemas.microsoft.com/office/drawing/2014/main" val="989724724"/>
                  </a:ext>
                </a:extLst>
              </a:tr>
            </a:tbl>
          </a:graphicData>
        </a:graphic>
      </p:graphicFrame>
      <p:sp>
        <p:nvSpPr>
          <p:cNvPr id="5" name="Título 1">
            <a:extLst>
              <a:ext uri="{FF2B5EF4-FFF2-40B4-BE49-F238E27FC236}">
                <a16:creationId xmlns:a16="http://schemas.microsoft.com/office/drawing/2014/main" id="{B02CD123-DC2F-FBDC-49B1-97E1B2C3F619}"/>
              </a:ext>
            </a:extLst>
          </p:cNvPr>
          <p:cNvSpPr txBox="1">
            <a:spLocks/>
          </p:cNvSpPr>
          <p:nvPr/>
        </p:nvSpPr>
        <p:spPr>
          <a:xfrm>
            <a:off x="4232788" y="2928881"/>
            <a:ext cx="3020145"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Tabla</a:t>
            </a:r>
            <a:r>
              <a:rPr lang="en-US" dirty="0"/>
              <a:t> “</a:t>
            </a:r>
            <a:r>
              <a:rPr lang="en-US" dirty="0" err="1"/>
              <a:t>Pedidos</a:t>
            </a:r>
            <a:r>
              <a:rPr lang="en-US" dirty="0"/>
              <a:t>”</a:t>
            </a:r>
          </a:p>
        </p:txBody>
      </p:sp>
      <p:sp>
        <p:nvSpPr>
          <p:cNvPr id="6" name="Rectángulo 5">
            <a:extLst>
              <a:ext uri="{FF2B5EF4-FFF2-40B4-BE49-F238E27FC236}">
                <a16:creationId xmlns:a16="http://schemas.microsoft.com/office/drawing/2014/main" id="{AAB726DE-854C-AA4A-2D40-12D2868306DC}"/>
              </a:ext>
            </a:extLst>
          </p:cNvPr>
          <p:cNvSpPr/>
          <p:nvPr/>
        </p:nvSpPr>
        <p:spPr>
          <a:xfrm>
            <a:off x="2018890" y="3726425"/>
            <a:ext cx="2140157" cy="1328867"/>
          </a:xfrm>
          <a:prstGeom prst="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s-MX"/>
          </a:p>
        </p:txBody>
      </p:sp>
      <p:sp>
        <p:nvSpPr>
          <p:cNvPr id="7" name="Rectángulo 6">
            <a:extLst>
              <a:ext uri="{FF2B5EF4-FFF2-40B4-BE49-F238E27FC236}">
                <a16:creationId xmlns:a16="http://schemas.microsoft.com/office/drawing/2014/main" id="{FFA8222E-B712-8C50-C711-90526FD5F664}"/>
              </a:ext>
            </a:extLst>
          </p:cNvPr>
          <p:cNvSpPr/>
          <p:nvPr/>
        </p:nvSpPr>
        <p:spPr>
          <a:xfrm>
            <a:off x="4149215" y="3736257"/>
            <a:ext cx="2015616" cy="1328867"/>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MX"/>
          </a:p>
        </p:txBody>
      </p:sp>
      <p:sp>
        <p:nvSpPr>
          <p:cNvPr id="8" name="Rectángulo 7">
            <a:extLst>
              <a:ext uri="{FF2B5EF4-FFF2-40B4-BE49-F238E27FC236}">
                <a16:creationId xmlns:a16="http://schemas.microsoft.com/office/drawing/2014/main" id="{6C3ED322-DC17-724F-5443-AA9588916E0F}"/>
              </a:ext>
            </a:extLst>
          </p:cNvPr>
          <p:cNvSpPr/>
          <p:nvPr/>
        </p:nvSpPr>
        <p:spPr>
          <a:xfrm>
            <a:off x="6194327" y="3726426"/>
            <a:ext cx="2015615" cy="1328868"/>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MX"/>
          </a:p>
        </p:txBody>
      </p:sp>
      <p:sp>
        <p:nvSpPr>
          <p:cNvPr id="9" name="Título 1">
            <a:extLst>
              <a:ext uri="{FF2B5EF4-FFF2-40B4-BE49-F238E27FC236}">
                <a16:creationId xmlns:a16="http://schemas.microsoft.com/office/drawing/2014/main" id="{492651CD-4802-F911-BFAE-822AB68FE654}"/>
              </a:ext>
            </a:extLst>
          </p:cNvPr>
          <p:cNvSpPr txBox="1">
            <a:spLocks/>
          </p:cNvSpPr>
          <p:nvPr/>
        </p:nvSpPr>
        <p:spPr>
          <a:xfrm>
            <a:off x="2264696" y="5474257"/>
            <a:ext cx="1648544" cy="369518"/>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PRIMARY KEY</a:t>
            </a:r>
          </a:p>
        </p:txBody>
      </p:sp>
      <p:sp>
        <p:nvSpPr>
          <p:cNvPr id="10" name="Título 1">
            <a:extLst>
              <a:ext uri="{FF2B5EF4-FFF2-40B4-BE49-F238E27FC236}">
                <a16:creationId xmlns:a16="http://schemas.microsoft.com/office/drawing/2014/main" id="{D9575BA0-FC7B-99DB-CBAD-BBB51310E6B1}"/>
              </a:ext>
            </a:extLst>
          </p:cNvPr>
          <p:cNvSpPr txBox="1">
            <a:spLocks/>
          </p:cNvSpPr>
          <p:nvPr/>
        </p:nvSpPr>
        <p:spPr>
          <a:xfrm>
            <a:off x="5433963" y="5592057"/>
            <a:ext cx="1648544" cy="369518"/>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Foreign key</a:t>
            </a:r>
          </a:p>
        </p:txBody>
      </p:sp>
      <p:cxnSp>
        <p:nvCxnSpPr>
          <p:cNvPr id="14" name="Conector recto de flecha 13">
            <a:extLst>
              <a:ext uri="{FF2B5EF4-FFF2-40B4-BE49-F238E27FC236}">
                <a16:creationId xmlns:a16="http://schemas.microsoft.com/office/drawing/2014/main" id="{293CE0E6-C42B-FA68-0C7C-DE111FAA0C21}"/>
              </a:ext>
            </a:extLst>
          </p:cNvPr>
          <p:cNvCxnSpPr>
            <a:stCxn id="10" idx="0"/>
            <a:endCxn id="7" idx="2"/>
          </p:cNvCxnSpPr>
          <p:nvPr/>
        </p:nvCxnSpPr>
        <p:spPr>
          <a:xfrm flipH="1" flipV="1">
            <a:off x="5157023" y="5074956"/>
            <a:ext cx="1101212" cy="5171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Conector recto de flecha 15">
            <a:extLst>
              <a:ext uri="{FF2B5EF4-FFF2-40B4-BE49-F238E27FC236}">
                <a16:creationId xmlns:a16="http://schemas.microsoft.com/office/drawing/2014/main" id="{7E9F697C-5D25-9C98-A00C-0D6C49C92881}"/>
              </a:ext>
            </a:extLst>
          </p:cNvPr>
          <p:cNvCxnSpPr>
            <a:stCxn id="10" idx="0"/>
            <a:endCxn id="8" idx="2"/>
          </p:cNvCxnSpPr>
          <p:nvPr/>
        </p:nvCxnSpPr>
        <p:spPr>
          <a:xfrm flipV="1">
            <a:off x="6258235" y="5055294"/>
            <a:ext cx="943900" cy="5367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Conector recto de flecha 17">
            <a:extLst>
              <a:ext uri="{FF2B5EF4-FFF2-40B4-BE49-F238E27FC236}">
                <a16:creationId xmlns:a16="http://schemas.microsoft.com/office/drawing/2014/main" id="{AE5A664E-01EF-880A-2E79-CCF0713D7B4B}"/>
              </a:ext>
            </a:extLst>
          </p:cNvPr>
          <p:cNvCxnSpPr>
            <a:stCxn id="9" idx="0"/>
            <a:endCxn id="6" idx="2"/>
          </p:cNvCxnSpPr>
          <p:nvPr/>
        </p:nvCxnSpPr>
        <p:spPr>
          <a:xfrm flipV="1">
            <a:off x="3088968" y="5055292"/>
            <a:ext cx="1" cy="41896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1" name="Conector recto 10">
            <a:extLst>
              <a:ext uri="{FF2B5EF4-FFF2-40B4-BE49-F238E27FC236}">
                <a16:creationId xmlns:a16="http://schemas.microsoft.com/office/drawing/2014/main" id="{675486C5-242A-F1AC-5FF4-F35C58C387C5}"/>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DB898CAE-6CDC-F3A9-5CD9-3144BD304EA7}"/>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0709E7E6-5FD5-9B56-36BC-D336E29FC87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3605255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90031-7D30-557A-9E1C-047E092FCDF2}"/>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C0F76232-305E-6DE1-7BDA-05A1BD85E5B6}"/>
              </a:ext>
            </a:extLst>
          </p:cNvPr>
          <p:cNvGraphicFramePr>
            <a:graphicFrameLocks noGrp="1"/>
          </p:cNvGraphicFramePr>
          <p:nvPr>
            <p:extLst>
              <p:ext uri="{D42A27DB-BD31-4B8C-83A1-F6EECF244321}">
                <p14:modId xmlns:p14="http://schemas.microsoft.com/office/powerpoint/2010/main" val="1195001183"/>
              </p:ext>
            </p:extLst>
          </p:nvPr>
        </p:nvGraphicFramePr>
        <p:xfrm>
          <a:off x="5508523" y="4490781"/>
          <a:ext cx="6378677" cy="1381760"/>
        </p:xfrm>
        <a:graphic>
          <a:graphicData uri="http://schemas.openxmlformats.org/drawingml/2006/table">
            <a:tbl>
              <a:tblPr firstRow="1" bandRow="1">
                <a:tableStyleId>{5C22544A-7EE6-4342-B048-85BDC9FD1C3A}</a:tableStyleId>
              </a:tblPr>
              <a:tblGrid>
                <a:gridCol w="1194029">
                  <a:extLst>
                    <a:ext uri="{9D8B030D-6E8A-4147-A177-3AD203B41FA5}">
                      <a16:colId xmlns:a16="http://schemas.microsoft.com/office/drawing/2014/main" val="3106514716"/>
                    </a:ext>
                  </a:extLst>
                </a:gridCol>
                <a:gridCol w="1221653">
                  <a:extLst>
                    <a:ext uri="{9D8B030D-6E8A-4147-A177-3AD203B41FA5}">
                      <a16:colId xmlns:a16="http://schemas.microsoft.com/office/drawing/2014/main" val="59560574"/>
                    </a:ext>
                  </a:extLst>
                </a:gridCol>
                <a:gridCol w="924556">
                  <a:extLst>
                    <a:ext uri="{9D8B030D-6E8A-4147-A177-3AD203B41FA5}">
                      <a16:colId xmlns:a16="http://schemas.microsoft.com/office/drawing/2014/main" val="163566212"/>
                    </a:ext>
                  </a:extLst>
                </a:gridCol>
                <a:gridCol w="2084710">
                  <a:extLst>
                    <a:ext uri="{9D8B030D-6E8A-4147-A177-3AD203B41FA5}">
                      <a16:colId xmlns:a16="http://schemas.microsoft.com/office/drawing/2014/main" val="1116367499"/>
                    </a:ext>
                  </a:extLst>
                </a:gridCol>
                <a:gridCol w="953729">
                  <a:extLst>
                    <a:ext uri="{9D8B030D-6E8A-4147-A177-3AD203B41FA5}">
                      <a16:colId xmlns:a16="http://schemas.microsoft.com/office/drawing/2014/main" val="3860371539"/>
                    </a:ext>
                  </a:extLst>
                </a:gridCol>
              </a:tblGrid>
              <a:tr h="370840">
                <a:tc>
                  <a:txBody>
                    <a:bodyPr/>
                    <a:lstStyle/>
                    <a:p>
                      <a:r>
                        <a:rPr lang="es-MX" dirty="0" err="1"/>
                        <a:t>ID_libro</a:t>
                      </a:r>
                      <a:endParaRPr lang="es-MX" dirty="0"/>
                    </a:p>
                  </a:txBody>
                  <a:tcPr/>
                </a:tc>
                <a:tc>
                  <a:txBody>
                    <a:bodyPr/>
                    <a:lstStyle/>
                    <a:p>
                      <a:r>
                        <a:rPr lang="es-MX" dirty="0"/>
                        <a:t>Título</a:t>
                      </a:r>
                    </a:p>
                  </a:txBody>
                  <a:tcPr/>
                </a:tc>
                <a:tc>
                  <a:txBody>
                    <a:bodyPr/>
                    <a:lstStyle/>
                    <a:p>
                      <a:r>
                        <a:rPr lang="es-MX" dirty="0"/>
                        <a:t>Autor</a:t>
                      </a:r>
                    </a:p>
                  </a:txBody>
                  <a:tcPr/>
                </a:tc>
                <a:tc>
                  <a:txBody>
                    <a:bodyPr/>
                    <a:lstStyle/>
                    <a:p>
                      <a:r>
                        <a:rPr lang="es-MX" dirty="0" err="1"/>
                        <a:t>Año_Publicación</a:t>
                      </a:r>
                      <a:endParaRPr lang="es-MX" dirty="0"/>
                    </a:p>
                  </a:txBody>
                  <a:tcPr/>
                </a:tc>
                <a:tc>
                  <a:txBody>
                    <a:bodyPr/>
                    <a:lstStyle/>
                    <a:p>
                      <a:r>
                        <a:rPr lang="es-MX" dirty="0"/>
                        <a:t>Precio</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“El Quijote”</a:t>
                      </a:r>
                    </a:p>
                  </a:txBody>
                  <a:tcPr/>
                </a:tc>
                <a:tc>
                  <a:txBody>
                    <a:bodyPr/>
                    <a:lstStyle/>
                    <a:p>
                      <a:r>
                        <a:rPr lang="es-MX" dirty="0"/>
                        <a:t>Cervantes</a:t>
                      </a:r>
                    </a:p>
                  </a:txBody>
                  <a:tcPr/>
                </a:tc>
                <a:tc>
                  <a:txBody>
                    <a:bodyPr/>
                    <a:lstStyle/>
                    <a:p>
                      <a:r>
                        <a:rPr lang="es-MX" dirty="0"/>
                        <a:t>1605</a:t>
                      </a:r>
                    </a:p>
                  </a:txBody>
                  <a:tcPr/>
                </a:tc>
                <a:tc>
                  <a:txBody>
                    <a:bodyPr/>
                    <a:lstStyle/>
                    <a:p>
                      <a:r>
                        <a:rPr lang="es-MX" dirty="0"/>
                        <a:t>20</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“1984”</a:t>
                      </a:r>
                    </a:p>
                  </a:txBody>
                  <a:tcPr/>
                </a:tc>
                <a:tc>
                  <a:txBody>
                    <a:bodyPr/>
                    <a:lstStyle/>
                    <a:p>
                      <a:r>
                        <a:rPr lang="es-MX" dirty="0"/>
                        <a:t>Orwell</a:t>
                      </a:r>
                    </a:p>
                  </a:txBody>
                  <a:tcPr/>
                </a:tc>
                <a:tc>
                  <a:txBody>
                    <a:bodyPr/>
                    <a:lstStyle/>
                    <a:p>
                      <a:r>
                        <a:rPr lang="es-MX" dirty="0"/>
                        <a:t>1949</a:t>
                      </a:r>
                    </a:p>
                  </a:txBody>
                  <a:tcPr/>
                </a:tc>
                <a:tc>
                  <a:txBody>
                    <a:bodyPr/>
                    <a:lstStyle/>
                    <a:p>
                      <a:r>
                        <a:rPr lang="es-MX" dirty="0"/>
                        <a:t>15</a:t>
                      </a:r>
                    </a:p>
                  </a:txBody>
                  <a:tcPr/>
                </a:tc>
                <a:extLst>
                  <a:ext uri="{0D108BD9-81ED-4DB2-BD59-A6C34878D82A}">
                    <a16:rowId xmlns:a16="http://schemas.microsoft.com/office/drawing/2014/main" val="989724724"/>
                  </a:ext>
                </a:extLst>
              </a:tr>
            </a:tbl>
          </a:graphicData>
        </a:graphic>
      </p:graphicFrame>
      <p:graphicFrame>
        <p:nvGraphicFramePr>
          <p:cNvPr id="7" name="Tabla 6">
            <a:extLst>
              <a:ext uri="{FF2B5EF4-FFF2-40B4-BE49-F238E27FC236}">
                <a16:creationId xmlns:a16="http://schemas.microsoft.com/office/drawing/2014/main" id="{632BE6BD-4800-0AB0-F332-3D0B698E3236}"/>
              </a:ext>
            </a:extLst>
          </p:cNvPr>
          <p:cNvGraphicFramePr>
            <a:graphicFrameLocks noGrp="1"/>
          </p:cNvGraphicFramePr>
          <p:nvPr>
            <p:extLst>
              <p:ext uri="{D42A27DB-BD31-4B8C-83A1-F6EECF244321}">
                <p14:modId xmlns:p14="http://schemas.microsoft.com/office/powerpoint/2010/main" val="1859103615"/>
              </p:ext>
            </p:extLst>
          </p:nvPr>
        </p:nvGraphicFramePr>
        <p:xfrm>
          <a:off x="5705167" y="1296323"/>
          <a:ext cx="6392345" cy="1651000"/>
        </p:xfrm>
        <a:graphic>
          <a:graphicData uri="http://schemas.openxmlformats.org/drawingml/2006/table">
            <a:tbl>
              <a:tblPr firstRow="1" bandRow="1">
                <a:tableStyleId>{5C22544A-7EE6-4342-B048-85BDC9FD1C3A}</a:tableStyleId>
              </a:tblPr>
              <a:tblGrid>
                <a:gridCol w="1364227">
                  <a:extLst>
                    <a:ext uri="{9D8B030D-6E8A-4147-A177-3AD203B41FA5}">
                      <a16:colId xmlns:a16="http://schemas.microsoft.com/office/drawing/2014/main" val="3106514716"/>
                    </a:ext>
                  </a:extLst>
                </a:gridCol>
                <a:gridCol w="1248696">
                  <a:extLst>
                    <a:ext uri="{9D8B030D-6E8A-4147-A177-3AD203B41FA5}">
                      <a16:colId xmlns:a16="http://schemas.microsoft.com/office/drawing/2014/main" val="59560574"/>
                    </a:ext>
                  </a:extLst>
                </a:gridCol>
                <a:gridCol w="2398678">
                  <a:extLst>
                    <a:ext uri="{9D8B030D-6E8A-4147-A177-3AD203B41FA5}">
                      <a16:colId xmlns:a16="http://schemas.microsoft.com/office/drawing/2014/main" val="163566212"/>
                    </a:ext>
                  </a:extLst>
                </a:gridCol>
                <a:gridCol w="1380744">
                  <a:extLst>
                    <a:ext uri="{9D8B030D-6E8A-4147-A177-3AD203B41FA5}">
                      <a16:colId xmlns:a16="http://schemas.microsoft.com/office/drawing/2014/main" val="1116367499"/>
                    </a:ext>
                  </a:extLst>
                </a:gridCol>
              </a:tblGrid>
              <a:tr h="370840">
                <a:tc>
                  <a:txBody>
                    <a:bodyPr/>
                    <a:lstStyle/>
                    <a:p>
                      <a:r>
                        <a:rPr lang="es-MX" dirty="0" err="1"/>
                        <a:t>ID_Cliente</a:t>
                      </a:r>
                      <a:endParaRPr lang="es-MX" dirty="0"/>
                    </a:p>
                  </a:txBody>
                  <a:tcPr/>
                </a:tc>
                <a:tc>
                  <a:txBody>
                    <a:bodyPr/>
                    <a:lstStyle/>
                    <a:p>
                      <a:r>
                        <a:rPr lang="es-MX" dirty="0"/>
                        <a:t>Nombre</a:t>
                      </a:r>
                    </a:p>
                  </a:txBody>
                  <a:tcPr/>
                </a:tc>
                <a:tc>
                  <a:txBody>
                    <a:bodyPr/>
                    <a:lstStyle/>
                    <a:p>
                      <a:r>
                        <a:rPr lang="es-MX" dirty="0"/>
                        <a:t>Correo</a:t>
                      </a:r>
                    </a:p>
                  </a:txBody>
                  <a:tcPr/>
                </a:tc>
                <a:tc>
                  <a:txBody>
                    <a:bodyPr/>
                    <a:lstStyle/>
                    <a:p>
                      <a:r>
                        <a:rPr lang="es-MX" dirty="0"/>
                        <a:t>Teléfono</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Alejandro </a:t>
                      </a:r>
                      <a:r>
                        <a:rPr lang="es-MX" dirty="0" err="1"/>
                        <a:t>Lopez</a:t>
                      </a:r>
                      <a:endParaRPr lang="es-MX" dirty="0"/>
                    </a:p>
                  </a:txBody>
                  <a:tcPr/>
                </a:tc>
                <a:tc>
                  <a:txBody>
                    <a:bodyPr/>
                    <a:lstStyle/>
                    <a:p>
                      <a:r>
                        <a:rPr lang="es-MX" dirty="0"/>
                        <a:t>AlejandroLopez@correo.com</a:t>
                      </a:r>
                    </a:p>
                  </a:txBody>
                  <a:tcPr/>
                </a:tc>
                <a:tc>
                  <a:txBody>
                    <a:bodyPr/>
                    <a:lstStyle/>
                    <a:p>
                      <a:r>
                        <a:rPr lang="es-MX" dirty="0"/>
                        <a:t>23456748</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Alejandra Salas</a:t>
                      </a:r>
                    </a:p>
                  </a:txBody>
                  <a:tcPr/>
                </a:tc>
                <a:tc>
                  <a:txBody>
                    <a:bodyPr/>
                    <a:lstStyle/>
                    <a:p>
                      <a:r>
                        <a:rPr lang="es-MX" dirty="0"/>
                        <a:t>Alejandra Salas@correo.com</a:t>
                      </a:r>
                    </a:p>
                  </a:txBody>
                  <a:tcPr/>
                </a:tc>
                <a:tc>
                  <a:txBody>
                    <a:bodyPr/>
                    <a:lstStyle/>
                    <a:p>
                      <a:r>
                        <a:rPr lang="es-MX" dirty="0"/>
                        <a:t>56479029</a:t>
                      </a:r>
                    </a:p>
                  </a:txBody>
                  <a:tcPr/>
                </a:tc>
                <a:extLst>
                  <a:ext uri="{0D108BD9-81ED-4DB2-BD59-A6C34878D82A}">
                    <a16:rowId xmlns:a16="http://schemas.microsoft.com/office/drawing/2014/main" val="989724724"/>
                  </a:ext>
                </a:extLst>
              </a:tr>
            </a:tbl>
          </a:graphicData>
        </a:graphic>
      </p:graphicFrame>
      <p:graphicFrame>
        <p:nvGraphicFramePr>
          <p:cNvPr id="9" name="Tabla 8">
            <a:extLst>
              <a:ext uri="{FF2B5EF4-FFF2-40B4-BE49-F238E27FC236}">
                <a16:creationId xmlns:a16="http://schemas.microsoft.com/office/drawing/2014/main" id="{5BF756D9-9B33-33BF-A14F-48FC21D4D505}"/>
              </a:ext>
            </a:extLst>
          </p:cNvPr>
          <p:cNvGraphicFramePr>
            <a:graphicFrameLocks noGrp="1"/>
          </p:cNvGraphicFramePr>
          <p:nvPr>
            <p:extLst>
              <p:ext uri="{D42A27DB-BD31-4B8C-83A1-F6EECF244321}">
                <p14:modId xmlns:p14="http://schemas.microsoft.com/office/powerpoint/2010/main" val="240048569"/>
              </p:ext>
            </p:extLst>
          </p:nvPr>
        </p:nvGraphicFramePr>
        <p:xfrm>
          <a:off x="304801" y="2751855"/>
          <a:ext cx="5191432" cy="1112520"/>
        </p:xfrm>
        <a:graphic>
          <a:graphicData uri="http://schemas.openxmlformats.org/drawingml/2006/table">
            <a:tbl>
              <a:tblPr firstRow="1" bandRow="1">
                <a:tableStyleId>{5C22544A-7EE6-4342-B048-85BDC9FD1C3A}</a:tableStyleId>
              </a:tblPr>
              <a:tblGrid>
                <a:gridCol w="1395983">
                  <a:extLst>
                    <a:ext uri="{9D8B030D-6E8A-4147-A177-3AD203B41FA5}">
                      <a16:colId xmlns:a16="http://schemas.microsoft.com/office/drawing/2014/main" val="3106514716"/>
                    </a:ext>
                  </a:extLst>
                </a:gridCol>
                <a:gridCol w="1380744">
                  <a:extLst>
                    <a:ext uri="{9D8B030D-6E8A-4147-A177-3AD203B41FA5}">
                      <a16:colId xmlns:a16="http://schemas.microsoft.com/office/drawing/2014/main" val="59560574"/>
                    </a:ext>
                  </a:extLst>
                </a:gridCol>
                <a:gridCol w="1024128">
                  <a:extLst>
                    <a:ext uri="{9D8B030D-6E8A-4147-A177-3AD203B41FA5}">
                      <a16:colId xmlns:a16="http://schemas.microsoft.com/office/drawing/2014/main" val="163566212"/>
                    </a:ext>
                  </a:extLst>
                </a:gridCol>
                <a:gridCol w="1390577">
                  <a:extLst>
                    <a:ext uri="{9D8B030D-6E8A-4147-A177-3AD203B41FA5}">
                      <a16:colId xmlns:a16="http://schemas.microsoft.com/office/drawing/2014/main" val="1116367499"/>
                    </a:ext>
                  </a:extLst>
                </a:gridCol>
              </a:tblGrid>
              <a:tr h="370840">
                <a:tc>
                  <a:txBody>
                    <a:bodyPr/>
                    <a:lstStyle/>
                    <a:p>
                      <a:r>
                        <a:rPr lang="es-MX" dirty="0" err="1"/>
                        <a:t>ID_Pedido</a:t>
                      </a:r>
                      <a:endParaRPr lang="es-MX" dirty="0"/>
                    </a:p>
                  </a:txBody>
                  <a:tcPr/>
                </a:tc>
                <a:tc>
                  <a:txBody>
                    <a:bodyPr/>
                    <a:lstStyle/>
                    <a:p>
                      <a:r>
                        <a:rPr lang="es-MX" dirty="0" err="1"/>
                        <a:t>ID_Cliente</a:t>
                      </a:r>
                      <a:endParaRPr lang="es-MX" dirty="0"/>
                    </a:p>
                  </a:txBody>
                  <a:tcPr/>
                </a:tc>
                <a:tc>
                  <a:txBody>
                    <a:bodyPr/>
                    <a:lstStyle/>
                    <a:p>
                      <a:r>
                        <a:rPr lang="es-MX" dirty="0" err="1"/>
                        <a:t>ID_libro</a:t>
                      </a:r>
                      <a:endParaRPr lang="es-MX" dirty="0"/>
                    </a:p>
                  </a:txBody>
                  <a:tcPr/>
                </a:tc>
                <a:tc>
                  <a:txBody>
                    <a:bodyPr/>
                    <a:lstStyle/>
                    <a:p>
                      <a:r>
                        <a:rPr lang="es-MX" dirty="0"/>
                        <a:t>Fecha</a:t>
                      </a:r>
                    </a:p>
                  </a:txBody>
                  <a:tcPr/>
                </a:tc>
                <a:extLst>
                  <a:ext uri="{0D108BD9-81ED-4DB2-BD59-A6C34878D82A}">
                    <a16:rowId xmlns:a16="http://schemas.microsoft.com/office/drawing/2014/main" val="468477822"/>
                  </a:ext>
                </a:extLst>
              </a:tr>
              <a:tr h="370840">
                <a:tc>
                  <a:txBody>
                    <a:bodyPr/>
                    <a:lstStyle/>
                    <a:p>
                      <a:r>
                        <a:rPr lang="es-MX" dirty="0"/>
                        <a:t>1</a:t>
                      </a:r>
                    </a:p>
                  </a:txBody>
                  <a:tcPr/>
                </a:tc>
                <a:tc>
                  <a:txBody>
                    <a:bodyPr/>
                    <a:lstStyle/>
                    <a:p>
                      <a:r>
                        <a:rPr lang="es-MX" dirty="0"/>
                        <a:t>1</a:t>
                      </a:r>
                    </a:p>
                  </a:txBody>
                  <a:tcPr/>
                </a:tc>
                <a:tc>
                  <a:txBody>
                    <a:bodyPr/>
                    <a:lstStyle/>
                    <a:p>
                      <a:r>
                        <a:rPr lang="es-MX" dirty="0"/>
                        <a:t>1</a:t>
                      </a:r>
                    </a:p>
                  </a:txBody>
                  <a:tcPr/>
                </a:tc>
                <a:tc>
                  <a:txBody>
                    <a:bodyPr/>
                    <a:lstStyle/>
                    <a:p>
                      <a:r>
                        <a:rPr lang="es-MX" dirty="0"/>
                        <a:t>2024-11-01</a:t>
                      </a:r>
                    </a:p>
                  </a:txBody>
                  <a:tcPr/>
                </a:tc>
                <a:extLst>
                  <a:ext uri="{0D108BD9-81ED-4DB2-BD59-A6C34878D82A}">
                    <a16:rowId xmlns:a16="http://schemas.microsoft.com/office/drawing/2014/main" val="2989631421"/>
                  </a:ext>
                </a:extLst>
              </a:tr>
              <a:tr h="370840">
                <a:tc>
                  <a:txBody>
                    <a:bodyPr/>
                    <a:lstStyle/>
                    <a:p>
                      <a:r>
                        <a:rPr lang="es-MX" dirty="0"/>
                        <a:t>2</a:t>
                      </a:r>
                    </a:p>
                  </a:txBody>
                  <a:tcPr/>
                </a:tc>
                <a:tc>
                  <a:txBody>
                    <a:bodyPr/>
                    <a:lstStyle/>
                    <a:p>
                      <a:r>
                        <a:rPr lang="es-MX" dirty="0"/>
                        <a:t>2</a:t>
                      </a:r>
                    </a:p>
                  </a:txBody>
                  <a:tcPr/>
                </a:tc>
                <a:tc>
                  <a:txBody>
                    <a:bodyPr/>
                    <a:lstStyle/>
                    <a:p>
                      <a:r>
                        <a:rPr lang="es-MX" dirty="0"/>
                        <a:t>2</a:t>
                      </a:r>
                    </a:p>
                  </a:txBody>
                  <a:tcPr/>
                </a:tc>
                <a:tc>
                  <a:txBody>
                    <a:bodyPr/>
                    <a:lstStyle/>
                    <a:p>
                      <a:r>
                        <a:rPr lang="es-MX" dirty="0"/>
                        <a:t>2024-11-02</a:t>
                      </a:r>
                    </a:p>
                  </a:txBody>
                  <a:tcPr/>
                </a:tc>
                <a:extLst>
                  <a:ext uri="{0D108BD9-81ED-4DB2-BD59-A6C34878D82A}">
                    <a16:rowId xmlns:a16="http://schemas.microsoft.com/office/drawing/2014/main" val="989724724"/>
                  </a:ext>
                </a:extLst>
              </a:tr>
            </a:tbl>
          </a:graphicData>
        </a:graphic>
      </p:graphicFrame>
      <p:sp>
        <p:nvSpPr>
          <p:cNvPr id="29" name="Título 1">
            <a:extLst>
              <a:ext uri="{FF2B5EF4-FFF2-40B4-BE49-F238E27FC236}">
                <a16:creationId xmlns:a16="http://schemas.microsoft.com/office/drawing/2014/main" id="{7C30310E-A2DE-4387-ED14-D454739DB9F4}"/>
              </a:ext>
            </a:extLst>
          </p:cNvPr>
          <p:cNvSpPr txBox="1">
            <a:spLocks/>
          </p:cNvSpPr>
          <p:nvPr/>
        </p:nvSpPr>
        <p:spPr>
          <a:xfrm>
            <a:off x="538726" y="1926355"/>
            <a:ext cx="3020145"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Tabla</a:t>
            </a:r>
            <a:r>
              <a:rPr lang="en-US" dirty="0"/>
              <a:t> “</a:t>
            </a:r>
            <a:r>
              <a:rPr lang="en-US" dirty="0" err="1"/>
              <a:t>Pedidos</a:t>
            </a:r>
            <a:r>
              <a:rPr lang="en-US" dirty="0"/>
              <a:t>”</a:t>
            </a:r>
          </a:p>
        </p:txBody>
      </p:sp>
      <p:sp>
        <p:nvSpPr>
          <p:cNvPr id="30" name="Título 1">
            <a:extLst>
              <a:ext uri="{FF2B5EF4-FFF2-40B4-BE49-F238E27FC236}">
                <a16:creationId xmlns:a16="http://schemas.microsoft.com/office/drawing/2014/main" id="{9DA4DFE9-4863-C16D-4966-12DC303F4455}"/>
              </a:ext>
            </a:extLst>
          </p:cNvPr>
          <p:cNvSpPr txBox="1">
            <a:spLocks/>
          </p:cNvSpPr>
          <p:nvPr/>
        </p:nvSpPr>
        <p:spPr>
          <a:xfrm>
            <a:off x="5705167" y="3858798"/>
            <a:ext cx="3020145"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Tabla</a:t>
            </a:r>
            <a:r>
              <a:rPr lang="en-US" dirty="0"/>
              <a:t> “Libros”</a:t>
            </a:r>
          </a:p>
        </p:txBody>
      </p:sp>
      <p:sp>
        <p:nvSpPr>
          <p:cNvPr id="31" name="Título 1">
            <a:extLst>
              <a:ext uri="{FF2B5EF4-FFF2-40B4-BE49-F238E27FC236}">
                <a16:creationId xmlns:a16="http://schemas.microsoft.com/office/drawing/2014/main" id="{D50FC37E-6C99-B4CE-1251-F81B036D9DBD}"/>
              </a:ext>
            </a:extLst>
          </p:cNvPr>
          <p:cNvSpPr txBox="1">
            <a:spLocks/>
          </p:cNvSpPr>
          <p:nvPr/>
        </p:nvSpPr>
        <p:spPr>
          <a:xfrm>
            <a:off x="5642690" y="586185"/>
            <a:ext cx="3020145"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Tabla</a:t>
            </a:r>
            <a:r>
              <a:rPr lang="en-US" dirty="0"/>
              <a:t> “</a:t>
            </a:r>
            <a:r>
              <a:rPr lang="en-US" dirty="0" err="1"/>
              <a:t>clientes</a:t>
            </a:r>
            <a:r>
              <a:rPr lang="en-US" dirty="0"/>
              <a:t>”</a:t>
            </a:r>
          </a:p>
        </p:txBody>
      </p:sp>
      <p:cxnSp>
        <p:nvCxnSpPr>
          <p:cNvPr id="33" name="Conector: angular 32">
            <a:extLst>
              <a:ext uri="{FF2B5EF4-FFF2-40B4-BE49-F238E27FC236}">
                <a16:creationId xmlns:a16="http://schemas.microsoft.com/office/drawing/2014/main" id="{49DCDBB7-6402-70D5-A1C5-30501BDF02FE}"/>
              </a:ext>
            </a:extLst>
          </p:cNvPr>
          <p:cNvCxnSpPr>
            <a:cxnSpLocks/>
            <a:stCxn id="9" idx="2"/>
            <a:endCxn id="2" idx="1"/>
          </p:cNvCxnSpPr>
          <p:nvPr/>
        </p:nvCxnSpPr>
        <p:spPr>
          <a:xfrm rot="16200000" flipH="1">
            <a:off x="3545877" y="3219015"/>
            <a:ext cx="1317286" cy="2608006"/>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1" name="Conector: angular 10">
            <a:extLst>
              <a:ext uri="{FF2B5EF4-FFF2-40B4-BE49-F238E27FC236}">
                <a16:creationId xmlns:a16="http://schemas.microsoft.com/office/drawing/2014/main" id="{CC9DD5BC-3C7C-37B9-FF54-D28B501E7398}"/>
              </a:ext>
            </a:extLst>
          </p:cNvPr>
          <p:cNvCxnSpPr/>
          <p:nvPr/>
        </p:nvCxnSpPr>
        <p:spPr>
          <a:xfrm flipV="1">
            <a:off x="2153265" y="1504335"/>
            <a:ext cx="3489425" cy="1247520"/>
          </a:xfrm>
          <a:prstGeom prst="bentConnector3">
            <a:avLst/>
          </a:prstGeom>
          <a:ln>
            <a:tailEnd type="triangle"/>
          </a:ln>
        </p:spPr>
        <p:style>
          <a:lnRef idx="3">
            <a:schemeClr val="accent4"/>
          </a:lnRef>
          <a:fillRef idx="0">
            <a:schemeClr val="accent4"/>
          </a:fillRef>
          <a:effectRef idx="2">
            <a:schemeClr val="accent4"/>
          </a:effectRef>
          <a:fontRef idx="minor">
            <a:schemeClr val="tx1"/>
          </a:fontRef>
        </p:style>
      </p:cxnSp>
      <p:sp>
        <p:nvSpPr>
          <p:cNvPr id="3" name="CuadroTexto 2">
            <a:extLst>
              <a:ext uri="{FF2B5EF4-FFF2-40B4-BE49-F238E27FC236}">
                <a16:creationId xmlns:a16="http://schemas.microsoft.com/office/drawing/2014/main" id="{BE4A5F87-143A-9C75-590B-266362CB86FB}"/>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4" name="Picture 2">
            <a:extLst>
              <a:ext uri="{FF2B5EF4-FFF2-40B4-BE49-F238E27FC236}">
                <a16:creationId xmlns:a16="http://schemas.microsoft.com/office/drawing/2014/main" id="{CFD75BD8-01B1-7032-13F6-BE1D35A13CF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3913834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920C-4AF9-304B-5A5D-0CF14327B23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68317D5-F562-2A2A-FF3A-38671F467D1F}"/>
              </a:ext>
            </a:extLst>
          </p:cNvPr>
          <p:cNvSpPr txBox="1"/>
          <p:nvPr/>
        </p:nvSpPr>
        <p:spPr>
          <a:xfrm>
            <a:off x="727776" y="1648711"/>
            <a:ext cx="11346049" cy="2526890"/>
          </a:xfrm>
          <a:prstGeom prst="rect">
            <a:avLst/>
          </a:prstGeom>
        </p:spPr>
        <p:txBody>
          <a:bodyPr vert="horz" lIns="91440" tIns="45720" rIns="91440" bIns="45720" rtlCol="0" anchor="ctr">
            <a:normAutofit/>
          </a:bodyPr>
          <a:lstStyle/>
          <a:p>
            <a:pPr algn="just" defTabSz="457200">
              <a:lnSpc>
                <a:spcPct val="160000"/>
              </a:lnSpc>
              <a:spcBef>
                <a:spcPct val="20000"/>
              </a:spcBef>
              <a:spcAft>
                <a:spcPts val="600"/>
              </a:spcAft>
              <a:buClr>
                <a:schemeClr val="accent1"/>
              </a:buClr>
              <a:buSzPct val="92000"/>
            </a:pPr>
            <a:endParaRPr lang="en-US" dirty="0"/>
          </a:p>
          <a:p>
            <a:pPr defTabSz="457200">
              <a:lnSpc>
                <a:spcPct val="200000"/>
              </a:lnSpc>
              <a:spcBef>
                <a:spcPct val="20000"/>
              </a:spcBef>
              <a:spcAft>
                <a:spcPts val="600"/>
              </a:spcAft>
              <a:buClr>
                <a:schemeClr val="accent1"/>
              </a:buClr>
              <a:buSzPct val="92000"/>
            </a:pPr>
            <a:r>
              <a:rPr lang="es-ES" sz="2000" dirty="0"/>
              <a:t>Las bases de datos relacionales se gestionan y consultan mediante el lenguaje SQL, que permite realizar operaciones como insertar, actualizar, eliminar y consultar datos como: </a:t>
            </a:r>
            <a:r>
              <a:rPr lang="es-ES" sz="2000" b="1" dirty="0"/>
              <a:t>SELECT,  JOIN, INSERT, UPDATE, DELETE, CRATE TABLE, ALTER TABLE, DROP TABLE.</a:t>
            </a:r>
            <a:endParaRPr lang="en-US" sz="2000" b="1" dirty="0"/>
          </a:p>
        </p:txBody>
      </p:sp>
      <p:sp>
        <p:nvSpPr>
          <p:cNvPr id="2" name="Título 1">
            <a:extLst>
              <a:ext uri="{FF2B5EF4-FFF2-40B4-BE49-F238E27FC236}">
                <a16:creationId xmlns:a16="http://schemas.microsoft.com/office/drawing/2014/main" id="{69C1C084-3841-172D-8D18-288D90CC06D0}"/>
              </a:ext>
            </a:extLst>
          </p:cNvPr>
          <p:cNvSpPr txBox="1">
            <a:spLocks/>
          </p:cNvSpPr>
          <p:nvPr/>
        </p:nvSpPr>
        <p:spPr>
          <a:xfrm>
            <a:off x="3834581" y="0"/>
            <a:ext cx="4257368" cy="599212"/>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t>ESTRUCTURA BÁSICA DE SQL</a:t>
            </a:r>
          </a:p>
        </p:txBody>
      </p:sp>
      <p:cxnSp>
        <p:nvCxnSpPr>
          <p:cNvPr id="3" name="Conector recto 2">
            <a:extLst>
              <a:ext uri="{FF2B5EF4-FFF2-40B4-BE49-F238E27FC236}">
                <a16:creationId xmlns:a16="http://schemas.microsoft.com/office/drawing/2014/main" id="{2AF2EA49-CF7C-4D68-DCEA-DB49980560F3}"/>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CDF19BBA-87E7-046E-8136-CB827490848D}"/>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6" name="Picture 2">
            <a:extLst>
              <a:ext uri="{FF2B5EF4-FFF2-40B4-BE49-F238E27FC236}">
                <a16:creationId xmlns:a16="http://schemas.microsoft.com/office/drawing/2014/main" id="{E08E9CE2-5E86-C799-3876-D2769A8A93F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2609675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5E7A1-8580-50C1-8884-B5B6D43A575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C957DC9-93FB-110F-B287-6EB7CC69EAFA}"/>
              </a:ext>
            </a:extLst>
          </p:cNvPr>
          <p:cNvSpPr txBox="1"/>
          <p:nvPr/>
        </p:nvSpPr>
        <p:spPr>
          <a:xfrm>
            <a:off x="422975" y="735551"/>
            <a:ext cx="11346049" cy="5124752"/>
          </a:xfrm>
          <a:prstGeom prst="rect">
            <a:avLst/>
          </a:prstGeom>
        </p:spPr>
        <p:txBody>
          <a:bodyPr vert="horz" lIns="91440" tIns="45720" rIns="91440" bIns="45720" rtlCol="0" anchor="ctr">
            <a:normAutofit/>
          </a:bodyPr>
          <a:lstStyle/>
          <a:p>
            <a:pPr algn="just" defTabSz="457200">
              <a:lnSpc>
                <a:spcPct val="160000"/>
              </a:lnSpc>
              <a:spcBef>
                <a:spcPct val="20000"/>
              </a:spcBef>
              <a:spcAft>
                <a:spcPts val="600"/>
              </a:spcAft>
              <a:buClr>
                <a:schemeClr val="accent1"/>
              </a:buClr>
              <a:buSzPct val="92000"/>
            </a:pPr>
            <a:endParaRPr lang="en-US" sz="2200" dirty="0"/>
          </a:p>
          <a:p>
            <a:pPr marL="342900" indent="-342900" defTabSz="457200">
              <a:lnSpc>
                <a:spcPct val="200000"/>
              </a:lnSpc>
              <a:spcBef>
                <a:spcPct val="20000"/>
              </a:spcBef>
              <a:spcAft>
                <a:spcPts val="600"/>
              </a:spcAft>
              <a:buClr>
                <a:schemeClr val="accent1"/>
              </a:buClr>
              <a:buSzPct val="92000"/>
              <a:buFont typeface="Arial" panose="020B0604020202020204" pitchFamily="34" charset="0"/>
              <a:buChar char="•"/>
            </a:pPr>
            <a:r>
              <a:rPr lang="es-MX" sz="2200" dirty="0"/>
              <a:t>Como seleccionar columnas y filas.</a:t>
            </a:r>
          </a:p>
          <a:p>
            <a:pPr marL="342900" indent="-342900" defTabSz="457200">
              <a:lnSpc>
                <a:spcPct val="200000"/>
              </a:lnSpc>
              <a:spcBef>
                <a:spcPct val="20000"/>
              </a:spcBef>
              <a:spcAft>
                <a:spcPts val="600"/>
              </a:spcAft>
              <a:buClr>
                <a:schemeClr val="accent1"/>
              </a:buClr>
              <a:buSzPct val="92000"/>
              <a:buFont typeface="Arial" panose="020B0604020202020204" pitchFamily="34" charset="0"/>
              <a:buChar char="•"/>
            </a:pPr>
            <a:r>
              <a:rPr lang="es-MX" sz="2200" dirty="0"/>
              <a:t>Uso de</a:t>
            </a:r>
            <a:r>
              <a:rPr lang="es-MX" sz="2200" b="1" dirty="0"/>
              <a:t> * </a:t>
            </a:r>
            <a:r>
              <a:rPr lang="es-MX" sz="2200" dirty="0"/>
              <a:t>para seleccionar todas las columnas</a:t>
            </a:r>
          </a:p>
          <a:p>
            <a:pPr marL="342900" indent="-342900" defTabSz="457200">
              <a:lnSpc>
                <a:spcPct val="200000"/>
              </a:lnSpc>
              <a:spcBef>
                <a:spcPct val="20000"/>
              </a:spcBef>
              <a:spcAft>
                <a:spcPts val="600"/>
              </a:spcAft>
              <a:buClr>
                <a:schemeClr val="accent1"/>
              </a:buClr>
              <a:buSzPct val="92000"/>
              <a:buFont typeface="Arial" panose="020B0604020202020204" pitchFamily="34" charset="0"/>
              <a:buChar char="•"/>
            </a:pPr>
            <a:r>
              <a:rPr lang="es-MX" sz="2200" dirty="0"/>
              <a:t>Uso de </a:t>
            </a:r>
            <a:r>
              <a:rPr lang="es-MX" sz="2200" b="1" dirty="0"/>
              <a:t>WHERE</a:t>
            </a:r>
            <a:r>
              <a:rPr lang="es-MX" sz="2200" dirty="0"/>
              <a:t> para filtrar los resultados</a:t>
            </a:r>
          </a:p>
          <a:p>
            <a:pPr marL="285750" indent="-285750" defTabSz="457200">
              <a:lnSpc>
                <a:spcPct val="200000"/>
              </a:lnSpc>
              <a:spcBef>
                <a:spcPct val="20000"/>
              </a:spcBef>
              <a:spcAft>
                <a:spcPts val="600"/>
              </a:spcAft>
              <a:buClr>
                <a:schemeClr val="accent1"/>
              </a:buClr>
              <a:buSzPct val="92000"/>
              <a:buFont typeface="Arial" panose="020B0604020202020204" pitchFamily="34" charset="0"/>
              <a:buChar char="•"/>
            </a:pPr>
            <a:r>
              <a:rPr lang="en-US" sz="2200" dirty="0" err="1"/>
              <a:t>Uso</a:t>
            </a:r>
            <a:r>
              <a:rPr lang="en-US" sz="2200" dirty="0"/>
              <a:t> de </a:t>
            </a:r>
            <a:r>
              <a:rPr lang="en-US" sz="2200" b="1" dirty="0"/>
              <a:t>AND, OR,</a:t>
            </a:r>
            <a:r>
              <a:rPr lang="en-US" sz="2200" dirty="0"/>
              <a:t> y </a:t>
            </a:r>
            <a:r>
              <a:rPr lang="en-US" sz="2200" dirty="0" err="1"/>
              <a:t>operadores</a:t>
            </a:r>
            <a:r>
              <a:rPr lang="en-US" sz="2200" dirty="0"/>
              <a:t> de </a:t>
            </a:r>
            <a:r>
              <a:rPr lang="en-US" sz="2200" dirty="0" err="1"/>
              <a:t>comparación</a:t>
            </a:r>
            <a:r>
              <a:rPr lang="en-US" sz="2200" dirty="0"/>
              <a:t> </a:t>
            </a:r>
            <a:r>
              <a:rPr lang="en-US" sz="2200" b="1" dirty="0"/>
              <a:t>(=,&gt;,&lt;,BETWEEN,IN,LIKE)</a:t>
            </a:r>
          </a:p>
          <a:p>
            <a:pPr marL="285750" indent="-285750" defTabSz="457200">
              <a:lnSpc>
                <a:spcPct val="200000"/>
              </a:lnSpc>
              <a:spcBef>
                <a:spcPct val="20000"/>
              </a:spcBef>
              <a:spcAft>
                <a:spcPts val="600"/>
              </a:spcAft>
              <a:buClr>
                <a:schemeClr val="accent1"/>
              </a:buClr>
              <a:buSzPct val="92000"/>
              <a:buFont typeface="Arial" panose="020B0604020202020204" pitchFamily="34" charset="0"/>
              <a:buChar char="•"/>
            </a:pPr>
            <a:r>
              <a:rPr lang="en-US" sz="2200" dirty="0" err="1"/>
              <a:t>Uso</a:t>
            </a:r>
            <a:r>
              <a:rPr lang="en-US" sz="2200" dirty="0"/>
              <a:t> de </a:t>
            </a:r>
            <a:r>
              <a:rPr lang="en-US" sz="2200" b="1" dirty="0"/>
              <a:t>WHERE</a:t>
            </a:r>
            <a:r>
              <a:rPr lang="en-US" sz="2200" dirty="0"/>
              <a:t> con </a:t>
            </a:r>
            <a:r>
              <a:rPr lang="en-US" sz="2200" dirty="0" err="1"/>
              <a:t>operadores</a:t>
            </a:r>
            <a:r>
              <a:rPr lang="en-US" sz="2200" dirty="0"/>
              <a:t> de </a:t>
            </a:r>
            <a:r>
              <a:rPr lang="en-US" sz="2200" dirty="0" err="1"/>
              <a:t>comparación</a:t>
            </a:r>
            <a:r>
              <a:rPr lang="en-US" sz="2200" dirty="0"/>
              <a:t>.</a:t>
            </a:r>
          </a:p>
          <a:p>
            <a:pPr defTabSz="457200">
              <a:lnSpc>
                <a:spcPct val="200000"/>
              </a:lnSpc>
              <a:spcBef>
                <a:spcPct val="20000"/>
              </a:spcBef>
              <a:spcAft>
                <a:spcPts val="600"/>
              </a:spcAft>
              <a:buClr>
                <a:schemeClr val="accent1"/>
              </a:buClr>
              <a:buSzPct val="92000"/>
            </a:pPr>
            <a:endParaRPr lang="en-US" sz="1600" dirty="0"/>
          </a:p>
        </p:txBody>
      </p:sp>
      <p:sp>
        <p:nvSpPr>
          <p:cNvPr id="2" name="Título 1">
            <a:extLst>
              <a:ext uri="{FF2B5EF4-FFF2-40B4-BE49-F238E27FC236}">
                <a16:creationId xmlns:a16="http://schemas.microsoft.com/office/drawing/2014/main" id="{9EA7B632-5DB0-0E2D-9C85-92325BBAA706}"/>
              </a:ext>
            </a:extLst>
          </p:cNvPr>
          <p:cNvSpPr txBox="1">
            <a:spLocks/>
          </p:cNvSpPr>
          <p:nvPr/>
        </p:nvSpPr>
        <p:spPr>
          <a:xfrm>
            <a:off x="5156365" y="240856"/>
            <a:ext cx="121493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t>SELECT</a:t>
            </a:r>
          </a:p>
        </p:txBody>
      </p:sp>
      <p:cxnSp>
        <p:nvCxnSpPr>
          <p:cNvPr id="3" name="Conector recto 2">
            <a:extLst>
              <a:ext uri="{FF2B5EF4-FFF2-40B4-BE49-F238E27FC236}">
                <a16:creationId xmlns:a16="http://schemas.microsoft.com/office/drawing/2014/main" id="{32E0715D-4FDE-D4FC-9F49-716789E4069B}"/>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3C64FAAC-EF8D-0A8B-517E-AA0909C6A7E2}"/>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6" name="Picture 2">
            <a:extLst>
              <a:ext uri="{FF2B5EF4-FFF2-40B4-BE49-F238E27FC236}">
                <a16:creationId xmlns:a16="http://schemas.microsoft.com/office/drawing/2014/main" id="{B3BC22EE-118C-1ADC-9987-6839159C586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3070003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473C0-7A3A-D3EB-C676-7FD549F40C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54BEF7-7DA5-E85F-58CF-FFF9F7E092AC}"/>
              </a:ext>
            </a:extLst>
          </p:cNvPr>
          <p:cNvSpPr txBox="1">
            <a:spLocks/>
          </p:cNvSpPr>
          <p:nvPr/>
        </p:nvSpPr>
        <p:spPr>
          <a:xfrm>
            <a:off x="3472852" y="78181"/>
            <a:ext cx="4758813" cy="481798"/>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Operadores</a:t>
            </a:r>
            <a:r>
              <a:rPr lang="en-US" sz="2000" dirty="0"/>
              <a:t> de </a:t>
            </a:r>
            <a:r>
              <a:rPr lang="en-US" sz="2000" dirty="0" err="1"/>
              <a:t>comparación</a:t>
            </a:r>
            <a:r>
              <a:rPr lang="en-US" sz="2000" dirty="0"/>
              <a:t> </a:t>
            </a:r>
          </a:p>
        </p:txBody>
      </p:sp>
      <p:sp>
        <p:nvSpPr>
          <p:cNvPr id="3" name="CuadroTexto 2">
            <a:extLst>
              <a:ext uri="{FF2B5EF4-FFF2-40B4-BE49-F238E27FC236}">
                <a16:creationId xmlns:a16="http://schemas.microsoft.com/office/drawing/2014/main" id="{4F016BF0-50EE-DF05-88D8-518EEE5F7852}"/>
              </a:ext>
            </a:extLst>
          </p:cNvPr>
          <p:cNvSpPr txBox="1"/>
          <p:nvPr/>
        </p:nvSpPr>
        <p:spPr>
          <a:xfrm>
            <a:off x="313247" y="855406"/>
            <a:ext cx="11346049" cy="5894457"/>
          </a:xfrm>
          <a:prstGeom prst="rect">
            <a:avLst/>
          </a:prstGeom>
        </p:spPr>
        <p:txBody>
          <a:bodyPr vert="horz" lIns="91440" tIns="45720" rIns="91440" bIns="45720" rtlCol="0" anchor="ctr">
            <a:noAutofit/>
          </a:bodyPr>
          <a:lstStyle/>
          <a:p>
            <a:pPr algn="just" defTabSz="457200">
              <a:spcBef>
                <a:spcPct val="20000"/>
              </a:spcBef>
              <a:spcAft>
                <a:spcPts val="600"/>
              </a:spcAft>
              <a:buClr>
                <a:schemeClr val="accent1"/>
              </a:buClr>
              <a:buSzPct val="92000"/>
            </a:pPr>
            <a:endParaRPr lang="en-US" sz="1400" dirty="0"/>
          </a:p>
          <a:p>
            <a:pPr defTabSz="457200">
              <a:spcBef>
                <a:spcPct val="20000"/>
              </a:spcBef>
              <a:spcAft>
                <a:spcPts val="600"/>
              </a:spcAft>
              <a:buClr>
                <a:schemeClr val="accent1"/>
              </a:buClr>
              <a:buSzPct val="92000"/>
            </a:pPr>
            <a:r>
              <a:rPr lang="es-ES" sz="1600" dirty="0"/>
              <a:t>Los </a:t>
            </a:r>
            <a:r>
              <a:rPr lang="es-ES" sz="1600" b="1" dirty="0"/>
              <a:t>operadores de comparación</a:t>
            </a:r>
            <a:r>
              <a:rPr lang="es-ES" sz="1600" dirty="0"/>
              <a:t> son fundamentales para establecer esas condiciones.</a:t>
            </a:r>
            <a:endParaRPr lang="es-MX" sz="1600" b="1" dirty="0"/>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err="1"/>
              <a:t>Igual</a:t>
            </a:r>
            <a:r>
              <a:rPr lang="en-US" sz="1600" dirty="0"/>
              <a:t> a </a:t>
            </a:r>
            <a:r>
              <a:rPr lang="en-US" sz="1600" b="1" dirty="0"/>
              <a:t>(=)</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err="1"/>
              <a:t>Diferente</a:t>
            </a:r>
            <a:r>
              <a:rPr lang="en-US" sz="1600" dirty="0"/>
              <a:t> de </a:t>
            </a:r>
            <a:r>
              <a:rPr lang="en-US" sz="1600" b="1" dirty="0"/>
              <a:t>(&lt;&gt; O != )</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b="1" dirty="0"/>
              <a:t> </a:t>
            </a:r>
            <a:r>
              <a:rPr lang="en-US" sz="1600" dirty="0"/>
              <a:t>Mayor que </a:t>
            </a:r>
            <a:r>
              <a:rPr lang="en-US" sz="1600" b="1" dirty="0"/>
              <a:t>(&gt;)</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Menor que </a:t>
            </a:r>
            <a:r>
              <a:rPr lang="en-US" sz="1600" b="1" dirty="0"/>
              <a:t>(&lt;)</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Mayor o </a:t>
            </a:r>
            <a:r>
              <a:rPr lang="en-US" sz="1600" dirty="0" err="1"/>
              <a:t>igual</a:t>
            </a:r>
            <a:r>
              <a:rPr lang="en-US" sz="1600" dirty="0"/>
              <a:t> que </a:t>
            </a:r>
            <a:r>
              <a:rPr lang="en-US" sz="1600" b="1" dirty="0"/>
              <a:t>(&gt;=)</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Menor o </a:t>
            </a:r>
            <a:r>
              <a:rPr lang="en-US" sz="1600" dirty="0" err="1"/>
              <a:t>igual</a:t>
            </a:r>
            <a:r>
              <a:rPr lang="en-US" sz="1600" dirty="0"/>
              <a:t> que </a:t>
            </a:r>
            <a:r>
              <a:rPr lang="en-US" sz="1600" b="1" dirty="0"/>
              <a:t>(&lt;=)</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err="1"/>
              <a:t>Dentro</a:t>
            </a:r>
            <a:r>
              <a:rPr lang="en-US" sz="1600" dirty="0"/>
              <a:t> de un </a:t>
            </a:r>
            <a:r>
              <a:rPr lang="en-US" sz="1600" dirty="0" err="1"/>
              <a:t>rango</a:t>
            </a:r>
            <a:r>
              <a:rPr lang="en-US" sz="1600" dirty="0"/>
              <a:t> </a:t>
            </a:r>
            <a:r>
              <a:rPr lang="en-US" sz="1600" b="1" dirty="0"/>
              <a:t>(BETWEEN)</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err="1"/>
              <a:t>Dentro</a:t>
            </a:r>
            <a:r>
              <a:rPr lang="en-US" sz="1600" dirty="0"/>
              <a:t> de un conjunto de </a:t>
            </a:r>
            <a:r>
              <a:rPr lang="en-US" sz="1600" dirty="0" err="1"/>
              <a:t>valores</a:t>
            </a:r>
            <a:r>
              <a:rPr lang="en-US" sz="1600" dirty="0"/>
              <a:t> </a:t>
            </a:r>
            <a:r>
              <a:rPr lang="en-US" sz="1600" b="1" dirty="0"/>
              <a:t>(IN)</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err="1"/>
              <a:t>Coincidencia</a:t>
            </a:r>
            <a:r>
              <a:rPr lang="en-US" sz="1600" dirty="0"/>
              <a:t> con un patron </a:t>
            </a:r>
            <a:r>
              <a:rPr lang="en-US" sz="1600" b="1" dirty="0"/>
              <a:t>(LIKE) y (</a:t>
            </a:r>
            <a:r>
              <a:rPr lang="en-US" sz="1600" b="1" dirty="0" err="1"/>
              <a:t>combinado</a:t>
            </a:r>
            <a:r>
              <a:rPr lang="en-US" sz="1600" b="1" dirty="0"/>
              <a:t> con % y _).</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Es </a:t>
            </a:r>
            <a:r>
              <a:rPr lang="en-US" sz="1600" dirty="0" err="1"/>
              <a:t>nulo</a:t>
            </a:r>
            <a:r>
              <a:rPr lang="en-US" sz="1600" dirty="0"/>
              <a:t> </a:t>
            </a:r>
            <a:r>
              <a:rPr lang="en-US" sz="1600" b="1" dirty="0"/>
              <a:t>(IS NULL)</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No es </a:t>
            </a:r>
            <a:r>
              <a:rPr lang="en-US" sz="1600" dirty="0" err="1"/>
              <a:t>nulo</a:t>
            </a:r>
            <a:r>
              <a:rPr lang="en-US" sz="1600" dirty="0"/>
              <a:t> </a:t>
            </a:r>
            <a:r>
              <a:rPr lang="en-US" sz="1600" b="1" dirty="0"/>
              <a:t>(IS NOT NULL)</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Ambas </a:t>
            </a:r>
            <a:r>
              <a:rPr lang="en-US" sz="1600" dirty="0" err="1"/>
              <a:t>condiciones</a:t>
            </a:r>
            <a:r>
              <a:rPr lang="en-US" sz="1600" dirty="0"/>
              <a:t> </a:t>
            </a:r>
            <a:r>
              <a:rPr lang="en-US" sz="1600" dirty="0" err="1"/>
              <a:t>deben</a:t>
            </a:r>
            <a:r>
              <a:rPr lang="en-US" sz="1600" dirty="0"/>
              <a:t> de ser </a:t>
            </a:r>
            <a:r>
              <a:rPr lang="en-US" sz="1600" dirty="0" err="1"/>
              <a:t>verdaderas</a:t>
            </a:r>
            <a:r>
              <a:rPr lang="en-US" sz="1600" dirty="0"/>
              <a:t> </a:t>
            </a:r>
            <a:r>
              <a:rPr lang="en-US" sz="1600" b="1" dirty="0"/>
              <a:t>(AND)</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a:t>Al </a:t>
            </a:r>
            <a:r>
              <a:rPr lang="en-US" sz="1600" dirty="0" err="1"/>
              <a:t>menos</a:t>
            </a:r>
            <a:r>
              <a:rPr lang="en-US" sz="1600" dirty="0"/>
              <a:t> </a:t>
            </a:r>
            <a:r>
              <a:rPr lang="en-US" sz="1600" dirty="0" err="1"/>
              <a:t>una</a:t>
            </a:r>
            <a:r>
              <a:rPr lang="en-US" sz="1600" dirty="0"/>
              <a:t> </a:t>
            </a:r>
            <a:r>
              <a:rPr lang="en-US" sz="1600" dirty="0" err="1"/>
              <a:t>condición</a:t>
            </a:r>
            <a:r>
              <a:rPr lang="en-US" sz="1600" dirty="0"/>
              <a:t> </a:t>
            </a:r>
            <a:r>
              <a:rPr lang="en-US" sz="1600" dirty="0" err="1"/>
              <a:t>debe</a:t>
            </a:r>
            <a:r>
              <a:rPr lang="en-US" sz="1600" dirty="0"/>
              <a:t> ser </a:t>
            </a:r>
            <a:r>
              <a:rPr lang="en-US" sz="1600" dirty="0" err="1"/>
              <a:t>verdadera</a:t>
            </a:r>
            <a:r>
              <a:rPr lang="en-US" sz="1600" dirty="0"/>
              <a:t> </a:t>
            </a:r>
            <a:r>
              <a:rPr lang="en-US" sz="1600" b="1" dirty="0"/>
              <a:t>(OR)</a:t>
            </a:r>
          </a:p>
          <a:p>
            <a:pPr marL="285750" indent="-285750" defTabSz="457200">
              <a:spcBef>
                <a:spcPct val="20000"/>
              </a:spcBef>
              <a:spcAft>
                <a:spcPts val="600"/>
              </a:spcAft>
              <a:buClr>
                <a:schemeClr val="accent1"/>
              </a:buClr>
              <a:buSzPct val="92000"/>
              <a:buFont typeface="Arial" panose="020B0604020202020204" pitchFamily="34" charset="0"/>
              <a:buChar char="•"/>
            </a:pPr>
            <a:r>
              <a:rPr lang="en-US" sz="1600" dirty="0" err="1"/>
              <a:t>Niega</a:t>
            </a:r>
            <a:r>
              <a:rPr lang="en-US" sz="1600" dirty="0"/>
              <a:t> la </a:t>
            </a:r>
            <a:r>
              <a:rPr lang="en-US" sz="1600" dirty="0" err="1"/>
              <a:t>condición</a:t>
            </a:r>
            <a:r>
              <a:rPr lang="en-US" sz="1600" dirty="0"/>
              <a:t> </a:t>
            </a:r>
            <a:r>
              <a:rPr lang="en-US" sz="1600" b="1" dirty="0"/>
              <a:t>(NOT)</a:t>
            </a:r>
          </a:p>
          <a:p>
            <a:pPr marL="285750" indent="-285750" defTabSz="457200">
              <a:spcBef>
                <a:spcPct val="20000"/>
              </a:spcBef>
              <a:spcAft>
                <a:spcPts val="600"/>
              </a:spcAft>
              <a:buClr>
                <a:schemeClr val="accent1"/>
              </a:buClr>
              <a:buSzPct val="92000"/>
              <a:buFont typeface="Symbol" panose="05050102010706020507" pitchFamily="18" charset="2"/>
              <a:buChar char="¨"/>
            </a:pPr>
            <a:endParaRPr lang="en-US" sz="1400" b="1" dirty="0"/>
          </a:p>
        </p:txBody>
      </p:sp>
      <p:cxnSp>
        <p:nvCxnSpPr>
          <p:cNvPr id="4" name="Conector recto 3">
            <a:extLst>
              <a:ext uri="{FF2B5EF4-FFF2-40B4-BE49-F238E27FC236}">
                <a16:creationId xmlns:a16="http://schemas.microsoft.com/office/drawing/2014/main" id="{4ED2E684-F323-3F01-E6E6-131256B5A2B0}"/>
              </a:ext>
            </a:extLst>
          </p:cNvPr>
          <p:cNvCxnSpPr>
            <a:cxnSpLocks/>
          </p:cNvCxnSpPr>
          <p:nvPr/>
        </p:nvCxnSpPr>
        <p:spPr>
          <a:xfrm>
            <a:off x="0" y="7454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E53DFABF-2AAF-03E8-AE69-288AA7C37922}"/>
              </a:ext>
            </a:extLst>
          </p:cNvPr>
          <p:cNvSpPr txBox="1"/>
          <p:nvPr/>
        </p:nvSpPr>
        <p:spPr>
          <a:xfrm>
            <a:off x="8993140" y="6237772"/>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6" name="Picture 2">
            <a:extLst>
              <a:ext uri="{FF2B5EF4-FFF2-40B4-BE49-F238E27FC236}">
                <a16:creationId xmlns:a16="http://schemas.microsoft.com/office/drawing/2014/main" id="{0FFB61A1-FF5A-3FC6-656F-3F2118288CF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430710" y="6264020"/>
            <a:ext cx="896086" cy="508528"/>
          </a:xfrm>
          <a:prstGeom prst="rect">
            <a:avLst/>
          </a:prstGeom>
          <a:noFill/>
        </p:spPr>
      </p:pic>
    </p:spTree>
    <p:extLst>
      <p:ext uri="{BB962C8B-B14F-4D97-AF65-F5344CB8AC3E}">
        <p14:creationId xmlns:p14="http://schemas.microsoft.com/office/powerpoint/2010/main" val="2827177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6078-3D49-E610-E03A-E4AA41ADAE08}"/>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D0C36A14-140E-E111-BA3B-D3767777FD0F}"/>
              </a:ext>
            </a:extLst>
          </p:cNvPr>
          <p:cNvSpPr txBox="1">
            <a:spLocks/>
          </p:cNvSpPr>
          <p:nvPr/>
        </p:nvSpPr>
        <p:spPr>
          <a:xfrm>
            <a:off x="2556963" y="302546"/>
            <a:ext cx="6614666" cy="776314"/>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dirty="0" err="1"/>
              <a:t>Filtrado</a:t>
            </a:r>
            <a:r>
              <a:rPr lang="en-US" sz="2000" dirty="0"/>
              <a:t> y </a:t>
            </a:r>
            <a:r>
              <a:rPr lang="en-US" sz="2000" dirty="0" err="1"/>
              <a:t>Ordnación</a:t>
            </a:r>
            <a:r>
              <a:rPr lang="en-US" sz="2000" dirty="0"/>
              <a:t> de </a:t>
            </a:r>
            <a:r>
              <a:rPr lang="en-US" sz="2000" dirty="0" err="1"/>
              <a:t>datos</a:t>
            </a:r>
            <a:r>
              <a:rPr lang="en-US" sz="2000" dirty="0"/>
              <a:t> con  </a:t>
            </a:r>
            <a:br>
              <a:rPr lang="en-US" sz="2000" dirty="0"/>
            </a:br>
            <a:r>
              <a:rPr lang="en-US" sz="2000" b="1" dirty="0"/>
              <a:t>LIMIT, order by, ASC y DESC</a:t>
            </a:r>
          </a:p>
        </p:txBody>
      </p:sp>
      <p:sp>
        <p:nvSpPr>
          <p:cNvPr id="4" name="CuadroTexto 3">
            <a:extLst>
              <a:ext uri="{FF2B5EF4-FFF2-40B4-BE49-F238E27FC236}">
                <a16:creationId xmlns:a16="http://schemas.microsoft.com/office/drawing/2014/main" id="{3D2A556F-5958-E2FB-E92C-0DC8E321DE0C}"/>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13" name="Rectangle 1">
            <a:extLst>
              <a:ext uri="{FF2B5EF4-FFF2-40B4-BE49-F238E27FC236}">
                <a16:creationId xmlns:a16="http://schemas.microsoft.com/office/drawing/2014/main" id="{302BCDC0-5B5D-B540-C34D-A4239B371A21}"/>
              </a:ext>
            </a:extLst>
          </p:cNvPr>
          <p:cNvSpPr>
            <a:spLocks noChangeArrowheads="1"/>
          </p:cNvSpPr>
          <p:nvPr/>
        </p:nvSpPr>
        <p:spPr bwMode="auto">
          <a:xfrm rot="10800000" flipV="1">
            <a:off x="265844" y="2187974"/>
            <a:ext cx="11648787"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2000" b="1" i="0" u="none" strike="noStrike" cap="none" normalizeH="0" baseline="0" dirty="0">
                <a:ln>
                  <a:noFill/>
                </a:ln>
                <a:solidFill>
                  <a:schemeClr val="tx1"/>
                </a:solidFill>
                <a:effectLst/>
                <a:latin typeface="Arial" panose="020B0604020202020204" pitchFamily="34" charset="0"/>
              </a:rPr>
              <a:t>ASC</a:t>
            </a:r>
            <a:r>
              <a:rPr kumimoji="0" lang="es-MX" altLang="es-MX" sz="2000" b="0" i="0" u="none" strike="noStrike" cap="none" normalizeH="0" baseline="0" dirty="0">
                <a:ln>
                  <a:noFill/>
                </a:ln>
                <a:solidFill>
                  <a:schemeClr val="tx1"/>
                </a:solidFill>
                <a:effectLst/>
                <a:latin typeface="Arial" panose="020B0604020202020204" pitchFamily="34" charset="0"/>
              </a:rPr>
              <a:t> (Ascendente): Ordena los resultados de menor a mayor (por defecto si no se especifica).</a:t>
            </a:r>
          </a:p>
          <a:p>
            <a:pPr marL="0" marR="0" lvl="0" indent="0" algn="l" defTabSz="914400" rtl="0" eaLnBrk="0" fontAlgn="base" latinLnBrk="0" hangingPunct="0">
              <a:lnSpc>
                <a:spcPct val="150000"/>
              </a:lnSpc>
              <a:spcBef>
                <a:spcPct val="0"/>
              </a:spcBef>
              <a:spcAft>
                <a:spcPct val="0"/>
              </a:spcAft>
              <a:buClrTx/>
              <a:buSzTx/>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2000" b="1" i="0" u="none" strike="noStrike" cap="none" normalizeH="0" baseline="0" dirty="0">
                <a:ln>
                  <a:noFill/>
                </a:ln>
                <a:solidFill>
                  <a:schemeClr val="tx1"/>
                </a:solidFill>
                <a:effectLst/>
                <a:latin typeface="Arial" panose="020B0604020202020204" pitchFamily="34" charset="0"/>
              </a:rPr>
              <a:t>DESC</a:t>
            </a:r>
            <a:r>
              <a:rPr kumimoji="0" lang="es-MX" altLang="es-MX" sz="2000" b="0" i="0" u="none" strike="noStrike" cap="none" normalizeH="0" baseline="0" dirty="0">
                <a:ln>
                  <a:noFill/>
                </a:ln>
                <a:solidFill>
                  <a:schemeClr val="tx1"/>
                </a:solidFill>
                <a:effectLst/>
                <a:latin typeface="Arial" panose="020B0604020202020204" pitchFamily="34" charset="0"/>
              </a:rPr>
              <a:t> (Descendente): Ordena los resultados de mayor a menor. </a:t>
            </a:r>
          </a:p>
          <a:p>
            <a:pPr marL="0" marR="0" lvl="0" indent="0" algn="l" defTabSz="914400" rtl="0" eaLnBrk="0" fontAlgn="base" latinLnBrk="0" hangingPunct="0">
              <a:lnSpc>
                <a:spcPct val="150000"/>
              </a:lnSpc>
              <a:spcBef>
                <a:spcPct val="0"/>
              </a:spcBef>
              <a:spcAft>
                <a:spcPct val="0"/>
              </a:spcAft>
              <a:buClrTx/>
              <a:buSzTx/>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2000" b="1" i="0" u="none" strike="noStrike" cap="none" normalizeH="0" baseline="0" dirty="0">
                <a:ln>
                  <a:noFill/>
                </a:ln>
                <a:solidFill>
                  <a:schemeClr val="tx1"/>
                </a:solidFill>
                <a:effectLst/>
                <a:latin typeface="Arial" panose="020B0604020202020204" pitchFamily="34" charset="0"/>
              </a:rPr>
              <a:t>LIMIT</a:t>
            </a:r>
            <a:r>
              <a:rPr kumimoji="0" lang="es-MX" altLang="es-MX" sz="2000" b="0" i="0" u="none" strike="noStrike" cap="none" normalizeH="0" baseline="0" dirty="0">
                <a:ln>
                  <a:noFill/>
                </a:ln>
                <a:solidFill>
                  <a:schemeClr val="tx1"/>
                </a:solidFill>
                <a:effectLst/>
                <a:latin typeface="Arial" panose="020B0604020202020204" pitchFamily="34" charset="0"/>
              </a:rPr>
              <a:t>(Limita): Limita el número de filas a observar de la tabla. </a:t>
            </a:r>
          </a:p>
        </p:txBody>
      </p:sp>
      <p:cxnSp>
        <p:nvCxnSpPr>
          <p:cNvPr id="2" name="Conector recto 1">
            <a:extLst>
              <a:ext uri="{FF2B5EF4-FFF2-40B4-BE49-F238E27FC236}">
                <a16:creationId xmlns:a16="http://schemas.microsoft.com/office/drawing/2014/main" id="{14B951AD-1EF6-FA0D-3465-D65952DB379F}"/>
              </a:ext>
            </a:extLst>
          </p:cNvPr>
          <p:cNvCxnSpPr>
            <a:cxnSpLocks/>
          </p:cNvCxnSpPr>
          <p:nvPr/>
        </p:nvCxnSpPr>
        <p:spPr>
          <a:xfrm>
            <a:off x="0" y="1305858"/>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FE6DEB57-0CD5-B9A8-7EBA-A5C3E5A5348D}"/>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6" name="Picture 2">
            <a:extLst>
              <a:ext uri="{FF2B5EF4-FFF2-40B4-BE49-F238E27FC236}">
                <a16:creationId xmlns:a16="http://schemas.microsoft.com/office/drawing/2014/main" id="{B3420B9E-5D66-29CD-7E45-6B59C52A8CD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1944210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B572-1952-F9EA-0BF5-1F56B928BB0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6DFABBA-915B-B3FC-3075-011778D3003D}"/>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C46B8F38-43A3-D8AE-1FE8-F4200ED8C656}"/>
              </a:ext>
            </a:extLst>
          </p:cNvPr>
          <p:cNvCxnSpPr>
            <a:cxnSpLocks/>
          </p:cNvCxnSpPr>
          <p:nvPr/>
        </p:nvCxnSpPr>
        <p:spPr>
          <a:xfrm>
            <a:off x="0" y="1305858"/>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0FBDFBF2-DD70-FE99-63B6-ED5FFDAC4F66}"/>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6" name="Picture 2">
            <a:extLst>
              <a:ext uri="{FF2B5EF4-FFF2-40B4-BE49-F238E27FC236}">
                <a16:creationId xmlns:a16="http://schemas.microsoft.com/office/drawing/2014/main" id="{01E28A10-5D81-C989-1C3C-BD4DEAAC945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7" name="Título 1">
            <a:extLst>
              <a:ext uri="{FF2B5EF4-FFF2-40B4-BE49-F238E27FC236}">
                <a16:creationId xmlns:a16="http://schemas.microsoft.com/office/drawing/2014/main" id="{38E721AE-F608-7944-4E4F-9464CCD50883}"/>
              </a:ext>
            </a:extLst>
          </p:cNvPr>
          <p:cNvSpPr txBox="1">
            <a:spLocks/>
          </p:cNvSpPr>
          <p:nvPr/>
        </p:nvSpPr>
        <p:spPr>
          <a:xfrm>
            <a:off x="5185862" y="503585"/>
            <a:ext cx="121493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t>SELECT</a:t>
            </a:r>
          </a:p>
        </p:txBody>
      </p:sp>
      <p:sp>
        <p:nvSpPr>
          <p:cNvPr id="8" name="CuadroTexto 7">
            <a:extLst>
              <a:ext uri="{FF2B5EF4-FFF2-40B4-BE49-F238E27FC236}">
                <a16:creationId xmlns:a16="http://schemas.microsoft.com/office/drawing/2014/main" id="{60CFDF8F-5FA1-C8E4-CCA2-CADAA52B4FFD}"/>
              </a:ext>
            </a:extLst>
          </p:cNvPr>
          <p:cNvSpPr txBox="1"/>
          <p:nvPr/>
        </p:nvSpPr>
        <p:spPr>
          <a:xfrm>
            <a:off x="422975" y="1802071"/>
            <a:ext cx="11346049" cy="4197753"/>
          </a:xfrm>
          <a:prstGeom prst="rect">
            <a:avLst/>
          </a:prstGeom>
        </p:spPr>
        <p:txBody>
          <a:bodyPr vert="horz" lIns="91440" tIns="45720" rIns="91440" bIns="45720" rtlCol="0" anchor="ctr">
            <a:normAutofit/>
          </a:bodyPr>
          <a:lstStyle/>
          <a:p>
            <a:pPr algn="just" defTabSz="457200">
              <a:lnSpc>
                <a:spcPct val="160000"/>
              </a:lnSpc>
              <a:spcBef>
                <a:spcPct val="20000"/>
              </a:spcBef>
              <a:spcAft>
                <a:spcPts val="600"/>
              </a:spcAft>
              <a:buClr>
                <a:schemeClr val="accent1"/>
              </a:buClr>
              <a:buSzPct val="92000"/>
            </a:pPr>
            <a:endParaRPr lang="en-US" sz="1600" dirty="0"/>
          </a:p>
          <a:p>
            <a:pPr marL="342900" indent="-342900" defTabSz="457200">
              <a:lnSpc>
                <a:spcPct val="200000"/>
              </a:lnSpc>
              <a:spcBef>
                <a:spcPct val="20000"/>
              </a:spcBef>
              <a:spcAft>
                <a:spcPts val="600"/>
              </a:spcAft>
              <a:buClr>
                <a:schemeClr val="accent1"/>
              </a:buClr>
              <a:buSzPct val="92000"/>
              <a:buFont typeface="Arial" panose="020B0604020202020204" pitchFamily="34" charset="0"/>
              <a:buChar char="•"/>
            </a:pPr>
            <a:r>
              <a:rPr lang="es-MX" sz="1600" dirty="0"/>
              <a:t>Como seleccionar columnas y filas.</a:t>
            </a:r>
          </a:p>
          <a:p>
            <a:pPr marL="342900" indent="-342900" defTabSz="457200">
              <a:lnSpc>
                <a:spcPct val="200000"/>
              </a:lnSpc>
              <a:spcBef>
                <a:spcPct val="20000"/>
              </a:spcBef>
              <a:spcAft>
                <a:spcPts val="600"/>
              </a:spcAft>
              <a:buClr>
                <a:schemeClr val="accent1"/>
              </a:buClr>
              <a:buSzPct val="92000"/>
              <a:buFont typeface="Arial" panose="020B0604020202020204" pitchFamily="34" charset="0"/>
              <a:buChar char="•"/>
            </a:pPr>
            <a:r>
              <a:rPr lang="es-MX" sz="1600" dirty="0"/>
              <a:t>Uso de * para seleccionar todas las columnas</a:t>
            </a:r>
          </a:p>
          <a:p>
            <a:pPr marL="342900" indent="-342900" defTabSz="457200">
              <a:lnSpc>
                <a:spcPct val="200000"/>
              </a:lnSpc>
              <a:spcBef>
                <a:spcPct val="20000"/>
              </a:spcBef>
              <a:spcAft>
                <a:spcPts val="600"/>
              </a:spcAft>
              <a:buClr>
                <a:schemeClr val="accent1"/>
              </a:buClr>
              <a:buSzPct val="92000"/>
              <a:buFont typeface="Arial" panose="020B0604020202020204" pitchFamily="34" charset="0"/>
              <a:buChar char="•"/>
            </a:pPr>
            <a:r>
              <a:rPr lang="es-MX" sz="1600" dirty="0"/>
              <a:t>Uso de WHERE para filtrar los resultados</a:t>
            </a:r>
          </a:p>
          <a:p>
            <a:pPr marL="285750" indent="-285750" defTabSz="457200">
              <a:lnSpc>
                <a:spcPct val="200000"/>
              </a:lnSpc>
              <a:spcBef>
                <a:spcPct val="20000"/>
              </a:spcBef>
              <a:spcAft>
                <a:spcPts val="600"/>
              </a:spcAft>
              <a:buClr>
                <a:schemeClr val="accent1"/>
              </a:buClr>
              <a:buSzPct val="92000"/>
              <a:buFont typeface="Arial" panose="020B0604020202020204" pitchFamily="34" charset="0"/>
              <a:buChar char="•"/>
            </a:pPr>
            <a:r>
              <a:rPr lang="en-US" sz="1600" dirty="0" err="1"/>
              <a:t>Uso</a:t>
            </a:r>
            <a:r>
              <a:rPr lang="en-US" sz="1600" dirty="0"/>
              <a:t> de AND, OR, y </a:t>
            </a:r>
            <a:r>
              <a:rPr lang="en-US" sz="1600" dirty="0" err="1"/>
              <a:t>operadores</a:t>
            </a:r>
            <a:r>
              <a:rPr lang="en-US" sz="1600" dirty="0"/>
              <a:t> de </a:t>
            </a:r>
            <a:r>
              <a:rPr lang="en-US" sz="1600" dirty="0" err="1"/>
              <a:t>comparación</a:t>
            </a:r>
            <a:r>
              <a:rPr lang="en-US" sz="1600" dirty="0"/>
              <a:t> (=,&gt;,&lt;,BETWEEN,IN,LIKE)</a:t>
            </a:r>
          </a:p>
          <a:p>
            <a:pPr marL="285750" indent="-285750" defTabSz="457200">
              <a:lnSpc>
                <a:spcPct val="200000"/>
              </a:lnSpc>
              <a:spcBef>
                <a:spcPct val="20000"/>
              </a:spcBef>
              <a:spcAft>
                <a:spcPts val="600"/>
              </a:spcAft>
              <a:buClr>
                <a:schemeClr val="accent1"/>
              </a:buClr>
              <a:buSzPct val="92000"/>
              <a:buFont typeface="Arial" panose="020B0604020202020204" pitchFamily="34" charset="0"/>
              <a:buChar char="•"/>
            </a:pPr>
            <a:r>
              <a:rPr lang="en-US" sz="1600" dirty="0" err="1"/>
              <a:t>Uso</a:t>
            </a:r>
            <a:r>
              <a:rPr lang="en-US" sz="1600" dirty="0"/>
              <a:t> de WHERE con </a:t>
            </a:r>
            <a:r>
              <a:rPr lang="en-US" sz="1600" dirty="0" err="1"/>
              <a:t>operadores</a:t>
            </a:r>
            <a:r>
              <a:rPr lang="en-US" sz="1600" dirty="0"/>
              <a:t> de </a:t>
            </a:r>
            <a:r>
              <a:rPr lang="en-US" sz="1600" dirty="0" err="1"/>
              <a:t>comparación</a:t>
            </a:r>
            <a:r>
              <a:rPr lang="en-US" sz="1600" dirty="0"/>
              <a:t>.</a:t>
            </a:r>
          </a:p>
          <a:p>
            <a:pPr defTabSz="457200">
              <a:lnSpc>
                <a:spcPct val="200000"/>
              </a:lnSpc>
              <a:spcBef>
                <a:spcPct val="20000"/>
              </a:spcBef>
              <a:spcAft>
                <a:spcPts val="600"/>
              </a:spcAft>
              <a:buClr>
                <a:schemeClr val="accent1"/>
              </a:buClr>
              <a:buSzPct val="92000"/>
            </a:pPr>
            <a:endParaRPr lang="en-US" sz="1600" dirty="0"/>
          </a:p>
        </p:txBody>
      </p:sp>
    </p:spTree>
    <p:extLst>
      <p:ext uri="{BB962C8B-B14F-4D97-AF65-F5344CB8AC3E}">
        <p14:creationId xmlns:p14="http://schemas.microsoft.com/office/powerpoint/2010/main" val="2715360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80EF-7486-9ECF-FB56-A6F416EB1D9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62582A8-03B9-DA73-6C4A-AC56B035E9BE}"/>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DE5E12C9-CAA8-3470-F21F-32A5EF44B039}"/>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78D93FA1-EF22-90F4-DCD0-27FA41847F00}"/>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E611BEBF-D9D7-DF49-7AFB-19149C0B524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3" name="CuadroTexto 12">
            <a:extLst>
              <a:ext uri="{FF2B5EF4-FFF2-40B4-BE49-F238E27FC236}">
                <a16:creationId xmlns:a16="http://schemas.microsoft.com/office/drawing/2014/main" id="{C01C519B-D761-A720-C810-28FF6706723F}"/>
              </a:ext>
            </a:extLst>
          </p:cNvPr>
          <p:cNvSpPr txBox="1"/>
          <p:nvPr/>
        </p:nvSpPr>
        <p:spPr>
          <a:xfrm>
            <a:off x="4631370" y="1975835"/>
            <a:ext cx="3323491" cy="369332"/>
          </a:xfrm>
          <a:prstGeom prst="rect">
            <a:avLst/>
          </a:prstGeom>
          <a:noFill/>
        </p:spPr>
        <p:txBody>
          <a:bodyPr wrap="square">
            <a:spAutoFit/>
          </a:bodyPr>
          <a:lstStyle/>
          <a:p>
            <a:r>
              <a:rPr lang="es-MX" dirty="0"/>
              <a:t>Tabla clientes</a:t>
            </a:r>
          </a:p>
        </p:txBody>
      </p:sp>
      <p:sp>
        <p:nvSpPr>
          <p:cNvPr id="16" name="Título 1">
            <a:extLst>
              <a:ext uri="{FF2B5EF4-FFF2-40B4-BE49-F238E27FC236}">
                <a16:creationId xmlns:a16="http://schemas.microsoft.com/office/drawing/2014/main" id="{71CB6E22-FE98-1F2E-04DD-0B86470F2B02}"/>
              </a:ext>
            </a:extLst>
          </p:cNvPr>
          <p:cNvSpPr txBox="1">
            <a:spLocks/>
          </p:cNvSpPr>
          <p:nvPr/>
        </p:nvSpPr>
        <p:spPr>
          <a:xfrm>
            <a:off x="422975" y="886566"/>
            <a:ext cx="139702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select</a:t>
            </a:r>
            <a:endParaRPr lang="en-US" sz="1800" dirty="0"/>
          </a:p>
        </p:txBody>
      </p:sp>
      <p:sp>
        <p:nvSpPr>
          <p:cNvPr id="5" name="Título 1">
            <a:extLst>
              <a:ext uri="{FF2B5EF4-FFF2-40B4-BE49-F238E27FC236}">
                <a16:creationId xmlns:a16="http://schemas.microsoft.com/office/drawing/2014/main" id="{9FBC8553-A1B7-DB8B-43B4-91BE483F4F83}"/>
              </a:ext>
            </a:extLst>
          </p:cNvPr>
          <p:cNvSpPr txBox="1">
            <a:spLocks/>
          </p:cNvSpPr>
          <p:nvPr/>
        </p:nvSpPr>
        <p:spPr>
          <a:xfrm>
            <a:off x="4040223" y="162201"/>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ESTRUCTURA BASICA DE SQL</a:t>
            </a:r>
          </a:p>
        </p:txBody>
      </p:sp>
      <p:pic>
        <p:nvPicPr>
          <p:cNvPr id="6" name="Imagen 5">
            <a:extLst>
              <a:ext uri="{FF2B5EF4-FFF2-40B4-BE49-F238E27FC236}">
                <a16:creationId xmlns:a16="http://schemas.microsoft.com/office/drawing/2014/main" id="{DBF2AFA9-B4C6-A4C2-78E8-043F80CDA1A2}"/>
              </a:ext>
            </a:extLst>
          </p:cNvPr>
          <p:cNvPicPr>
            <a:picLocks noChangeAspect="1"/>
          </p:cNvPicPr>
          <p:nvPr/>
        </p:nvPicPr>
        <p:blipFill>
          <a:blip r:embed="rId4"/>
          <a:stretch>
            <a:fillRect/>
          </a:stretch>
        </p:blipFill>
        <p:spPr>
          <a:xfrm>
            <a:off x="334108" y="1458798"/>
            <a:ext cx="4208395" cy="751499"/>
          </a:xfrm>
          <a:prstGeom prst="rect">
            <a:avLst/>
          </a:prstGeom>
        </p:spPr>
      </p:pic>
      <p:graphicFrame>
        <p:nvGraphicFramePr>
          <p:cNvPr id="8" name="Tabla 7">
            <a:extLst>
              <a:ext uri="{FF2B5EF4-FFF2-40B4-BE49-F238E27FC236}">
                <a16:creationId xmlns:a16="http://schemas.microsoft.com/office/drawing/2014/main" id="{A404BDDA-F3F5-51B8-4FE4-38F027E5E01A}"/>
              </a:ext>
            </a:extLst>
          </p:cNvPr>
          <p:cNvGraphicFramePr>
            <a:graphicFrameLocks noGrp="1"/>
          </p:cNvGraphicFramePr>
          <p:nvPr>
            <p:extLst>
              <p:ext uri="{D42A27DB-BD31-4B8C-83A1-F6EECF244321}">
                <p14:modId xmlns:p14="http://schemas.microsoft.com/office/powerpoint/2010/main" val="3113735735"/>
              </p:ext>
            </p:extLst>
          </p:nvPr>
        </p:nvGraphicFramePr>
        <p:xfrm>
          <a:off x="4736849" y="2399988"/>
          <a:ext cx="5951736" cy="4107168"/>
        </p:xfrm>
        <a:graphic>
          <a:graphicData uri="http://schemas.openxmlformats.org/drawingml/2006/table">
            <a:tbl>
              <a:tblPr firstRow="1" bandRow="1">
                <a:tableStyleId>{5C22544A-7EE6-4342-B048-85BDC9FD1C3A}</a:tableStyleId>
              </a:tblPr>
              <a:tblGrid>
                <a:gridCol w="1506218">
                  <a:extLst>
                    <a:ext uri="{9D8B030D-6E8A-4147-A177-3AD203B41FA5}">
                      <a16:colId xmlns:a16="http://schemas.microsoft.com/office/drawing/2014/main" val="1272988732"/>
                    </a:ext>
                  </a:extLst>
                </a:gridCol>
                <a:gridCol w="1110570">
                  <a:extLst>
                    <a:ext uri="{9D8B030D-6E8A-4147-A177-3AD203B41FA5}">
                      <a16:colId xmlns:a16="http://schemas.microsoft.com/office/drawing/2014/main" val="2348856314"/>
                    </a:ext>
                  </a:extLst>
                </a:gridCol>
                <a:gridCol w="1110570">
                  <a:extLst>
                    <a:ext uri="{9D8B030D-6E8A-4147-A177-3AD203B41FA5}">
                      <a16:colId xmlns:a16="http://schemas.microsoft.com/office/drawing/2014/main" val="397937798"/>
                    </a:ext>
                  </a:extLst>
                </a:gridCol>
                <a:gridCol w="1044519">
                  <a:extLst>
                    <a:ext uri="{9D8B030D-6E8A-4147-A177-3AD203B41FA5}">
                      <a16:colId xmlns:a16="http://schemas.microsoft.com/office/drawing/2014/main" val="210104553"/>
                    </a:ext>
                  </a:extLst>
                </a:gridCol>
                <a:gridCol w="1179859">
                  <a:extLst>
                    <a:ext uri="{9D8B030D-6E8A-4147-A177-3AD203B41FA5}">
                      <a16:colId xmlns:a16="http://schemas.microsoft.com/office/drawing/2014/main" val="1080918545"/>
                    </a:ext>
                  </a:extLst>
                </a:gridCol>
              </a:tblGrid>
              <a:tr h="655532">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655532">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829508">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655532">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655532">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655532">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Tree>
    <p:extLst>
      <p:ext uri="{BB962C8B-B14F-4D97-AF65-F5344CB8AC3E}">
        <p14:creationId xmlns:p14="http://schemas.microsoft.com/office/powerpoint/2010/main" val="3676776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84195-E058-093A-6071-9F27B533BB35}"/>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1F0B8DF-4A39-8933-569D-5833376D6D94}"/>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981BFDF5-3103-B09E-853B-FAE49B462CB4}"/>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224982AF-3C11-06EF-49D3-211ECAB35105}"/>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1C2D8BF2-9A7C-BD6E-CC77-B7C0451262C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3" name="CuadroTexto 12">
            <a:extLst>
              <a:ext uri="{FF2B5EF4-FFF2-40B4-BE49-F238E27FC236}">
                <a16:creationId xmlns:a16="http://schemas.microsoft.com/office/drawing/2014/main" id="{7B15BB69-5076-4B08-57D8-F23E50FB36AF}"/>
              </a:ext>
            </a:extLst>
          </p:cNvPr>
          <p:cNvSpPr txBox="1"/>
          <p:nvPr/>
        </p:nvSpPr>
        <p:spPr>
          <a:xfrm>
            <a:off x="4631370" y="1975835"/>
            <a:ext cx="3323491" cy="369332"/>
          </a:xfrm>
          <a:prstGeom prst="rect">
            <a:avLst/>
          </a:prstGeom>
          <a:noFill/>
        </p:spPr>
        <p:txBody>
          <a:bodyPr wrap="square">
            <a:spAutoFit/>
          </a:bodyPr>
          <a:lstStyle/>
          <a:p>
            <a:r>
              <a:rPr lang="es-MX" dirty="0"/>
              <a:t>Tabla clientes</a:t>
            </a:r>
          </a:p>
        </p:txBody>
      </p:sp>
      <p:sp>
        <p:nvSpPr>
          <p:cNvPr id="16" name="Título 1">
            <a:extLst>
              <a:ext uri="{FF2B5EF4-FFF2-40B4-BE49-F238E27FC236}">
                <a16:creationId xmlns:a16="http://schemas.microsoft.com/office/drawing/2014/main" id="{B0B019DD-8CBF-C4A6-0529-67EAC170CDA7}"/>
              </a:ext>
            </a:extLst>
          </p:cNvPr>
          <p:cNvSpPr txBox="1">
            <a:spLocks/>
          </p:cNvSpPr>
          <p:nvPr/>
        </p:nvSpPr>
        <p:spPr>
          <a:xfrm>
            <a:off x="422975" y="886566"/>
            <a:ext cx="139702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select</a:t>
            </a:r>
            <a:endParaRPr lang="en-US" sz="1800" dirty="0"/>
          </a:p>
        </p:txBody>
      </p:sp>
      <p:sp>
        <p:nvSpPr>
          <p:cNvPr id="5" name="Título 1">
            <a:extLst>
              <a:ext uri="{FF2B5EF4-FFF2-40B4-BE49-F238E27FC236}">
                <a16:creationId xmlns:a16="http://schemas.microsoft.com/office/drawing/2014/main" id="{013F1A1E-1751-7F36-054B-69FFE4AEA0B0}"/>
              </a:ext>
            </a:extLst>
          </p:cNvPr>
          <p:cNvSpPr txBox="1">
            <a:spLocks/>
          </p:cNvSpPr>
          <p:nvPr/>
        </p:nvSpPr>
        <p:spPr>
          <a:xfrm>
            <a:off x="4040223" y="162201"/>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ESTRUCTURA BASICA DE SQL</a:t>
            </a:r>
          </a:p>
        </p:txBody>
      </p:sp>
      <p:graphicFrame>
        <p:nvGraphicFramePr>
          <p:cNvPr id="8" name="Tabla 7">
            <a:extLst>
              <a:ext uri="{FF2B5EF4-FFF2-40B4-BE49-F238E27FC236}">
                <a16:creationId xmlns:a16="http://schemas.microsoft.com/office/drawing/2014/main" id="{15E8A9C3-CEA9-931E-BA06-C9C14528A3DD}"/>
              </a:ext>
            </a:extLst>
          </p:cNvPr>
          <p:cNvGraphicFramePr>
            <a:graphicFrameLocks noGrp="1"/>
          </p:cNvGraphicFramePr>
          <p:nvPr>
            <p:extLst>
              <p:ext uri="{D42A27DB-BD31-4B8C-83A1-F6EECF244321}">
                <p14:modId xmlns:p14="http://schemas.microsoft.com/office/powerpoint/2010/main" val="4251201719"/>
              </p:ext>
            </p:extLst>
          </p:nvPr>
        </p:nvGraphicFramePr>
        <p:xfrm>
          <a:off x="4736849" y="2399988"/>
          <a:ext cx="5951736" cy="4107168"/>
        </p:xfrm>
        <a:graphic>
          <a:graphicData uri="http://schemas.openxmlformats.org/drawingml/2006/table">
            <a:tbl>
              <a:tblPr firstRow="1" bandRow="1">
                <a:tableStyleId>{5C22544A-7EE6-4342-B048-85BDC9FD1C3A}</a:tableStyleId>
              </a:tblPr>
              <a:tblGrid>
                <a:gridCol w="1506218">
                  <a:extLst>
                    <a:ext uri="{9D8B030D-6E8A-4147-A177-3AD203B41FA5}">
                      <a16:colId xmlns:a16="http://schemas.microsoft.com/office/drawing/2014/main" val="1272988732"/>
                    </a:ext>
                  </a:extLst>
                </a:gridCol>
                <a:gridCol w="1110570">
                  <a:extLst>
                    <a:ext uri="{9D8B030D-6E8A-4147-A177-3AD203B41FA5}">
                      <a16:colId xmlns:a16="http://schemas.microsoft.com/office/drawing/2014/main" val="2348856314"/>
                    </a:ext>
                  </a:extLst>
                </a:gridCol>
                <a:gridCol w="1110570">
                  <a:extLst>
                    <a:ext uri="{9D8B030D-6E8A-4147-A177-3AD203B41FA5}">
                      <a16:colId xmlns:a16="http://schemas.microsoft.com/office/drawing/2014/main" val="397937798"/>
                    </a:ext>
                  </a:extLst>
                </a:gridCol>
                <a:gridCol w="1044519">
                  <a:extLst>
                    <a:ext uri="{9D8B030D-6E8A-4147-A177-3AD203B41FA5}">
                      <a16:colId xmlns:a16="http://schemas.microsoft.com/office/drawing/2014/main" val="210104553"/>
                    </a:ext>
                  </a:extLst>
                </a:gridCol>
                <a:gridCol w="1179859">
                  <a:extLst>
                    <a:ext uri="{9D8B030D-6E8A-4147-A177-3AD203B41FA5}">
                      <a16:colId xmlns:a16="http://schemas.microsoft.com/office/drawing/2014/main" val="1080918545"/>
                    </a:ext>
                  </a:extLst>
                </a:gridCol>
              </a:tblGrid>
              <a:tr h="655532">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655532">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829508">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655532">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655532">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655532">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pic>
        <p:nvPicPr>
          <p:cNvPr id="3" name="Imagen 2">
            <a:extLst>
              <a:ext uri="{FF2B5EF4-FFF2-40B4-BE49-F238E27FC236}">
                <a16:creationId xmlns:a16="http://schemas.microsoft.com/office/drawing/2014/main" id="{481DEAFE-DD93-A918-82DB-E49DB3114520}"/>
              </a:ext>
            </a:extLst>
          </p:cNvPr>
          <p:cNvPicPr>
            <a:picLocks noChangeAspect="1"/>
          </p:cNvPicPr>
          <p:nvPr/>
        </p:nvPicPr>
        <p:blipFill>
          <a:blip r:embed="rId4"/>
          <a:stretch>
            <a:fillRect/>
          </a:stretch>
        </p:blipFill>
        <p:spPr>
          <a:xfrm>
            <a:off x="472091" y="1410841"/>
            <a:ext cx="4886490" cy="573583"/>
          </a:xfrm>
          <a:prstGeom prst="rect">
            <a:avLst/>
          </a:prstGeom>
        </p:spPr>
      </p:pic>
      <p:graphicFrame>
        <p:nvGraphicFramePr>
          <p:cNvPr id="10" name="Tabla 9">
            <a:extLst>
              <a:ext uri="{FF2B5EF4-FFF2-40B4-BE49-F238E27FC236}">
                <a16:creationId xmlns:a16="http://schemas.microsoft.com/office/drawing/2014/main" id="{974574CD-8AFC-3118-D182-439237D91173}"/>
              </a:ext>
            </a:extLst>
          </p:cNvPr>
          <p:cNvGraphicFramePr>
            <a:graphicFrameLocks noGrp="1"/>
          </p:cNvGraphicFramePr>
          <p:nvPr>
            <p:extLst>
              <p:ext uri="{D42A27DB-BD31-4B8C-83A1-F6EECF244321}">
                <p14:modId xmlns:p14="http://schemas.microsoft.com/office/powerpoint/2010/main" val="434325919"/>
              </p:ext>
            </p:extLst>
          </p:nvPr>
        </p:nvGraphicFramePr>
        <p:xfrm>
          <a:off x="629265" y="2397361"/>
          <a:ext cx="2968866" cy="4107168"/>
        </p:xfrm>
        <a:graphic>
          <a:graphicData uri="http://schemas.openxmlformats.org/drawingml/2006/table">
            <a:tbl>
              <a:tblPr firstRow="1" bandRow="1">
                <a:tableStyleId>{5C22544A-7EE6-4342-B048-85BDC9FD1C3A}</a:tableStyleId>
              </a:tblPr>
              <a:tblGrid>
                <a:gridCol w="1484433">
                  <a:extLst>
                    <a:ext uri="{9D8B030D-6E8A-4147-A177-3AD203B41FA5}">
                      <a16:colId xmlns:a16="http://schemas.microsoft.com/office/drawing/2014/main" val="2348856314"/>
                    </a:ext>
                  </a:extLst>
                </a:gridCol>
                <a:gridCol w="1484433">
                  <a:extLst>
                    <a:ext uri="{9D8B030D-6E8A-4147-A177-3AD203B41FA5}">
                      <a16:colId xmlns:a16="http://schemas.microsoft.com/office/drawing/2014/main" val="397937798"/>
                    </a:ext>
                  </a:extLst>
                </a:gridCol>
              </a:tblGrid>
              <a:tr h="655532">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extLst>
                  <a:ext uri="{0D108BD9-81ED-4DB2-BD59-A6C34878D82A}">
                    <a16:rowId xmlns:a16="http://schemas.microsoft.com/office/drawing/2014/main" val="3669690173"/>
                  </a:ext>
                </a:extLst>
              </a:tr>
              <a:tr h="655532">
                <a:tc>
                  <a:txBody>
                    <a:bodyPr/>
                    <a:lstStyle/>
                    <a:p>
                      <a:r>
                        <a:rPr lang="es-ES" dirty="0"/>
                        <a:t>Juan</a:t>
                      </a:r>
                      <a:endParaRPr lang="es-MX" dirty="0"/>
                    </a:p>
                  </a:txBody>
                  <a:tcPr/>
                </a:tc>
                <a:tc>
                  <a:txBody>
                    <a:bodyPr/>
                    <a:lstStyle/>
                    <a:p>
                      <a:r>
                        <a:rPr lang="es-ES" dirty="0"/>
                        <a:t>P</a:t>
                      </a:r>
                      <a:r>
                        <a:rPr lang="es-MX" dirty="0" err="1"/>
                        <a:t>érez</a:t>
                      </a:r>
                      <a:endParaRPr lang="es-MX" dirty="0"/>
                    </a:p>
                  </a:txBody>
                  <a:tcPr/>
                </a:tc>
                <a:extLst>
                  <a:ext uri="{0D108BD9-81ED-4DB2-BD59-A6C34878D82A}">
                    <a16:rowId xmlns:a16="http://schemas.microsoft.com/office/drawing/2014/main" val="774062901"/>
                  </a:ext>
                </a:extLst>
              </a:tr>
              <a:tr h="829508">
                <a:tc>
                  <a:txBody>
                    <a:bodyPr/>
                    <a:lstStyle/>
                    <a:p>
                      <a:r>
                        <a:rPr lang="es-ES" dirty="0"/>
                        <a:t>María</a:t>
                      </a:r>
                      <a:endParaRPr lang="es-MX" dirty="0"/>
                    </a:p>
                  </a:txBody>
                  <a:tcPr/>
                </a:tc>
                <a:tc>
                  <a:txBody>
                    <a:bodyPr/>
                    <a:lstStyle/>
                    <a:p>
                      <a:r>
                        <a:rPr lang="es-ES" dirty="0"/>
                        <a:t>García</a:t>
                      </a:r>
                      <a:endParaRPr lang="es-MX" dirty="0"/>
                    </a:p>
                  </a:txBody>
                  <a:tcPr/>
                </a:tc>
                <a:extLst>
                  <a:ext uri="{0D108BD9-81ED-4DB2-BD59-A6C34878D82A}">
                    <a16:rowId xmlns:a16="http://schemas.microsoft.com/office/drawing/2014/main" val="1805615777"/>
                  </a:ext>
                </a:extLst>
              </a:tr>
              <a:tr h="655532">
                <a:tc>
                  <a:txBody>
                    <a:bodyPr/>
                    <a:lstStyle/>
                    <a:p>
                      <a:r>
                        <a:rPr lang="es-ES" dirty="0"/>
                        <a:t>Pedro</a:t>
                      </a:r>
                      <a:endParaRPr lang="es-MX" dirty="0"/>
                    </a:p>
                  </a:txBody>
                  <a:tcPr/>
                </a:tc>
                <a:tc>
                  <a:txBody>
                    <a:bodyPr/>
                    <a:lstStyle/>
                    <a:p>
                      <a:r>
                        <a:rPr lang="es-ES" dirty="0"/>
                        <a:t>López</a:t>
                      </a:r>
                    </a:p>
                  </a:txBody>
                  <a:tcPr/>
                </a:tc>
                <a:extLst>
                  <a:ext uri="{0D108BD9-81ED-4DB2-BD59-A6C34878D82A}">
                    <a16:rowId xmlns:a16="http://schemas.microsoft.com/office/drawing/2014/main" val="3358495792"/>
                  </a:ext>
                </a:extLst>
              </a:tr>
              <a:tr h="655532">
                <a:tc>
                  <a:txBody>
                    <a:bodyPr/>
                    <a:lstStyle/>
                    <a:p>
                      <a:r>
                        <a:rPr lang="es-ES" dirty="0"/>
                        <a:t>Laura</a:t>
                      </a:r>
                      <a:endParaRPr lang="es-MX" dirty="0"/>
                    </a:p>
                  </a:txBody>
                  <a:tcPr/>
                </a:tc>
                <a:tc>
                  <a:txBody>
                    <a:bodyPr/>
                    <a:lstStyle/>
                    <a:p>
                      <a:r>
                        <a:rPr lang="es-MX" dirty="0"/>
                        <a:t>Fernández</a:t>
                      </a:r>
                    </a:p>
                  </a:txBody>
                  <a:tcPr/>
                </a:tc>
                <a:extLst>
                  <a:ext uri="{0D108BD9-81ED-4DB2-BD59-A6C34878D82A}">
                    <a16:rowId xmlns:a16="http://schemas.microsoft.com/office/drawing/2014/main" val="1343776285"/>
                  </a:ext>
                </a:extLst>
              </a:tr>
              <a:tr h="655532">
                <a:tc>
                  <a:txBody>
                    <a:bodyPr/>
                    <a:lstStyle/>
                    <a:p>
                      <a:r>
                        <a:rPr lang="es-ES" dirty="0"/>
                        <a:t>Andrés</a:t>
                      </a:r>
                      <a:endParaRPr lang="es-MX" dirty="0"/>
                    </a:p>
                  </a:txBody>
                  <a:tcPr/>
                </a:tc>
                <a:tc>
                  <a:txBody>
                    <a:bodyPr/>
                    <a:lstStyle/>
                    <a:p>
                      <a:r>
                        <a:rPr lang="es-ES" dirty="0"/>
                        <a:t>Sánchez</a:t>
                      </a:r>
                      <a:endParaRPr lang="es-MX" dirty="0"/>
                    </a:p>
                  </a:txBody>
                  <a:tcPr/>
                </a:tc>
                <a:extLst>
                  <a:ext uri="{0D108BD9-81ED-4DB2-BD59-A6C34878D82A}">
                    <a16:rowId xmlns:a16="http://schemas.microsoft.com/office/drawing/2014/main" val="3335725482"/>
                  </a:ext>
                </a:extLst>
              </a:tr>
            </a:tbl>
          </a:graphicData>
        </a:graphic>
      </p:graphicFrame>
    </p:spTree>
    <p:extLst>
      <p:ext uri="{BB962C8B-B14F-4D97-AF65-F5344CB8AC3E}">
        <p14:creationId xmlns:p14="http://schemas.microsoft.com/office/powerpoint/2010/main" val="1573781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CB367-704D-1F5B-F03B-9869556737A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DCC9919D-2D31-1D41-DE99-11D8D2956909}"/>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B1BA30B0-55CD-D48A-B143-BDA55F6BB346}"/>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E9DB14E7-C0D7-34B0-7ACC-E472B58BCCD2}"/>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6D913E24-4E8C-180C-F7E9-A6A394278F5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6" name="Título 1">
            <a:extLst>
              <a:ext uri="{FF2B5EF4-FFF2-40B4-BE49-F238E27FC236}">
                <a16:creationId xmlns:a16="http://schemas.microsoft.com/office/drawing/2014/main" id="{F7D5A0A8-A735-5AE2-A282-6DAA045A184A}"/>
              </a:ext>
            </a:extLst>
          </p:cNvPr>
          <p:cNvSpPr txBox="1">
            <a:spLocks/>
          </p:cNvSpPr>
          <p:nvPr/>
        </p:nvSpPr>
        <p:spPr>
          <a:xfrm>
            <a:off x="3985177" y="231493"/>
            <a:ext cx="3336511" cy="408029"/>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Select con WHERE</a:t>
            </a:r>
          </a:p>
        </p:txBody>
      </p:sp>
      <p:sp>
        <p:nvSpPr>
          <p:cNvPr id="11" name="Título 1">
            <a:extLst>
              <a:ext uri="{FF2B5EF4-FFF2-40B4-BE49-F238E27FC236}">
                <a16:creationId xmlns:a16="http://schemas.microsoft.com/office/drawing/2014/main" id="{65DF506F-805F-0DE4-C079-90E41E3CF176}"/>
              </a:ext>
            </a:extLst>
          </p:cNvPr>
          <p:cNvSpPr txBox="1">
            <a:spLocks/>
          </p:cNvSpPr>
          <p:nvPr/>
        </p:nvSpPr>
        <p:spPr>
          <a:xfrm>
            <a:off x="397908" y="1162541"/>
            <a:ext cx="1403512" cy="408029"/>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Sintaxis</a:t>
            </a:r>
            <a:endParaRPr lang="en-US" sz="2000" dirty="0"/>
          </a:p>
        </p:txBody>
      </p:sp>
      <p:pic>
        <p:nvPicPr>
          <p:cNvPr id="12" name="Imagen 11">
            <a:extLst>
              <a:ext uri="{FF2B5EF4-FFF2-40B4-BE49-F238E27FC236}">
                <a16:creationId xmlns:a16="http://schemas.microsoft.com/office/drawing/2014/main" id="{97E6EDEF-C351-BD6D-245C-79484FEF55C5}"/>
              </a:ext>
            </a:extLst>
          </p:cNvPr>
          <p:cNvPicPr>
            <a:picLocks noChangeAspect="1"/>
          </p:cNvPicPr>
          <p:nvPr/>
        </p:nvPicPr>
        <p:blipFill>
          <a:blip r:embed="rId4"/>
          <a:stretch>
            <a:fillRect/>
          </a:stretch>
        </p:blipFill>
        <p:spPr>
          <a:xfrm>
            <a:off x="3542343" y="2734064"/>
            <a:ext cx="4503809" cy="1759767"/>
          </a:xfrm>
          <a:prstGeom prst="rect">
            <a:avLst/>
          </a:prstGeom>
        </p:spPr>
      </p:pic>
    </p:spTree>
    <p:extLst>
      <p:ext uri="{BB962C8B-B14F-4D97-AF65-F5344CB8AC3E}">
        <p14:creationId xmlns:p14="http://schemas.microsoft.com/office/powerpoint/2010/main" val="863348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FF91-EEF1-70B6-2A13-1B745690A234}"/>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979414F-31ED-79C0-BDF3-FA1539CFE62C}"/>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19BCB82A-0C87-6DB6-1009-46ACD00846FE}"/>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16C36A05-F38F-9838-BEBD-FBEA228A90E8}"/>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CE08AAFB-A224-ED61-CE53-2C6761E9483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6" name="Título 1">
            <a:extLst>
              <a:ext uri="{FF2B5EF4-FFF2-40B4-BE49-F238E27FC236}">
                <a16:creationId xmlns:a16="http://schemas.microsoft.com/office/drawing/2014/main" id="{C7745CB2-177A-649B-EA3C-D78CEF267116}"/>
              </a:ext>
            </a:extLst>
          </p:cNvPr>
          <p:cNvSpPr txBox="1">
            <a:spLocks/>
          </p:cNvSpPr>
          <p:nvPr/>
        </p:nvSpPr>
        <p:spPr>
          <a:xfrm>
            <a:off x="3985177" y="231493"/>
            <a:ext cx="3336511" cy="408029"/>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Select con WHERE</a:t>
            </a:r>
          </a:p>
        </p:txBody>
      </p:sp>
      <p:sp>
        <p:nvSpPr>
          <p:cNvPr id="3" name="Título 1">
            <a:extLst>
              <a:ext uri="{FF2B5EF4-FFF2-40B4-BE49-F238E27FC236}">
                <a16:creationId xmlns:a16="http://schemas.microsoft.com/office/drawing/2014/main" id="{5FED05F6-73CC-EABE-092E-AFBE1253D50E}"/>
              </a:ext>
            </a:extLst>
          </p:cNvPr>
          <p:cNvSpPr txBox="1">
            <a:spLocks/>
          </p:cNvSpPr>
          <p:nvPr/>
        </p:nvSpPr>
        <p:spPr>
          <a:xfrm>
            <a:off x="397908" y="954124"/>
            <a:ext cx="24997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 (igual)</a:t>
            </a:r>
            <a:endParaRPr lang="en-US" sz="1800" dirty="0"/>
          </a:p>
        </p:txBody>
      </p:sp>
      <p:pic>
        <p:nvPicPr>
          <p:cNvPr id="5" name="Imagen 4">
            <a:extLst>
              <a:ext uri="{FF2B5EF4-FFF2-40B4-BE49-F238E27FC236}">
                <a16:creationId xmlns:a16="http://schemas.microsoft.com/office/drawing/2014/main" id="{B023EFC3-B7E7-F5A7-C1C8-9BFA555E2CC3}"/>
              </a:ext>
            </a:extLst>
          </p:cNvPr>
          <p:cNvPicPr>
            <a:picLocks noChangeAspect="1"/>
          </p:cNvPicPr>
          <p:nvPr/>
        </p:nvPicPr>
        <p:blipFill>
          <a:blip r:embed="rId4"/>
          <a:srcRect r="59415" b="11656"/>
          <a:stretch/>
        </p:blipFill>
        <p:spPr>
          <a:xfrm>
            <a:off x="460259" y="2071521"/>
            <a:ext cx="2041697" cy="1176147"/>
          </a:xfrm>
          <a:prstGeom prst="rect">
            <a:avLst/>
          </a:prstGeom>
        </p:spPr>
      </p:pic>
      <p:graphicFrame>
        <p:nvGraphicFramePr>
          <p:cNvPr id="8" name="Tabla 7">
            <a:extLst>
              <a:ext uri="{FF2B5EF4-FFF2-40B4-BE49-F238E27FC236}">
                <a16:creationId xmlns:a16="http://schemas.microsoft.com/office/drawing/2014/main" id="{CE2F523D-638D-0CBD-40E3-DB86B2F0F2AB}"/>
              </a:ext>
            </a:extLst>
          </p:cNvPr>
          <p:cNvGraphicFramePr>
            <a:graphicFrameLocks noGrp="1"/>
          </p:cNvGraphicFramePr>
          <p:nvPr>
            <p:extLst>
              <p:ext uri="{D42A27DB-BD31-4B8C-83A1-F6EECF244321}">
                <p14:modId xmlns:p14="http://schemas.microsoft.com/office/powerpoint/2010/main" val="3976699466"/>
              </p:ext>
            </p:extLst>
          </p:nvPr>
        </p:nvGraphicFramePr>
        <p:xfrm>
          <a:off x="4080386" y="1213355"/>
          <a:ext cx="7305366" cy="2359320"/>
        </p:xfrm>
        <a:graphic>
          <a:graphicData uri="http://schemas.openxmlformats.org/drawingml/2006/table">
            <a:tbl>
              <a:tblPr firstRow="1" bandRow="1">
                <a:tableStyleId>{5C22544A-7EE6-4342-B048-85BDC9FD1C3A}</a:tableStyleId>
              </a:tblPr>
              <a:tblGrid>
                <a:gridCol w="1848784">
                  <a:extLst>
                    <a:ext uri="{9D8B030D-6E8A-4147-A177-3AD203B41FA5}">
                      <a16:colId xmlns:a16="http://schemas.microsoft.com/office/drawing/2014/main" val="1272988732"/>
                    </a:ext>
                  </a:extLst>
                </a:gridCol>
                <a:gridCol w="1363152">
                  <a:extLst>
                    <a:ext uri="{9D8B030D-6E8A-4147-A177-3AD203B41FA5}">
                      <a16:colId xmlns:a16="http://schemas.microsoft.com/office/drawing/2014/main" val="2348856314"/>
                    </a:ext>
                  </a:extLst>
                </a:gridCol>
                <a:gridCol w="1363152">
                  <a:extLst>
                    <a:ext uri="{9D8B030D-6E8A-4147-A177-3AD203B41FA5}">
                      <a16:colId xmlns:a16="http://schemas.microsoft.com/office/drawing/2014/main" val="397937798"/>
                    </a:ext>
                  </a:extLst>
                </a:gridCol>
                <a:gridCol w="1282078">
                  <a:extLst>
                    <a:ext uri="{9D8B030D-6E8A-4147-A177-3AD203B41FA5}">
                      <a16:colId xmlns:a16="http://schemas.microsoft.com/office/drawing/2014/main" val="210104553"/>
                    </a:ext>
                  </a:extLst>
                </a:gridCol>
                <a:gridCol w="1448200">
                  <a:extLst>
                    <a:ext uri="{9D8B030D-6E8A-4147-A177-3AD203B41FA5}">
                      <a16:colId xmlns:a16="http://schemas.microsoft.com/office/drawing/2014/main" val="1080918545"/>
                    </a:ext>
                  </a:extLst>
                </a:gridCol>
              </a:tblGrid>
              <a:tr h="352903">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51553">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444853">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51553">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451427">
                <a:tc>
                  <a:txBody>
                    <a:bodyPr/>
                    <a:lstStyle/>
                    <a:p>
                      <a:r>
                        <a:rPr lang="es-ES" dirty="0">
                          <a:highlight>
                            <a:srgbClr val="FFFF00"/>
                          </a:highlight>
                        </a:rPr>
                        <a:t>4</a:t>
                      </a:r>
                      <a:endParaRPr lang="es-MX" dirty="0">
                        <a:highlight>
                          <a:srgbClr val="FFFF00"/>
                        </a:highlight>
                      </a:endParaRPr>
                    </a:p>
                  </a:txBody>
                  <a:tcPr/>
                </a:tc>
                <a:tc>
                  <a:txBody>
                    <a:bodyPr/>
                    <a:lstStyle/>
                    <a:p>
                      <a:r>
                        <a:rPr lang="es-ES" dirty="0">
                          <a:highlight>
                            <a:srgbClr val="FFFF00"/>
                          </a:highlight>
                        </a:rPr>
                        <a:t>Laura</a:t>
                      </a:r>
                      <a:endParaRPr lang="es-MX" dirty="0">
                        <a:highlight>
                          <a:srgbClr val="FFFF00"/>
                        </a:highlight>
                      </a:endParaRPr>
                    </a:p>
                  </a:txBody>
                  <a:tcPr/>
                </a:tc>
                <a:tc>
                  <a:txBody>
                    <a:bodyPr/>
                    <a:lstStyle/>
                    <a:p>
                      <a:r>
                        <a:rPr lang="es-MX" dirty="0">
                          <a:highlight>
                            <a:srgbClr val="FFFF00"/>
                          </a:highlight>
                        </a:rPr>
                        <a:t>Fernández</a:t>
                      </a: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Sevilla</a:t>
                      </a:r>
                      <a:endParaRPr lang="es-MX" dirty="0">
                        <a:highlight>
                          <a:srgbClr val="FFFF00"/>
                        </a:highlight>
                      </a:endParaRPr>
                    </a:p>
                  </a:txBody>
                  <a:tcPr/>
                </a:tc>
                <a:extLst>
                  <a:ext uri="{0D108BD9-81ED-4DB2-BD59-A6C34878D82A}">
                    <a16:rowId xmlns:a16="http://schemas.microsoft.com/office/drawing/2014/main" val="1343776285"/>
                  </a:ext>
                </a:extLst>
              </a:tr>
              <a:tr h="351553">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0" name="Título 1">
            <a:extLst>
              <a:ext uri="{FF2B5EF4-FFF2-40B4-BE49-F238E27FC236}">
                <a16:creationId xmlns:a16="http://schemas.microsoft.com/office/drawing/2014/main" id="{B30841E8-8298-B2A1-626E-A676698FA63D}"/>
              </a:ext>
            </a:extLst>
          </p:cNvPr>
          <p:cNvSpPr txBox="1">
            <a:spLocks/>
          </p:cNvSpPr>
          <p:nvPr/>
        </p:nvSpPr>
        <p:spPr>
          <a:xfrm>
            <a:off x="422975" y="3628589"/>
            <a:ext cx="310503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&gt; (Mayor que)</a:t>
            </a:r>
            <a:endParaRPr lang="en-US" sz="1800" dirty="0"/>
          </a:p>
        </p:txBody>
      </p:sp>
      <p:pic>
        <p:nvPicPr>
          <p:cNvPr id="13" name="Imagen 12">
            <a:extLst>
              <a:ext uri="{FF2B5EF4-FFF2-40B4-BE49-F238E27FC236}">
                <a16:creationId xmlns:a16="http://schemas.microsoft.com/office/drawing/2014/main" id="{D5CA5135-52E8-45BB-D575-7E905E52D716}"/>
              </a:ext>
            </a:extLst>
          </p:cNvPr>
          <p:cNvPicPr>
            <a:picLocks noChangeAspect="1"/>
          </p:cNvPicPr>
          <p:nvPr/>
        </p:nvPicPr>
        <p:blipFill>
          <a:blip r:embed="rId5"/>
          <a:srcRect l="3606" t="2792" r="51557"/>
          <a:stretch/>
        </p:blipFill>
        <p:spPr>
          <a:xfrm>
            <a:off x="479470" y="4504205"/>
            <a:ext cx="2933744" cy="1548510"/>
          </a:xfrm>
          <a:prstGeom prst="rect">
            <a:avLst/>
          </a:prstGeom>
        </p:spPr>
      </p:pic>
      <p:graphicFrame>
        <p:nvGraphicFramePr>
          <p:cNvPr id="14" name="Tabla 13">
            <a:extLst>
              <a:ext uri="{FF2B5EF4-FFF2-40B4-BE49-F238E27FC236}">
                <a16:creationId xmlns:a16="http://schemas.microsoft.com/office/drawing/2014/main" id="{0B2A4063-0BAD-8BD9-E7C5-1651FC8CA386}"/>
              </a:ext>
            </a:extLst>
          </p:cNvPr>
          <p:cNvGraphicFramePr>
            <a:graphicFrameLocks noGrp="1"/>
          </p:cNvGraphicFramePr>
          <p:nvPr>
            <p:extLst>
              <p:ext uri="{D42A27DB-BD31-4B8C-83A1-F6EECF244321}">
                <p14:modId xmlns:p14="http://schemas.microsoft.com/office/powerpoint/2010/main" val="3352210628"/>
              </p:ext>
            </p:extLst>
          </p:nvPr>
        </p:nvGraphicFramePr>
        <p:xfrm>
          <a:off x="4080386" y="4317358"/>
          <a:ext cx="7305366" cy="2361385"/>
        </p:xfrm>
        <a:graphic>
          <a:graphicData uri="http://schemas.openxmlformats.org/drawingml/2006/table">
            <a:tbl>
              <a:tblPr firstRow="1" bandRow="1">
                <a:tableStyleId>{5C22544A-7EE6-4342-B048-85BDC9FD1C3A}</a:tableStyleId>
              </a:tblPr>
              <a:tblGrid>
                <a:gridCol w="1848784">
                  <a:extLst>
                    <a:ext uri="{9D8B030D-6E8A-4147-A177-3AD203B41FA5}">
                      <a16:colId xmlns:a16="http://schemas.microsoft.com/office/drawing/2014/main" val="1272988732"/>
                    </a:ext>
                  </a:extLst>
                </a:gridCol>
                <a:gridCol w="1363152">
                  <a:extLst>
                    <a:ext uri="{9D8B030D-6E8A-4147-A177-3AD203B41FA5}">
                      <a16:colId xmlns:a16="http://schemas.microsoft.com/office/drawing/2014/main" val="2348856314"/>
                    </a:ext>
                  </a:extLst>
                </a:gridCol>
                <a:gridCol w="1363152">
                  <a:extLst>
                    <a:ext uri="{9D8B030D-6E8A-4147-A177-3AD203B41FA5}">
                      <a16:colId xmlns:a16="http://schemas.microsoft.com/office/drawing/2014/main" val="397937798"/>
                    </a:ext>
                  </a:extLst>
                </a:gridCol>
                <a:gridCol w="1282078">
                  <a:extLst>
                    <a:ext uri="{9D8B030D-6E8A-4147-A177-3AD203B41FA5}">
                      <a16:colId xmlns:a16="http://schemas.microsoft.com/office/drawing/2014/main" val="210104553"/>
                    </a:ext>
                  </a:extLst>
                </a:gridCol>
                <a:gridCol w="1448200">
                  <a:extLst>
                    <a:ext uri="{9D8B030D-6E8A-4147-A177-3AD203B41FA5}">
                      <a16:colId xmlns:a16="http://schemas.microsoft.com/office/drawing/2014/main" val="1080918545"/>
                    </a:ext>
                  </a:extLst>
                </a:gridCol>
              </a:tblGrid>
              <a:tr h="353716">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52363">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err="1"/>
                        <a:t>Madird</a:t>
                      </a:r>
                      <a:endParaRPr lang="es-ES" dirty="0"/>
                    </a:p>
                  </a:txBody>
                  <a:tcPr/>
                </a:tc>
                <a:extLst>
                  <a:ext uri="{0D108BD9-81ED-4DB2-BD59-A6C34878D82A}">
                    <a16:rowId xmlns:a16="http://schemas.microsoft.com/office/drawing/2014/main" val="774062901"/>
                  </a:ext>
                </a:extLst>
              </a:tr>
              <a:tr h="445878">
                <a:tc>
                  <a:txBody>
                    <a:bodyPr/>
                    <a:lstStyle/>
                    <a:p>
                      <a:r>
                        <a:rPr lang="es-ES" dirty="0">
                          <a:highlight>
                            <a:srgbClr val="FFFF00"/>
                          </a:highlight>
                        </a:rPr>
                        <a:t>2</a:t>
                      </a:r>
                      <a:endParaRPr lang="es-MX" dirty="0">
                        <a:highlight>
                          <a:srgbClr val="FFFF00"/>
                        </a:highlight>
                      </a:endParaRPr>
                    </a:p>
                  </a:txBody>
                  <a:tcPr/>
                </a:tc>
                <a:tc>
                  <a:txBody>
                    <a:bodyPr/>
                    <a:lstStyle/>
                    <a:p>
                      <a:r>
                        <a:rPr lang="es-ES" dirty="0">
                          <a:highlight>
                            <a:srgbClr val="FFFF00"/>
                          </a:highlight>
                        </a:rPr>
                        <a:t>María</a:t>
                      </a:r>
                      <a:endParaRPr lang="es-MX" dirty="0">
                        <a:highlight>
                          <a:srgbClr val="FFFF00"/>
                        </a:highlight>
                      </a:endParaRPr>
                    </a:p>
                  </a:txBody>
                  <a:tcPr/>
                </a:tc>
                <a:tc>
                  <a:txBody>
                    <a:bodyPr/>
                    <a:lstStyle/>
                    <a:p>
                      <a:r>
                        <a:rPr lang="es-ES" dirty="0">
                          <a:highlight>
                            <a:srgbClr val="FFFF00"/>
                          </a:highlight>
                        </a:rPr>
                        <a:t>García</a:t>
                      </a:r>
                      <a:endParaRPr lang="es-MX" dirty="0">
                        <a:highlight>
                          <a:srgbClr val="FFFF00"/>
                        </a:highlight>
                      </a:endParaRPr>
                    </a:p>
                  </a:txBody>
                  <a:tcPr/>
                </a:tc>
                <a:tc>
                  <a:txBody>
                    <a:bodyPr/>
                    <a:lstStyle/>
                    <a:p>
                      <a:r>
                        <a:rPr lang="es-ES" dirty="0">
                          <a:highlight>
                            <a:srgbClr val="FFFF00"/>
                          </a:highlight>
                        </a:rPr>
                        <a:t>34</a:t>
                      </a:r>
                      <a:endParaRPr lang="es-MX" dirty="0">
                        <a:highlight>
                          <a:srgbClr val="FFFF00"/>
                        </a:highlight>
                      </a:endParaRPr>
                    </a:p>
                  </a:txBody>
                  <a:tcPr/>
                </a:tc>
                <a:tc>
                  <a:txBody>
                    <a:bodyPr/>
                    <a:lstStyle/>
                    <a:p>
                      <a:r>
                        <a:rPr lang="es-ES" dirty="0">
                          <a:highlight>
                            <a:srgbClr val="FFFF00"/>
                          </a:highlight>
                        </a:rPr>
                        <a:t>Barcelona</a:t>
                      </a:r>
                      <a:endParaRPr lang="es-MX" dirty="0">
                        <a:highlight>
                          <a:srgbClr val="FFFF00"/>
                        </a:highlight>
                      </a:endParaRPr>
                    </a:p>
                  </a:txBody>
                  <a:tcPr/>
                </a:tc>
                <a:extLst>
                  <a:ext uri="{0D108BD9-81ED-4DB2-BD59-A6C34878D82A}">
                    <a16:rowId xmlns:a16="http://schemas.microsoft.com/office/drawing/2014/main" val="1805615777"/>
                  </a:ext>
                </a:extLst>
              </a:tr>
              <a:tr h="352363">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452467">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52363">
                <a:tc>
                  <a:txBody>
                    <a:bodyPr/>
                    <a:lstStyle/>
                    <a:p>
                      <a:r>
                        <a:rPr lang="es-ES" dirty="0">
                          <a:highlight>
                            <a:srgbClr val="FFFF00"/>
                          </a:highlight>
                        </a:rPr>
                        <a:t>5</a:t>
                      </a:r>
                      <a:endParaRPr lang="es-MX" dirty="0">
                        <a:highlight>
                          <a:srgbClr val="FFFF00"/>
                        </a:highlight>
                      </a:endParaRPr>
                    </a:p>
                  </a:txBody>
                  <a:tcPr/>
                </a:tc>
                <a:tc>
                  <a:txBody>
                    <a:bodyPr/>
                    <a:lstStyle/>
                    <a:p>
                      <a:r>
                        <a:rPr lang="es-ES" dirty="0">
                          <a:highlight>
                            <a:srgbClr val="FFFF00"/>
                          </a:highlight>
                        </a:rPr>
                        <a:t>Andrés</a:t>
                      </a:r>
                      <a:endParaRPr lang="es-MX" dirty="0">
                        <a:highlight>
                          <a:srgbClr val="FFFF00"/>
                        </a:highlight>
                      </a:endParaRPr>
                    </a:p>
                  </a:txBody>
                  <a:tcPr/>
                </a:tc>
                <a:tc>
                  <a:txBody>
                    <a:bodyPr/>
                    <a:lstStyle/>
                    <a:p>
                      <a:r>
                        <a:rPr lang="es-ES" dirty="0">
                          <a:highlight>
                            <a:srgbClr val="FFFF00"/>
                          </a:highlight>
                        </a:rPr>
                        <a:t>Sánchez</a:t>
                      </a:r>
                      <a:endParaRPr lang="es-MX" dirty="0">
                        <a:highlight>
                          <a:srgbClr val="FFFF00"/>
                        </a:highlight>
                      </a:endParaRPr>
                    </a:p>
                  </a:txBody>
                  <a:tcPr/>
                </a:tc>
                <a:tc>
                  <a:txBody>
                    <a:bodyPr/>
                    <a:lstStyle/>
                    <a:p>
                      <a:r>
                        <a:rPr lang="es-ES" dirty="0">
                          <a:highlight>
                            <a:srgbClr val="FFFF00"/>
                          </a:highlight>
                        </a:rPr>
                        <a:t>40</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sp>
        <p:nvSpPr>
          <p:cNvPr id="15" name="CuadroTexto 14">
            <a:extLst>
              <a:ext uri="{FF2B5EF4-FFF2-40B4-BE49-F238E27FC236}">
                <a16:creationId xmlns:a16="http://schemas.microsoft.com/office/drawing/2014/main" id="{7A33F28B-C897-64BF-BEEF-17FD7A8E1D3F}"/>
              </a:ext>
            </a:extLst>
          </p:cNvPr>
          <p:cNvSpPr txBox="1"/>
          <p:nvPr/>
        </p:nvSpPr>
        <p:spPr>
          <a:xfrm>
            <a:off x="3998197" y="784396"/>
            <a:ext cx="3323491" cy="369332"/>
          </a:xfrm>
          <a:prstGeom prst="rect">
            <a:avLst/>
          </a:prstGeom>
          <a:noFill/>
        </p:spPr>
        <p:txBody>
          <a:bodyPr wrap="square">
            <a:spAutoFit/>
          </a:bodyPr>
          <a:lstStyle/>
          <a:p>
            <a:r>
              <a:rPr lang="es-MX" dirty="0"/>
              <a:t>Tabla clientes</a:t>
            </a:r>
          </a:p>
        </p:txBody>
      </p:sp>
      <p:sp>
        <p:nvSpPr>
          <p:cNvPr id="16" name="CuadroTexto 15">
            <a:extLst>
              <a:ext uri="{FF2B5EF4-FFF2-40B4-BE49-F238E27FC236}">
                <a16:creationId xmlns:a16="http://schemas.microsoft.com/office/drawing/2014/main" id="{9F7A7BE0-D16F-2D27-50ED-4C6FAC3A38A8}"/>
              </a:ext>
            </a:extLst>
          </p:cNvPr>
          <p:cNvSpPr txBox="1"/>
          <p:nvPr/>
        </p:nvSpPr>
        <p:spPr>
          <a:xfrm>
            <a:off x="3985177" y="3948026"/>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671685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0B586-BC5F-0073-C99E-F15DA658225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41755EA-85F7-222B-5AF9-04F0D3F072F1}"/>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6E50761C-1D97-53BC-38D6-481116CE1E97}"/>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C9BCDF1F-1192-7990-C089-66A4105045CD}"/>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CEBD73FF-78A6-E863-6A2C-1F7F1A6803D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6" name="Título 1">
            <a:extLst>
              <a:ext uri="{FF2B5EF4-FFF2-40B4-BE49-F238E27FC236}">
                <a16:creationId xmlns:a16="http://schemas.microsoft.com/office/drawing/2014/main" id="{CF2F8BD3-6BC9-656D-87C4-A0F38D9AD8FC}"/>
              </a:ext>
            </a:extLst>
          </p:cNvPr>
          <p:cNvSpPr txBox="1">
            <a:spLocks/>
          </p:cNvSpPr>
          <p:nvPr/>
        </p:nvSpPr>
        <p:spPr>
          <a:xfrm>
            <a:off x="3985177" y="231493"/>
            <a:ext cx="3336511" cy="408029"/>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Select con WHERE</a:t>
            </a:r>
          </a:p>
        </p:txBody>
      </p:sp>
      <p:sp>
        <p:nvSpPr>
          <p:cNvPr id="11" name="Título 1">
            <a:extLst>
              <a:ext uri="{FF2B5EF4-FFF2-40B4-BE49-F238E27FC236}">
                <a16:creationId xmlns:a16="http://schemas.microsoft.com/office/drawing/2014/main" id="{56F389A6-803E-84DC-9F79-0D9D2A22507F}"/>
              </a:ext>
            </a:extLst>
          </p:cNvPr>
          <p:cNvSpPr txBox="1">
            <a:spLocks/>
          </p:cNvSpPr>
          <p:nvPr/>
        </p:nvSpPr>
        <p:spPr>
          <a:xfrm>
            <a:off x="604853" y="1193010"/>
            <a:ext cx="322972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2000" dirty="0" err="1"/>
              <a:t>Where</a:t>
            </a:r>
            <a:r>
              <a:rPr lang="es-MX" sz="2000" dirty="0"/>
              <a:t> &lt; (Menor que)</a:t>
            </a:r>
            <a:endParaRPr lang="en-US" sz="2000" dirty="0"/>
          </a:p>
        </p:txBody>
      </p:sp>
      <p:pic>
        <p:nvPicPr>
          <p:cNvPr id="12" name="Imagen 11">
            <a:extLst>
              <a:ext uri="{FF2B5EF4-FFF2-40B4-BE49-F238E27FC236}">
                <a16:creationId xmlns:a16="http://schemas.microsoft.com/office/drawing/2014/main" id="{7FE04EF1-D125-1296-0B96-EE4EE02E1467}"/>
              </a:ext>
            </a:extLst>
          </p:cNvPr>
          <p:cNvPicPr>
            <a:picLocks noChangeAspect="1"/>
          </p:cNvPicPr>
          <p:nvPr/>
        </p:nvPicPr>
        <p:blipFill>
          <a:blip r:embed="rId4"/>
          <a:srcRect t="11928" r="64361" b="11022"/>
          <a:stretch/>
        </p:blipFill>
        <p:spPr>
          <a:xfrm>
            <a:off x="526195" y="2448230"/>
            <a:ext cx="2915096" cy="1438549"/>
          </a:xfrm>
          <a:prstGeom prst="rect">
            <a:avLst/>
          </a:prstGeom>
        </p:spPr>
      </p:pic>
      <p:graphicFrame>
        <p:nvGraphicFramePr>
          <p:cNvPr id="15" name="Tabla 14">
            <a:extLst>
              <a:ext uri="{FF2B5EF4-FFF2-40B4-BE49-F238E27FC236}">
                <a16:creationId xmlns:a16="http://schemas.microsoft.com/office/drawing/2014/main" id="{20797988-CC0F-6B5F-07E9-79EEB46234FA}"/>
              </a:ext>
            </a:extLst>
          </p:cNvPr>
          <p:cNvGraphicFramePr>
            <a:graphicFrameLocks noGrp="1"/>
          </p:cNvGraphicFramePr>
          <p:nvPr>
            <p:extLst>
              <p:ext uri="{D42A27DB-BD31-4B8C-83A1-F6EECF244321}">
                <p14:modId xmlns:p14="http://schemas.microsoft.com/office/powerpoint/2010/main" val="2089027397"/>
              </p:ext>
            </p:extLst>
          </p:nvPr>
        </p:nvGraphicFramePr>
        <p:xfrm>
          <a:off x="4503173" y="2448229"/>
          <a:ext cx="7305366" cy="3168282"/>
        </p:xfrm>
        <a:graphic>
          <a:graphicData uri="http://schemas.openxmlformats.org/drawingml/2006/table">
            <a:tbl>
              <a:tblPr firstRow="1" bandRow="1">
                <a:tableStyleId>{5C22544A-7EE6-4342-B048-85BDC9FD1C3A}</a:tableStyleId>
              </a:tblPr>
              <a:tblGrid>
                <a:gridCol w="1848784">
                  <a:extLst>
                    <a:ext uri="{9D8B030D-6E8A-4147-A177-3AD203B41FA5}">
                      <a16:colId xmlns:a16="http://schemas.microsoft.com/office/drawing/2014/main" val="1272988732"/>
                    </a:ext>
                  </a:extLst>
                </a:gridCol>
                <a:gridCol w="1363152">
                  <a:extLst>
                    <a:ext uri="{9D8B030D-6E8A-4147-A177-3AD203B41FA5}">
                      <a16:colId xmlns:a16="http://schemas.microsoft.com/office/drawing/2014/main" val="2348856314"/>
                    </a:ext>
                  </a:extLst>
                </a:gridCol>
                <a:gridCol w="1363152">
                  <a:extLst>
                    <a:ext uri="{9D8B030D-6E8A-4147-A177-3AD203B41FA5}">
                      <a16:colId xmlns:a16="http://schemas.microsoft.com/office/drawing/2014/main" val="397937798"/>
                    </a:ext>
                  </a:extLst>
                </a:gridCol>
                <a:gridCol w="1282078">
                  <a:extLst>
                    <a:ext uri="{9D8B030D-6E8A-4147-A177-3AD203B41FA5}">
                      <a16:colId xmlns:a16="http://schemas.microsoft.com/office/drawing/2014/main" val="210104553"/>
                    </a:ext>
                  </a:extLst>
                </a:gridCol>
                <a:gridCol w="1448200">
                  <a:extLst>
                    <a:ext uri="{9D8B030D-6E8A-4147-A177-3AD203B41FA5}">
                      <a16:colId xmlns:a16="http://schemas.microsoft.com/office/drawing/2014/main" val="1080918545"/>
                    </a:ext>
                  </a:extLst>
                </a:gridCol>
              </a:tblGrid>
              <a:tr h="485318">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83461">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611770">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483461">
                <a:tc>
                  <a:txBody>
                    <a:bodyPr/>
                    <a:lstStyle/>
                    <a:p>
                      <a:r>
                        <a:rPr lang="es-ES" dirty="0">
                          <a:highlight>
                            <a:srgbClr val="FFFF00"/>
                          </a:highlight>
                        </a:rPr>
                        <a:t>3</a:t>
                      </a:r>
                      <a:endParaRPr lang="es-MX" dirty="0">
                        <a:highlight>
                          <a:srgbClr val="FFFF00"/>
                        </a:highlight>
                      </a:endParaRPr>
                    </a:p>
                  </a:txBody>
                  <a:tcPr/>
                </a:tc>
                <a:tc>
                  <a:txBody>
                    <a:bodyPr/>
                    <a:lstStyle/>
                    <a:p>
                      <a:r>
                        <a:rPr lang="es-ES" dirty="0">
                          <a:highlight>
                            <a:srgbClr val="FFFF00"/>
                          </a:highlight>
                        </a:rPr>
                        <a:t>Pedro</a:t>
                      </a:r>
                      <a:endParaRPr lang="es-MX" dirty="0">
                        <a:highlight>
                          <a:srgbClr val="FFFF00"/>
                        </a:highlight>
                      </a:endParaRPr>
                    </a:p>
                  </a:txBody>
                  <a:tcPr/>
                </a:tc>
                <a:tc>
                  <a:txBody>
                    <a:bodyPr/>
                    <a:lstStyle/>
                    <a:p>
                      <a:r>
                        <a:rPr lang="es-ES" dirty="0">
                          <a:highlight>
                            <a:srgbClr val="FFFF00"/>
                          </a:highlight>
                        </a:rPr>
                        <a:t>López</a:t>
                      </a:r>
                    </a:p>
                  </a:txBody>
                  <a:tcPr/>
                </a:tc>
                <a:tc>
                  <a:txBody>
                    <a:bodyPr/>
                    <a:lstStyle/>
                    <a:p>
                      <a:r>
                        <a:rPr lang="es-ES" dirty="0">
                          <a:highlight>
                            <a:srgbClr val="FFFF00"/>
                          </a:highlight>
                        </a:rPr>
                        <a:t>16</a:t>
                      </a:r>
                      <a:endParaRPr lang="es-MX" dirty="0">
                        <a:highlight>
                          <a:srgbClr val="FFFF00"/>
                        </a:highlight>
                      </a:endParaRPr>
                    </a:p>
                  </a:txBody>
                  <a:tcPr/>
                </a:tc>
                <a:tc>
                  <a:txBody>
                    <a:bodyPr/>
                    <a:lstStyle/>
                    <a:p>
                      <a:r>
                        <a:rPr lang="es-ES" dirty="0">
                          <a:highlight>
                            <a:srgbClr val="FFFF00"/>
                          </a:highlight>
                        </a:rPr>
                        <a:t>Valencia</a:t>
                      </a:r>
                    </a:p>
                  </a:txBody>
                  <a:tcPr/>
                </a:tc>
                <a:extLst>
                  <a:ext uri="{0D108BD9-81ED-4DB2-BD59-A6C34878D82A}">
                    <a16:rowId xmlns:a16="http://schemas.microsoft.com/office/drawing/2014/main" val="3358495792"/>
                  </a:ext>
                </a:extLst>
              </a:tr>
              <a:tr h="620811">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483461">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6" name="CuadroTexto 15">
            <a:extLst>
              <a:ext uri="{FF2B5EF4-FFF2-40B4-BE49-F238E27FC236}">
                <a16:creationId xmlns:a16="http://schemas.microsoft.com/office/drawing/2014/main" id="{485EA2B1-1E46-8E8C-536D-F7F45967F643}"/>
              </a:ext>
            </a:extLst>
          </p:cNvPr>
          <p:cNvSpPr txBox="1"/>
          <p:nvPr/>
        </p:nvSpPr>
        <p:spPr>
          <a:xfrm>
            <a:off x="4409186" y="1979121"/>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30980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16E05-7DA1-FFEA-7021-81371B5F8EA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47A36751-7907-502C-552E-AB21FC4810EC}"/>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629D1C22-97DB-0852-E9F2-FA34A269E04B}"/>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CEFE99F3-A2DD-34F4-6807-1F32879DF29B}"/>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B21B45DE-D0CA-E8F4-BEE7-DF820004955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6" name="Título 1">
            <a:extLst>
              <a:ext uri="{FF2B5EF4-FFF2-40B4-BE49-F238E27FC236}">
                <a16:creationId xmlns:a16="http://schemas.microsoft.com/office/drawing/2014/main" id="{BD4FE488-3564-0628-C863-C7ECFEC3F5C9}"/>
              </a:ext>
            </a:extLst>
          </p:cNvPr>
          <p:cNvSpPr txBox="1">
            <a:spLocks/>
          </p:cNvSpPr>
          <p:nvPr/>
        </p:nvSpPr>
        <p:spPr>
          <a:xfrm>
            <a:off x="3985177" y="231493"/>
            <a:ext cx="3336511" cy="408029"/>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Select con WHERE</a:t>
            </a:r>
          </a:p>
        </p:txBody>
      </p:sp>
      <p:sp>
        <p:nvSpPr>
          <p:cNvPr id="3" name="Título 1">
            <a:extLst>
              <a:ext uri="{FF2B5EF4-FFF2-40B4-BE49-F238E27FC236}">
                <a16:creationId xmlns:a16="http://schemas.microsoft.com/office/drawing/2014/main" id="{B4FEFB6B-60BA-E155-802A-04FB2EB89B25}"/>
              </a:ext>
            </a:extLst>
          </p:cNvPr>
          <p:cNvSpPr txBox="1">
            <a:spLocks/>
          </p:cNvSpPr>
          <p:nvPr/>
        </p:nvSpPr>
        <p:spPr>
          <a:xfrm>
            <a:off x="539133" y="986643"/>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&gt;= (mayor o igual que)</a:t>
            </a:r>
            <a:endParaRPr lang="en-US" sz="1800" dirty="0"/>
          </a:p>
        </p:txBody>
      </p:sp>
      <p:pic>
        <p:nvPicPr>
          <p:cNvPr id="5" name="Imagen 4">
            <a:extLst>
              <a:ext uri="{FF2B5EF4-FFF2-40B4-BE49-F238E27FC236}">
                <a16:creationId xmlns:a16="http://schemas.microsoft.com/office/drawing/2014/main" id="{3AFCE4FC-0F55-0C51-E1F7-643AD8C8E924}"/>
              </a:ext>
            </a:extLst>
          </p:cNvPr>
          <p:cNvPicPr>
            <a:picLocks noChangeAspect="1"/>
          </p:cNvPicPr>
          <p:nvPr/>
        </p:nvPicPr>
        <p:blipFill>
          <a:blip r:embed="rId4"/>
          <a:srcRect t="13095" r="46346" b="10669"/>
          <a:stretch/>
        </p:blipFill>
        <p:spPr>
          <a:xfrm>
            <a:off x="470787" y="1982041"/>
            <a:ext cx="2614748" cy="1219201"/>
          </a:xfrm>
          <a:prstGeom prst="rect">
            <a:avLst/>
          </a:prstGeom>
        </p:spPr>
      </p:pic>
      <p:sp>
        <p:nvSpPr>
          <p:cNvPr id="8" name="Título 1">
            <a:extLst>
              <a:ext uri="{FF2B5EF4-FFF2-40B4-BE49-F238E27FC236}">
                <a16:creationId xmlns:a16="http://schemas.microsoft.com/office/drawing/2014/main" id="{C384C2E0-15B9-02A2-ACAD-02B2FA7F3624}"/>
              </a:ext>
            </a:extLst>
          </p:cNvPr>
          <p:cNvSpPr txBox="1">
            <a:spLocks/>
          </p:cNvSpPr>
          <p:nvPr/>
        </p:nvSpPr>
        <p:spPr>
          <a:xfrm>
            <a:off x="539133" y="3914945"/>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&lt;= (es menor o igual que)</a:t>
            </a:r>
            <a:endParaRPr lang="en-US" sz="1800" dirty="0"/>
          </a:p>
        </p:txBody>
      </p:sp>
      <p:pic>
        <p:nvPicPr>
          <p:cNvPr id="10" name="Imagen 9">
            <a:extLst>
              <a:ext uri="{FF2B5EF4-FFF2-40B4-BE49-F238E27FC236}">
                <a16:creationId xmlns:a16="http://schemas.microsoft.com/office/drawing/2014/main" id="{3F96AE95-DEFA-BD79-1B09-308C132EDE58}"/>
              </a:ext>
            </a:extLst>
          </p:cNvPr>
          <p:cNvPicPr>
            <a:picLocks noChangeAspect="1"/>
          </p:cNvPicPr>
          <p:nvPr/>
        </p:nvPicPr>
        <p:blipFill>
          <a:blip r:embed="rId5"/>
          <a:srcRect l="2412" t="9579" r="58940" b="7399"/>
          <a:stretch/>
        </p:blipFill>
        <p:spPr>
          <a:xfrm>
            <a:off x="539133" y="4777464"/>
            <a:ext cx="2556387" cy="1270668"/>
          </a:xfrm>
          <a:prstGeom prst="rect">
            <a:avLst/>
          </a:prstGeom>
        </p:spPr>
      </p:pic>
      <p:graphicFrame>
        <p:nvGraphicFramePr>
          <p:cNvPr id="13" name="Tabla 12">
            <a:extLst>
              <a:ext uri="{FF2B5EF4-FFF2-40B4-BE49-F238E27FC236}">
                <a16:creationId xmlns:a16="http://schemas.microsoft.com/office/drawing/2014/main" id="{C0836D87-7607-1FC1-5DB9-571784CBF143}"/>
              </a:ext>
            </a:extLst>
          </p:cNvPr>
          <p:cNvGraphicFramePr>
            <a:graphicFrameLocks noGrp="1"/>
          </p:cNvGraphicFramePr>
          <p:nvPr>
            <p:extLst>
              <p:ext uri="{D42A27DB-BD31-4B8C-83A1-F6EECF244321}">
                <p14:modId xmlns:p14="http://schemas.microsoft.com/office/powerpoint/2010/main" val="515212056"/>
              </p:ext>
            </p:extLst>
          </p:nvPr>
        </p:nvGraphicFramePr>
        <p:xfrm>
          <a:off x="4965290" y="1251774"/>
          <a:ext cx="6931740" cy="2341977"/>
        </p:xfrm>
        <a:graphic>
          <a:graphicData uri="http://schemas.openxmlformats.org/drawingml/2006/table">
            <a:tbl>
              <a:tblPr firstRow="1" bandRow="1">
                <a:tableStyleId>{5C22544A-7EE6-4342-B048-85BDC9FD1C3A}</a:tableStyleId>
              </a:tblPr>
              <a:tblGrid>
                <a:gridCol w="1418069">
                  <a:extLst>
                    <a:ext uri="{9D8B030D-6E8A-4147-A177-3AD203B41FA5}">
                      <a16:colId xmlns:a16="http://schemas.microsoft.com/office/drawing/2014/main" val="1272988732"/>
                    </a:ext>
                  </a:extLst>
                </a:gridCol>
                <a:gridCol w="1629596">
                  <a:extLst>
                    <a:ext uri="{9D8B030D-6E8A-4147-A177-3AD203B41FA5}">
                      <a16:colId xmlns:a16="http://schemas.microsoft.com/office/drawing/2014/main" val="2348856314"/>
                    </a:ext>
                  </a:extLst>
                </a:gridCol>
                <a:gridCol w="1293435">
                  <a:extLst>
                    <a:ext uri="{9D8B030D-6E8A-4147-A177-3AD203B41FA5}">
                      <a16:colId xmlns:a16="http://schemas.microsoft.com/office/drawing/2014/main" val="397937798"/>
                    </a:ext>
                  </a:extLst>
                </a:gridCol>
                <a:gridCol w="1216507">
                  <a:extLst>
                    <a:ext uri="{9D8B030D-6E8A-4147-A177-3AD203B41FA5}">
                      <a16:colId xmlns:a16="http://schemas.microsoft.com/office/drawing/2014/main" val="210104553"/>
                    </a:ext>
                  </a:extLst>
                </a:gridCol>
                <a:gridCol w="1374133">
                  <a:extLst>
                    <a:ext uri="{9D8B030D-6E8A-4147-A177-3AD203B41FA5}">
                      <a16:colId xmlns:a16="http://schemas.microsoft.com/office/drawing/2014/main" val="1080918545"/>
                    </a:ext>
                  </a:extLst>
                </a:gridCol>
              </a:tblGrid>
              <a:tr h="346074">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44750">
                <a:tc>
                  <a:txBody>
                    <a:bodyPr/>
                    <a:lstStyle/>
                    <a:p>
                      <a:r>
                        <a:rPr lang="es-ES" dirty="0">
                          <a:highlight>
                            <a:srgbClr val="FFFF00"/>
                          </a:highlight>
                        </a:rPr>
                        <a:t>1</a:t>
                      </a:r>
                      <a:endParaRPr lang="es-MX" dirty="0">
                        <a:highlight>
                          <a:srgbClr val="FFFF00"/>
                        </a:highlight>
                      </a:endParaRPr>
                    </a:p>
                  </a:txBody>
                  <a:tcPr/>
                </a:tc>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P</a:t>
                      </a:r>
                      <a:r>
                        <a:rPr lang="es-MX" dirty="0" err="1">
                          <a:highlight>
                            <a:srgbClr val="FFFF00"/>
                          </a:highlight>
                        </a:rPr>
                        <a:t>érez</a:t>
                      </a:r>
                      <a:endParaRPr lang="es-MX" dirty="0">
                        <a:highlight>
                          <a:srgbClr val="FFFF00"/>
                        </a:highlight>
                      </a:endParaRPr>
                    </a:p>
                  </a:txBody>
                  <a:tcPr/>
                </a:tc>
                <a:tc>
                  <a:txBody>
                    <a:bodyPr/>
                    <a:lstStyle/>
                    <a:p>
                      <a:r>
                        <a:rPr lang="es-ES" dirty="0">
                          <a:highlight>
                            <a:srgbClr val="FFFF00"/>
                          </a:highlight>
                        </a:rPr>
                        <a:t>29</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436245">
                <a:tc>
                  <a:txBody>
                    <a:bodyPr/>
                    <a:lstStyle/>
                    <a:p>
                      <a:r>
                        <a:rPr lang="es-ES" dirty="0">
                          <a:highlight>
                            <a:srgbClr val="FFFF00"/>
                          </a:highlight>
                        </a:rPr>
                        <a:t>2</a:t>
                      </a:r>
                      <a:endParaRPr lang="es-MX" dirty="0">
                        <a:highlight>
                          <a:srgbClr val="FFFF00"/>
                        </a:highlight>
                      </a:endParaRPr>
                    </a:p>
                  </a:txBody>
                  <a:tcPr/>
                </a:tc>
                <a:tc>
                  <a:txBody>
                    <a:bodyPr/>
                    <a:lstStyle/>
                    <a:p>
                      <a:r>
                        <a:rPr lang="es-ES" dirty="0">
                          <a:highlight>
                            <a:srgbClr val="FFFF00"/>
                          </a:highlight>
                        </a:rPr>
                        <a:t>María</a:t>
                      </a:r>
                      <a:endParaRPr lang="es-MX" dirty="0">
                        <a:highlight>
                          <a:srgbClr val="FFFF00"/>
                        </a:highlight>
                      </a:endParaRPr>
                    </a:p>
                  </a:txBody>
                  <a:tcPr/>
                </a:tc>
                <a:tc>
                  <a:txBody>
                    <a:bodyPr/>
                    <a:lstStyle/>
                    <a:p>
                      <a:r>
                        <a:rPr lang="es-ES" dirty="0">
                          <a:highlight>
                            <a:srgbClr val="FFFF00"/>
                          </a:highlight>
                        </a:rPr>
                        <a:t>García</a:t>
                      </a:r>
                      <a:endParaRPr lang="es-MX" dirty="0">
                        <a:highlight>
                          <a:srgbClr val="FFFF00"/>
                        </a:highlight>
                      </a:endParaRPr>
                    </a:p>
                  </a:txBody>
                  <a:tcPr/>
                </a:tc>
                <a:tc>
                  <a:txBody>
                    <a:bodyPr/>
                    <a:lstStyle/>
                    <a:p>
                      <a:r>
                        <a:rPr lang="es-ES" dirty="0">
                          <a:highlight>
                            <a:srgbClr val="FFFF00"/>
                          </a:highlight>
                        </a:rPr>
                        <a:t>34</a:t>
                      </a:r>
                      <a:endParaRPr lang="es-MX" dirty="0">
                        <a:highlight>
                          <a:srgbClr val="FFFF00"/>
                        </a:highlight>
                      </a:endParaRPr>
                    </a:p>
                  </a:txBody>
                  <a:tcPr/>
                </a:tc>
                <a:tc>
                  <a:txBody>
                    <a:bodyPr/>
                    <a:lstStyle/>
                    <a:p>
                      <a:r>
                        <a:rPr lang="es-ES" dirty="0">
                          <a:highlight>
                            <a:srgbClr val="FFFF00"/>
                          </a:highlight>
                        </a:rPr>
                        <a:t>Barcelona</a:t>
                      </a:r>
                      <a:endParaRPr lang="es-MX" dirty="0">
                        <a:highlight>
                          <a:srgbClr val="FFFF00"/>
                        </a:highlight>
                      </a:endParaRPr>
                    </a:p>
                  </a:txBody>
                  <a:tcPr/>
                </a:tc>
                <a:extLst>
                  <a:ext uri="{0D108BD9-81ED-4DB2-BD59-A6C34878D82A}">
                    <a16:rowId xmlns:a16="http://schemas.microsoft.com/office/drawing/2014/main" val="1805615777"/>
                  </a:ext>
                </a:extLst>
              </a:tr>
              <a:tr h="344750">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16</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442692">
                <a:tc>
                  <a:txBody>
                    <a:bodyPr/>
                    <a:lstStyle/>
                    <a:p>
                      <a:r>
                        <a:rPr lang="es-ES" dirty="0">
                          <a:highlight>
                            <a:srgbClr val="FFFF00"/>
                          </a:highlight>
                        </a:rPr>
                        <a:t>4</a:t>
                      </a:r>
                      <a:endParaRPr lang="es-MX" dirty="0">
                        <a:highlight>
                          <a:srgbClr val="FFFF00"/>
                        </a:highlight>
                      </a:endParaRPr>
                    </a:p>
                  </a:txBody>
                  <a:tcPr/>
                </a:tc>
                <a:tc>
                  <a:txBody>
                    <a:bodyPr/>
                    <a:lstStyle/>
                    <a:p>
                      <a:r>
                        <a:rPr lang="es-ES" dirty="0">
                          <a:highlight>
                            <a:srgbClr val="FFFF00"/>
                          </a:highlight>
                        </a:rPr>
                        <a:t>Laura</a:t>
                      </a:r>
                      <a:endParaRPr lang="es-MX" dirty="0">
                        <a:highlight>
                          <a:srgbClr val="FFFF00"/>
                        </a:highlight>
                      </a:endParaRPr>
                    </a:p>
                  </a:txBody>
                  <a:tcPr/>
                </a:tc>
                <a:tc>
                  <a:txBody>
                    <a:bodyPr/>
                    <a:lstStyle/>
                    <a:p>
                      <a:r>
                        <a:rPr lang="es-MX" dirty="0">
                          <a:highlight>
                            <a:srgbClr val="FFFF00"/>
                          </a:highlight>
                        </a:rPr>
                        <a:t>Fernández</a:t>
                      </a: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Sevilla</a:t>
                      </a:r>
                      <a:endParaRPr lang="es-MX" dirty="0">
                        <a:highlight>
                          <a:srgbClr val="FFFF00"/>
                        </a:highlight>
                      </a:endParaRPr>
                    </a:p>
                  </a:txBody>
                  <a:tcPr/>
                </a:tc>
                <a:extLst>
                  <a:ext uri="{0D108BD9-81ED-4DB2-BD59-A6C34878D82A}">
                    <a16:rowId xmlns:a16="http://schemas.microsoft.com/office/drawing/2014/main" val="1343776285"/>
                  </a:ext>
                </a:extLst>
              </a:tr>
              <a:tr h="344750">
                <a:tc>
                  <a:txBody>
                    <a:bodyPr/>
                    <a:lstStyle/>
                    <a:p>
                      <a:r>
                        <a:rPr lang="es-ES" dirty="0">
                          <a:highlight>
                            <a:srgbClr val="FFFF00"/>
                          </a:highlight>
                        </a:rPr>
                        <a:t>5</a:t>
                      </a:r>
                      <a:endParaRPr lang="es-MX" dirty="0">
                        <a:highlight>
                          <a:srgbClr val="FFFF00"/>
                        </a:highlight>
                      </a:endParaRPr>
                    </a:p>
                  </a:txBody>
                  <a:tcPr/>
                </a:tc>
                <a:tc>
                  <a:txBody>
                    <a:bodyPr/>
                    <a:lstStyle/>
                    <a:p>
                      <a:r>
                        <a:rPr lang="es-ES" dirty="0">
                          <a:highlight>
                            <a:srgbClr val="FFFF00"/>
                          </a:highlight>
                        </a:rPr>
                        <a:t>Andrés</a:t>
                      </a:r>
                      <a:endParaRPr lang="es-MX" dirty="0">
                        <a:highlight>
                          <a:srgbClr val="FFFF00"/>
                        </a:highlight>
                      </a:endParaRPr>
                    </a:p>
                  </a:txBody>
                  <a:tcPr/>
                </a:tc>
                <a:tc>
                  <a:txBody>
                    <a:bodyPr/>
                    <a:lstStyle/>
                    <a:p>
                      <a:r>
                        <a:rPr lang="es-ES" dirty="0">
                          <a:highlight>
                            <a:srgbClr val="FFFF00"/>
                          </a:highlight>
                        </a:rPr>
                        <a:t>Sánchez</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graphicFrame>
        <p:nvGraphicFramePr>
          <p:cNvPr id="14" name="Tabla 13">
            <a:extLst>
              <a:ext uri="{FF2B5EF4-FFF2-40B4-BE49-F238E27FC236}">
                <a16:creationId xmlns:a16="http://schemas.microsoft.com/office/drawing/2014/main" id="{9722D931-EBD9-7EF7-E131-6F83AE64BF63}"/>
              </a:ext>
            </a:extLst>
          </p:cNvPr>
          <p:cNvGraphicFramePr>
            <a:graphicFrameLocks noGrp="1"/>
          </p:cNvGraphicFramePr>
          <p:nvPr>
            <p:extLst>
              <p:ext uri="{D42A27DB-BD31-4B8C-83A1-F6EECF244321}">
                <p14:modId xmlns:p14="http://schemas.microsoft.com/office/powerpoint/2010/main" val="698962751"/>
              </p:ext>
            </p:extLst>
          </p:nvPr>
        </p:nvGraphicFramePr>
        <p:xfrm>
          <a:off x="4898319" y="4359121"/>
          <a:ext cx="7020230" cy="2366289"/>
        </p:xfrm>
        <a:graphic>
          <a:graphicData uri="http://schemas.openxmlformats.org/drawingml/2006/table">
            <a:tbl>
              <a:tblPr firstRow="1" bandRow="1">
                <a:tableStyleId>{5C22544A-7EE6-4342-B048-85BDC9FD1C3A}</a:tableStyleId>
              </a:tblPr>
              <a:tblGrid>
                <a:gridCol w="1776624">
                  <a:extLst>
                    <a:ext uri="{9D8B030D-6E8A-4147-A177-3AD203B41FA5}">
                      <a16:colId xmlns:a16="http://schemas.microsoft.com/office/drawing/2014/main" val="1272988732"/>
                    </a:ext>
                  </a:extLst>
                </a:gridCol>
                <a:gridCol w="1309947">
                  <a:extLst>
                    <a:ext uri="{9D8B030D-6E8A-4147-A177-3AD203B41FA5}">
                      <a16:colId xmlns:a16="http://schemas.microsoft.com/office/drawing/2014/main" val="2348856314"/>
                    </a:ext>
                  </a:extLst>
                </a:gridCol>
                <a:gridCol w="1309947">
                  <a:extLst>
                    <a:ext uri="{9D8B030D-6E8A-4147-A177-3AD203B41FA5}">
                      <a16:colId xmlns:a16="http://schemas.microsoft.com/office/drawing/2014/main" val="397937798"/>
                    </a:ext>
                  </a:extLst>
                </a:gridCol>
                <a:gridCol w="1232037">
                  <a:extLst>
                    <a:ext uri="{9D8B030D-6E8A-4147-A177-3AD203B41FA5}">
                      <a16:colId xmlns:a16="http://schemas.microsoft.com/office/drawing/2014/main" val="210104553"/>
                    </a:ext>
                  </a:extLst>
                </a:gridCol>
                <a:gridCol w="1391675">
                  <a:extLst>
                    <a:ext uri="{9D8B030D-6E8A-4147-A177-3AD203B41FA5}">
                      <a16:colId xmlns:a16="http://schemas.microsoft.com/office/drawing/2014/main" val="1080918545"/>
                    </a:ext>
                  </a:extLst>
                </a:gridCol>
              </a:tblGrid>
              <a:tr h="315609">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15609">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395061">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15609">
                <a:tc>
                  <a:txBody>
                    <a:bodyPr/>
                    <a:lstStyle/>
                    <a:p>
                      <a:r>
                        <a:rPr lang="es-ES" dirty="0">
                          <a:highlight>
                            <a:srgbClr val="FFFF00"/>
                          </a:highlight>
                        </a:rPr>
                        <a:t>3</a:t>
                      </a:r>
                      <a:endParaRPr lang="es-MX" dirty="0">
                        <a:highlight>
                          <a:srgbClr val="FFFF00"/>
                        </a:highlight>
                      </a:endParaRPr>
                    </a:p>
                  </a:txBody>
                  <a:tcPr/>
                </a:tc>
                <a:tc>
                  <a:txBody>
                    <a:bodyPr/>
                    <a:lstStyle/>
                    <a:p>
                      <a:r>
                        <a:rPr lang="es-ES" dirty="0">
                          <a:highlight>
                            <a:srgbClr val="FFFF00"/>
                          </a:highlight>
                        </a:rPr>
                        <a:t>Pedro</a:t>
                      </a:r>
                      <a:endParaRPr lang="es-MX" dirty="0">
                        <a:highlight>
                          <a:srgbClr val="FFFF00"/>
                        </a:highlight>
                      </a:endParaRPr>
                    </a:p>
                  </a:txBody>
                  <a:tcPr/>
                </a:tc>
                <a:tc>
                  <a:txBody>
                    <a:bodyPr/>
                    <a:lstStyle/>
                    <a:p>
                      <a:r>
                        <a:rPr lang="es-ES" dirty="0">
                          <a:highlight>
                            <a:srgbClr val="FFFF00"/>
                          </a:highlight>
                        </a:rPr>
                        <a:t>López</a:t>
                      </a:r>
                    </a:p>
                  </a:txBody>
                  <a:tcPr/>
                </a:tc>
                <a:tc>
                  <a:txBody>
                    <a:bodyPr/>
                    <a:lstStyle/>
                    <a:p>
                      <a:r>
                        <a:rPr lang="es-ES" dirty="0">
                          <a:highlight>
                            <a:srgbClr val="FFFF00"/>
                          </a:highlight>
                        </a:rPr>
                        <a:t>16</a:t>
                      </a:r>
                      <a:endParaRPr lang="es-MX" dirty="0">
                        <a:highlight>
                          <a:srgbClr val="FFFF00"/>
                        </a:highlight>
                      </a:endParaRPr>
                    </a:p>
                  </a:txBody>
                  <a:tcPr/>
                </a:tc>
                <a:tc>
                  <a:txBody>
                    <a:bodyPr/>
                    <a:lstStyle/>
                    <a:p>
                      <a:r>
                        <a:rPr lang="es-ES" dirty="0">
                          <a:highlight>
                            <a:srgbClr val="FFFF00"/>
                          </a:highlight>
                        </a:rPr>
                        <a:t>Valencia</a:t>
                      </a:r>
                    </a:p>
                  </a:txBody>
                  <a:tcPr/>
                </a:tc>
                <a:extLst>
                  <a:ext uri="{0D108BD9-81ED-4DB2-BD59-A6C34878D82A}">
                    <a16:rowId xmlns:a16="http://schemas.microsoft.com/office/drawing/2014/main" val="3358495792"/>
                  </a:ext>
                </a:extLst>
              </a:tr>
              <a:tr h="508188">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15609">
                <a:tc>
                  <a:txBody>
                    <a:bodyPr/>
                    <a:lstStyle/>
                    <a:p>
                      <a:r>
                        <a:rPr lang="es-ES" dirty="0">
                          <a:highlight>
                            <a:srgbClr val="FFFF00"/>
                          </a:highlight>
                        </a:rPr>
                        <a:t>5</a:t>
                      </a:r>
                      <a:endParaRPr lang="es-MX" dirty="0">
                        <a:highlight>
                          <a:srgbClr val="FFFF00"/>
                        </a:highlight>
                      </a:endParaRPr>
                    </a:p>
                  </a:txBody>
                  <a:tcPr/>
                </a:tc>
                <a:tc>
                  <a:txBody>
                    <a:bodyPr/>
                    <a:lstStyle/>
                    <a:p>
                      <a:r>
                        <a:rPr lang="es-ES" dirty="0">
                          <a:highlight>
                            <a:srgbClr val="FFFF00"/>
                          </a:highlight>
                        </a:rPr>
                        <a:t>Andrés</a:t>
                      </a:r>
                      <a:endParaRPr lang="es-MX" dirty="0">
                        <a:highlight>
                          <a:srgbClr val="FFFF00"/>
                        </a:highlight>
                      </a:endParaRPr>
                    </a:p>
                  </a:txBody>
                  <a:tcPr/>
                </a:tc>
                <a:tc>
                  <a:txBody>
                    <a:bodyPr/>
                    <a:lstStyle/>
                    <a:p>
                      <a:r>
                        <a:rPr lang="es-ES" dirty="0">
                          <a:highlight>
                            <a:srgbClr val="FFFF00"/>
                          </a:highlight>
                        </a:rPr>
                        <a:t>Sánchez</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sp>
        <p:nvSpPr>
          <p:cNvPr id="16" name="CuadroTexto 15">
            <a:extLst>
              <a:ext uri="{FF2B5EF4-FFF2-40B4-BE49-F238E27FC236}">
                <a16:creationId xmlns:a16="http://schemas.microsoft.com/office/drawing/2014/main" id="{E8DC5934-CEE4-D081-7AAF-F554EF923D67}"/>
              </a:ext>
            </a:extLst>
          </p:cNvPr>
          <p:cNvSpPr txBox="1"/>
          <p:nvPr/>
        </p:nvSpPr>
        <p:spPr>
          <a:xfrm>
            <a:off x="4898319" y="871667"/>
            <a:ext cx="3323491" cy="369332"/>
          </a:xfrm>
          <a:prstGeom prst="rect">
            <a:avLst/>
          </a:prstGeom>
          <a:noFill/>
        </p:spPr>
        <p:txBody>
          <a:bodyPr wrap="square">
            <a:spAutoFit/>
          </a:bodyPr>
          <a:lstStyle/>
          <a:p>
            <a:r>
              <a:rPr lang="es-MX" dirty="0"/>
              <a:t>Tabla clientes</a:t>
            </a:r>
          </a:p>
        </p:txBody>
      </p:sp>
      <p:sp>
        <p:nvSpPr>
          <p:cNvPr id="17" name="CuadroTexto 16">
            <a:extLst>
              <a:ext uri="{FF2B5EF4-FFF2-40B4-BE49-F238E27FC236}">
                <a16:creationId xmlns:a16="http://schemas.microsoft.com/office/drawing/2014/main" id="{D14F9376-51B9-C0FC-F513-AD558F688304}"/>
              </a:ext>
            </a:extLst>
          </p:cNvPr>
          <p:cNvSpPr txBox="1"/>
          <p:nvPr/>
        </p:nvSpPr>
        <p:spPr>
          <a:xfrm>
            <a:off x="4798519" y="3977626"/>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3345475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5A48E-9CF0-CC2D-8D8C-9F136D29FB90}"/>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FFACA77-7DBB-2141-AB5E-94E7D5DE1878}"/>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2F585BBB-8E88-99B5-605B-7D1B04050D31}"/>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2AACBFE2-3E98-7FF4-E28E-FDFFE1755BBC}"/>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3935E9AA-E885-2B39-B682-3BEC9C1F5EF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6" name="Título 1">
            <a:extLst>
              <a:ext uri="{FF2B5EF4-FFF2-40B4-BE49-F238E27FC236}">
                <a16:creationId xmlns:a16="http://schemas.microsoft.com/office/drawing/2014/main" id="{A5FA4465-1E49-A4BC-0BD8-40501F7999D4}"/>
              </a:ext>
            </a:extLst>
          </p:cNvPr>
          <p:cNvSpPr txBox="1">
            <a:spLocks/>
          </p:cNvSpPr>
          <p:nvPr/>
        </p:nvSpPr>
        <p:spPr>
          <a:xfrm>
            <a:off x="3985177" y="231493"/>
            <a:ext cx="3336511" cy="408029"/>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Select con WHERE</a:t>
            </a:r>
          </a:p>
        </p:txBody>
      </p:sp>
      <p:sp>
        <p:nvSpPr>
          <p:cNvPr id="11" name="Título 1">
            <a:extLst>
              <a:ext uri="{FF2B5EF4-FFF2-40B4-BE49-F238E27FC236}">
                <a16:creationId xmlns:a16="http://schemas.microsoft.com/office/drawing/2014/main" id="{B03BA893-C3D4-0B47-B67A-A3489E21B8C2}"/>
              </a:ext>
            </a:extLst>
          </p:cNvPr>
          <p:cNvSpPr txBox="1">
            <a:spLocks/>
          </p:cNvSpPr>
          <p:nvPr/>
        </p:nvSpPr>
        <p:spPr>
          <a:xfrm>
            <a:off x="676784" y="1034153"/>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600" dirty="0" err="1"/>
              <a:t>Where</a:t>
            </a:r>
            <a:r>
              <a:rPr lang="es-MX" sz="1600" dirty="0"/>
              <a:t> &lt;&gt; (No es </a:t>
            </a:r>
            <a:r>
              <a:rPr lang="es-MX" sz="1800" dirty="0"/>
              <a:t>igual</a:t>
            </a:r>
            <a:r>
              <a:rPr lang="es-MX" sz="1600" dirty="0"/>
              <a:t>)</a:t>
            </a:r>
            <a:endParaRPr lang="en-US" sz="1600" dirty="0"/>
          </a:p>
        </p:txBody>
      </p:sp>
      <p:pic>
        <p:nvPicPr>
          <p:cNvPr id="12" name="Imagen 11">
            <a:extLst>
              <a:ext uri="{FF2B5EF4-FFF2-40B4-BE49-F238E27FC236}">
                <a16:creationId xmlns:a16="http://schemas.microsoft.com/office/drawing/2014/main" id="{E522F6FD-02F7-99DE-BD27-D13D8CE788FF}"/>
              </a:ext>
            </a:extLst>
          </p:cNvPr>
          <p:cNvPicPr>
            <a:picLocks noChangeAspect="1"/>
          </p:cNvPicPr>
          <p:nvPr/>
        </p:nvPicPr>
        <p:blipFill>
          <a:blip r:embed="rId4"/>
          <a:srcRect r="56279"/>
          <a:stretch/>
        </p:blipFill>
        <p:spPr>
          <a:xfrm>
            <a:off x="548965" y="2292382"/>
            <a:ext cx="3190622" cy="1630689"/>
          </a:xfrm>
          <a:prstGeom prst="rect">
            <a:avLst/>
          </a:prstGeom>
        </p:spPr>
      </p:pic>
      <p:graphicFrame>
        <p:nvGraphicFramePr>
          <p:cNvPr id="15" name="Tabla 14">
            <a:extLst>
              <a:ext uri="{FF2B5EF4-FFF2-40B4-BE49-F238E27FC236}">
                <a16:creationId xmlns:a16="http://schemas.microsoft.com/office/drawing/2014/main" id="{F31C7F5C-9F34-5B78-ADE6-42985ECAFCE1}"/>
              </a:ext>
            </a:extLst>
          </p:cNvPr>
          <p:cNvGraphicFramePr>
            <a:graphicFrameLocks noGrp="1"/>
          </p:cNvGraphicFramePr>
          <p:nvPr>
            <p:extLst>
              <p:ext uri="{D42A27DB-BD31-4B8C-83A1-F6EECF244321}">
                <p14:modId xmlns:p14="http://schemas.microsoft.com/office/powerpoint/2010/main" val="2838610828"/>
              </p:ext>
            </p:extLst>
          </p:nvPr>
        </p:nvGraphicFramePr>
        <p:xfrm>
          <a:off x="4424515" y="2524594"/>
          <a:ext cx="7305366" cy="2598933"/>
        </p:xfrm>
        <a:graphic>
          <a:graphicData uri="http://schemas.openxmlformats.org/drawingml/2006/table">
            <a:tbl>
              <a:tblPr firstRow="1" bandRow="1">
                <a:tableStyleId>{5C22544A-7EE6-4342-B048-85BDC9FD1C3A}</a:tableStyleId>
              </a:tblPr>
              <a:tblGrid>
                <a:gridCol w="1848784">
                  <a:extLst>
                    <a:ext uri="{9D8B030D-6E8A-4147-A177-3AD203B41FA5}">
                      <a16:colId xmlns:a16="http://schemas.microsoft.com/office/drawing/2014/main" val="1272988732"/>
                    </a:ext>
                  </a:extLst>
                </a:gridCol>
                <a:gridCol w="1363152">
                  <a:extLst>
                    <a:ext uri="{9D8B030D-6E8A-4147-A177-3AD203B41FA5}">
                      <a16:colId xmlns:a16="http://schemas.microsoft.com/office/drawing/2014/main" val="2348856314"/>
                    </a:ext>
                  </a:extLst>
                </a:gridCol>
                <a:gridCol w="1363152">
                  <a:extLst>
                    <a:ext uri="{9D8B030D-6E8A-4147-A177-3AD203B41FA5}">
                      <a16:colId xmlns:a16="http://schemas.microsoft.com/office/drawing/2014/main" val="397937798"/>
                    </a:ext>
                  </a:extLst>
                </a:gridCol>
                <a:gridCol w="1282078">
                  <a:extLst>
                    <a:ext uri="{9D8B030D-6E8A-4147-A177-3AD203B41FA5}">
                      <a16:colId xmlns:a16="http://schemas.microsoft.com/office/drawing/2014/main" val="210104553"/>
                    </a:ext>
                  </a:extLst>
                </a:gridCol>
                <a:gridCol w="1448200">
                  <a:extLst>
                    <a:ext uri="{9D8B030D-6E8A-4147-A177-3AD203B41FA5}">
                      <a16:colId xmlns:a16="http://schemas.microsoft.com/office/drawing/2014/main" val="1080918545"/>
                    </a:ext>
                  </a:extLst>
                </a:gridCol>
              </a:tblGrid>
              <a:tr h="398105">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96582">
                <a:tc>
                  <a:txBody>
                    <a:bodyPr/>
                    <a:lstStyle/>
                    <a:p>
                      <a:r>
                        <a:rPr lang="es-ES" dirty="0">
                          <a:highlight>
                            <a:srgbClr val="FFFF00"/>
                          </a:highlight>
                        </a:rPr>
                        <a:t>1</a:t>
                      </a:r>
                      <a:endParaRPr lang="es-MX" dirty="0">
                        <a:highlight>
                          <a:srgbClr val="FFFF00"/>
                        </a:highlight>
                      </a:endParaRPr>
                    </a:p>
                  </a:txBody>
                  <a:tcPr/>
                </a:tc>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P</a:t>
                      </a:r>
                      <a:r>
                        <a:rPr lang="es-MX" dirty="0" err="1">
                          <a:highlight>
                            <a:srgbClr val="FFFF00"/>
                          </a:highlight>
                        </a:rPr>
                        <a:t>érez</a:t>
                      </a:r>
                      <a:endParaRPr lang="es-MX" dirty="0">
                        <a:highlight>
                          <a:srgbClr val="FFFF00"/>
                        </a:highlight>
                      </a:endParaRPr>
                    </a:p>
                  </a:txBody>
                  <a:tcPr/>
                </a:tc>
                <a:tc>
                  <a:txBody>
                    <a:bodyPr/>
                    <a:lstStyle/>
                    <a:p>
                      <a:r>
                        <a:rPr lang="es-ES" dirty="0">
                          <a:highlight>
                            <a:srgbClr val="FFFF00"/>
                          </a:highlight>
                        </a:rPr>
                        <a:t>29</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501833">
                <a:tc>
                  <a:txBody>
                    <a:bodyPr/>
                    <a:lstStyle/>
                    <a:p>
                      <a:r>
                        <a:rPr lang="es-ES" dirty="0">
                          <a:highlight>
                            <a:srgbClr val="FFFF00"/>
                          </a:highlight>
                        </a:rPr>
                        <a:t>2</a:t>
                      </a:r>
                      <a:endParaRPr lang="es-MX" dirty="0">
                        <a:highlight>
                          <a:srgbClr val="FFFF00"/>
                        </a:highlight>
                      </a:endParaRPr>
                    </a:p>
                  </a:txBody>
                  <a:tcPr/>
                </a:tc>
                <a:tc>
                  <a:txBody>
                    <a:bodyPr/>
                    <a:lstStyle/>
                    <a:p>
                      <a:r>
                        <a:rPr lang="es-ES" dirty="0">
                          <a:highlight>
                            <a:srgbClr val="FFFF00"/>
                          </a:highlight>
                        </a:rPr>
                        <a:t>María</a:t>
                      </a:r>
                      <a:endParaRPr lang="es-MX" dirty="0">
                        <a:highlight>
                          <a:srgbClr val="FFFF00"/>
                        </a:highlight>
                      </a:endParaRPr>
                    </a:p>
                  </a:txBody>
                  <a:tcPr/>
                </a:tc>
                <a:tc>
                  <a:txBody>
                    <a:bodyPr/>
                    <a:lstStyle/>
                    <a:p>
                      <a:r>
                        <a:rPr lang="es-ES" dirty="0">
                          <a:highlight>
                            <a:srgbClr val="FFFF00"/>
                          </a:highlight>
                        </a:rPr>
                        <a:t>García</a:t>
                      </a:r>
                      <a:endParaRPr lang="es-MX" dirty="0">
                        <a:highlight>
                          <a:srgbClr val="FFFF00"/>
                        </a:highlight>
                      </a:endParaRPr>
                    </a:p>
                  </a:txBody>
                  <a:tcPr/>
                </a:tc>
                <a:tc>
                  <a:txBody>
                    <a:bodyPr/>
                    <a:lstStyle/>
                    <a:p>
                      <a:r>
                        <a:rPr lang="es-ES" dirty="0">
                          <a:highlight>
                            <a:srgbClr val="FFFF00"/>
                          </a:highlight>
                        </a:rPr>
                        <a:t>34</a:t>
                      </a:r>
                      <a:endParaRPr lang="es-MX" dirty="0">
                        <a:highlight>
                          <a:srgbClr val="FFFF00"/>
                        </a:highlight>
                      </a:endParaRPr>
                    </a:p>
                  </a:txBody>
                  <a:tcPr/>
                </a:tc>
                <a:tc>
                  <a:txBody>
                    <a:bodyPr/>
                    <a:lstStyle/>
                    <a:p>
                      <a:r>
                        <a:rPr lang="es-ES" dirty="0">
                          <a:highlight>
                            <a:srgbClr val="FFFF00"/>
                          </a:highlight>
                        </a:rPr>
                        <a:t>Barcelona</a:t>
                      </a:r>
                      <a:endParaRPr lang="es-MX" dirty="0">
                        <a:highlight>
                          <a:srgbClr val="FFFF00"/>
                        </a:highlight>
                      </a:endParaRPr>
                    </a:p>
                  </a:txBody>
                  <a:tcPr/>
                </a:tc>
                <a:extLst>
                  <a:ext uri="{0D108BD9-81ED-4DB2-BD59-A6C34878D82A}">
                    <a16:rowId xmlns:a16="http://schemas.microsoft.com/office/drawing/2014/main" val="1805615777"/>
                  </a:ext>
                </a:extLst>
              </a:tr>
              <a:tr h="396582">
                <a:tc>
                  <a:txBody>
                    <a:bodyPr/>
                    <a:lstStyle/>
                    <a:p>
                      <a:r>
                        <a:rPr lang="es-ES" dirty="0">
                          <a:highlight>
                            <a:srgbClr val="FFFF00"/>
                          </a:highlight>
                        </a:rPr>
                        <a:t>3</a:t>
                      </a:r>
                      <a:endParaRPr lang="es-MX" dirty="0">
                        <a:highlight>
                          <a:srgbClr val="FFFF00"/>
                        </a:highlight>
                      </a:endParaRPr>
                    </a:p>
                  </a:txBody>
                  <a:tcPr/>
                </a:tc>
                <a:tc>
                  <a:txBody>
                    <a:bodyPr/>
                    <a:lstStyle/>
                    <a:p>
                      <a:r>
                        <a:rPr lang="es-ES" dirty="0">
                          <a:highlight>
                            <a:srgbClr val="FFFF00"/>
                          </a:highlight>
                        </a:rPr>
                        <a:t>Pedro</a:t>
                      </a:r>
                      <a:endParaRPr lang="es-MX" dirty="0">
                        <a:highlight>
                          <a:srgbClr val="FFFF00"/>
                        </a:highlight>
                      </a:endParaRPr>
                    </a:p>
                  </a:txBody>
                  <a:tcPr/>
                </a:tc>
                <a:tc>
                  <a:txBody>
                    <a:bodyPr/>
                    <a:lstStyle/>
                    <a:p>
                      <a:r>
                        <a:rPr lang="es-ES" dirty="0">
                          <a:highlight>
                            <a:srgbClr val="FFFF00"/>
                          </a:highlight>
                        </a:rPr>
                        <a:t>López</a:t>
                      </a: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Valencia</a:t>
                      </a:r>
                    </a:p>
                  </a:txBody>
                  <a:tcPr/>
                </a:tc>
                <a:extLst>
                  <a:ext uri="{0D108BD9-81ED-4DB2-BD59-A6C34878D82A}">
                    <a16:rowId xmlns:a16="http://schemas.microsoft.com/office/drawing/2014/main" val="3358495792"/>
                  </a:ext>
                </a:extLst>
              </a:tr>
              <a:tr h="509249">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96582">
                <a:tc>
                  <a:txBody>
                    <a:bodyPr/>
                    <a:lstStyle/>
                    <a:p>
                      <a:r>
                        <a:rPr lang="es-ES" dirty="0">
                          <a:highlight>
                            <a:srgbClr val="FFFF00"/>
                          </a:highlight>
                        </a:rPr>
                        <a:t>5</a:t>
                      </a:r>
                      <a:endParaRPr lang="es-MX" dirty="0">
                        <a:highlight>
                          <a:srgbClr val="FFFF00"/>
                        </a:highlight>
                      </a:endParaRPr>
                    </a:p>
                  </a:txBody>
                  <a:tcPr/>
                </a:tc>
                <a:tc>
                  <a:txBody>
                    <a:bodyPr/>
                    <a:lstStyle/>
                    <a:p>
                      <a:r>
                        <a:rPr lang="es-ES" dirty="0">
                          <a:highlight>
                            <a:srgbClr val="FFFF00"/>
                          </a:highlight>
                        </a:rPr>
                        <a:t>Andrés</a:t>
                      </a:r>
                      <a:endParaRPr lang="es-MX" dirty="0">
                        <a:highlight>
                          <a:srgbClr val="FFFF00"/>
                        </a:highlight>
                      </a:endParaRPr>
                    </a:p>
                  </a:txBody>
                  <a:tcPr/>
                </a:tc>
                <a:tc>
                  <a:txBody>
                    <a:bodyPr/>
                    <a:lstStyle/>
                    <a:p>
                      <a:r>
                        <a:rPr lang="es-ES" dirty="0">
                          <a:highlight>
                            <a:srgbClr val="FFFF00"/>
                          </a:highlight>
                        </a:rPr>
                        <a:t>Sánchez</a:t>
                      </a:r>
                      <a:endParaRPr lang="es-MX" dirty="0">
                        <a:highlight>
                          <a:srgbClr val="FFFF00"/>
                        </a:highlight>
                      </a:endParaRPr>
                    </a:p>
                  </a:txBody>
                  <a:tcPr/>
                </a:tc>
                <a:tc>
                  <a:txBody>
                    <a:bodyPr/>
                    <a:lstStyle/>
                    <a:p>
                      <a:r>
                        <a:rPr lang="es-ES" dirty="0">
                          <a:highlight>
                            <a:srgbClr val="FFFF00"/>
                          </a:highlight>
                        </a:rPr>
                        <a:t>40</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sp>
        <p:nvSpPr>
          <p:cNvPr id="16" name="CuadroTexto 15">
            <a:extLst>
              <a:ext uri="{FF2B5EF4-FFF2-40B4-BE49-F238E27FC236}">
                <a16:creationId xmlns:a16="http://schemas.microsoft.com/office/drawing/2014/main" id="{F57F0E69-D935-1333-4970-F75D436C8159}"/>
              </a:ext>
            </a:extLst>
          </p:cNvPr>
          <p:cNvSpPr txBox="1"/>
          <p:nvPr/>
        </p:nvSpPr>
        <p:spPr>
          <a:xfrm>
            <a:off x="4424515" y="2107716"/>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1986384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6AAD-E794-9717-DD0C-D0AB3EE0601C}"/>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F1F5C4E-A869-F9E7-831D-4955FEAFCA71}"/>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2E5FBCF7-AC19-43E0-CFC7-9555A5CB720D}"/>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252E897A-F6BC-14A1-AAEB-FA55F387829F}"/>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9471BC56-F23F-16E4-1DB3-1AB02C0D658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3" name="Título 1">
            <a:extLst>
              <a:ext uri="{FF2B5EF4-FFF2-40B4-BE49-F238E27FC236}">
                <a16:creationId xmlns:a16="http://schemas.microsoft.com/office/drawing/2014/main" id="{3CD5F7BC-37DC-401B-F3DE-26888F832F15}"/>
              </a:ext>
            </a:extLst>
          </p:cNvPr>
          <p:cNvSpPr txBox="1">
            <a:spLocks/>
          </p:cNvSpPr>
          <p:nvPr/>
        </p:nvSpPr>
        <p:spPr>
          <a:xfrm>
            <a:off x="2946778" y="82123"/>
            <a:ext cx="6010409" cy="494696"/>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where con </a:t>
            </a:r>
            <a:r>
              <a:rPr lang="en-US" sz="2000" dirty="0" err="1"/>
              <a:t>operadores</a:t>
            </a:r>
            <a:r>
              <a:rPr lang="en-US" sz="2000" dirty="0"/>
              <a:t> </a:t>
            </a:r>
            <a:r>
              <a:rPr lang="en-US" sz="2000" dirty="0" err="1"/>
              <a:t>logicos</a:t>
            </a:r>
            <a:endParaRPr lang="en-US" sz="2000" dirty="0"/>
          </a:p>
        </p:txBody>
      </p:sp>
      <p:sp>
        <p:nvSpPr>
          <p:cNvPr id="5" name="Título 1">
            <a:extLst>
              <a:ext uri="{FF2B5EF4-FFF2-40B4-BE49-F238E27FC236}">
                <a16:creationId xmlns:a16="http://schemas.microsoft.com/office/drawing/2014/main" id="{CC4422DD-6E62-E100-EE00-BAB766BA4BCB}"/>
              </a:ext>
            </a:extLst>
          </p:cNvPr>
          <p:cNvSpPr txBox="1">
            <a:spLocks/>
          </p:cNvSpPr>
          <p:nvPr/>
        </p:nvSpPr>
        <p:spPr>
          <a:xfrm>
            <a:off x="429876" y="697240"/>
            <a:ext cx="7051522" cy="494695"/>
          </a:xfrm>
          <a:prstGeom prst="rect">
            <a:avLst/>
          </a:prstGeom>
        </p:spPr>
        <p:txBody>
          <a:bodyPr vert="horz" lIns="91440" tIns="45720" rIns="91440" bIns="45720" rtlCol="0" anchor="b">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And (ambas </a:t>
            </a:r>
            <a:r>
              <a:rPr lang="en-US" sz="1800" dirty="0" err="1"/>
              <a:t>condiciones</a:t>
            </a:r>
            <a:r>
              <a:rPr lang="en-US" sz="1800" dirty="0"/>
              <a:t> </a:t>
            </a:r>
            <a:r>
              <a:rPr lang="en-US" sz="1800" dirty="0" err="1"/>
              <a:t>deben</a:t>
            </a:r>
            <a:r>
              <a:rPr lang="en-US" sz="1800" dirty="0"/>
              <a:t> de ser </a:t>
            </a:r>
            <a:r>
              <a:rPr lang="en-US" sz="1800" dirty="0" err="1"/>
              <a:t>verdaderas</a:t>
            </a:r>
            <a:r>
              <a:rPr lang="en-US" sz="1800" dirty="0"/>
              <a:t>)</a:t>
            </a:r>
          </a:p>
        </p:txBody>
      </p:sp>
      <p:pic>
        <p:nvPicPr>
          <p:cNvPr id="8" name="Imagen 7">
            <a:extLst>
              <a:ext uri="{FF2B5EF4-FFF2-40B4-BE49-F238E27FC236}">
                <a16:creationId xmlns:a16="http://schemas.microsoft.com/office/drawing/2014/main" id="{36226B46-9775-B25D-01F1-7E82E217269F}"/>
              </a:ext>
            </a:extLst>
          </p:cNvPr>
          <p:cNvPicPr>
            <a:picLocks noChangeAspect="1"/>
          </p:cNvPicPr>
          <p:nvPr/>
        </p:nvPicPr>
        <p:blipFill>
          <a:blip r:embed="rId4"/>
          <a:srcRect r="34497" b="2101"/>
          <a:stretch/>
        </p:blipFill>
        <p:spPr>
          <a:xfrm>
            <a:off x="508534" y="1741406"/>
            <a:ext cx="3914201" cy="1393992"/>
          </a:xfrm>
          <a:prstGeom prst="rect">
            <a:avLst/>
          </a:prstGeom>
        </p:spPr>
      </p:pic>
      <p:graphicFrame>
        <p:nvGraphicFramePr>
          <p:cNvPr id="10" name="Tabla 9">
            <a:extLst>
              <a:ext uri="{FF2B5EF4-FFF2-40B4-BE49-F238E27FC236}">
                <a16:creationId xmlns:a16="http://schemas.microsoft.com/office/drawing/2014/main" id="{3A5502AC-8857-338B-7C99-707AC16E6297}"/>
              </a:ext>
            </a:extLst>
          </p:cNvPr>
          <p:cNvGraphicFramePr>
            <a:graphicFrameLocks noGrp="1"/>
          </p:cNvGraphicFramePr>
          <p:nvPr>
            <p:extLst>
              <p:ext uri="{D42A27DB-BD31-4B8C-83A1-F6EECF244321}">
                <p14:modId xmlns:p14="http://schemas.microsoft.com/office/powerpoint/2010/main" val="3231314759"/>
              </p:ext>
            </p:extLst>
          </p:nvPr>
        </p:nvGraphicFramePr>
        <p:xfrm>
          <a:off x="7069391" y="1269768"/>
          <a:ext cx="4326195" cy="2431674"/>
        </p:xfrm>
        <a:graphic>
          <a:graphicData uri="http://schemas.openxmlformats.org/drawingml/2006/table">
            <a:tbl>
              <a:tblPr firstRow="1" bandRow="1">
                <a:tableStyleId>{5C22544A-7EE6-4342-B048-85BDC9FD1C3A}</a:tableStyleId>
              </a:tblPr>
              <a:tblGrid>
                <a:gridCol w="1515803">
                  <a:extLst>
                    <a:ext uri="{9D8B030D-6E8A-4147-A177-3AD203B41FA5}">
                      <a16:colId xmlns:a16="http://schemas.microsoft.com/office/drawing/2014/main" val="2348856314"/>
                    </a:ext>
                  </a:extLst>
                </a:gridCol>
                <a:gridCol w="1405196">
                  <a:extLst>
                    <a:ext uri="{9D8B030D-6E8A-4147-A177-3AD203B41FA5}">
                      <a16:colId xmlns:a16="http://schemas.microsoft.com/office/drawing/2014/main" val="210104553"/>
                    </a:ext>
                  </a:extLst>
                </a:gridCol>
                <a:gridCol w="1405196">
                  <a:extLst>
                    <a:ext uri="{9D8B030D-6E8A-4147-A177-3AD203B41FA5}">
                      <a16:colId xmlns:a16="http://schemas.microsoft.com/office/drawing/2014/main" val="1707656424"/>
                    </a:ext>
                  </a:extLst>
                </a:gridCol>
              </a:tblGrid>
              <a:tr h="405279">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05279">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405279">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405279">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405279">
                <a:tc>
                  <a:txBody>
                    <a:bodyPr/>
                    <a:lstStyle/>
                    <a:p>
                      <a:r>
                        <a:rPr lang="es-ES" dirty="0">
                          <a:highlight>
                            <a:srgbClr val="FFFF00"/>
                          </a:highlight>
                        </a:rPr>
                        <a:t>Sofia</a:t>
                      </a:r>
                      <a:endParaRPr lang="es-MX" dirty="0">
                        <a:highlight>
                          <a:srgbClr val="FFFF00"/>
                        </a:highlight>
                      </a:endParaRPr>
                    </a:p>
                  </a:txBody>
                  <a:tcPr/>
                </a:tc>
                <a:tc>
                  <a:txBody>
                    <a:bodyPr/>
                    <a:lstStyle/>
                    <a:p>
                      <a:r>
                        <a:rPr lang="es-ES" dirty="0">
                          <a:highlight>
                            <a:srgbClr val="FFFF00"/>
                          </a:highlight>
                        </a:rPr>
                        <a:t>18</a:t>
                      </a:r>
                      <a:endParaRPr lang="es-MX" dirty="0">
                        <a:highlight>
                          <a:srgbClr val="FFFF00"/>
                        </a:highlight>
                      </a:endParaRPr>
                    </a:p>
                  </a:txBody>
                  <a:tcPr/>
                </a:tc>
                <a:tc>
                  <a:txBody>
                    <a:bodyPr/>
                    <a:lstStyle/>
                    <a:p>
                      <a:r>
                        <a:rPr lang="es-ES" dirty="0">
                          <a:highlight>
                            <a:srgbClr val="FFFF00"/>
                          </a:highlight>
                        </a:rPr>
                        <a:t>Sevilla</a:t>
                      </a:r>
                      <a:endParaRPr lang="es-MX" dirty="0">
                        <a:highlight>
                          <a:srgbClr val="FFFF00"/>
                        </a:highlight>
                      </a:endParaRPr>
                    </a:p>
                  </a:txBody>
                  <a:tcPr/>
                </a:tc>
                <a:extLst>
                  <a:ext uri="{0D108BD9-81ED-4DB2-BD59-A6C34878D82A}">
                    <a16:rowId xmlns:a16="http://schemas.microsoft.com/office/drawing/2014/main" val="1343776285"/>
                  </a:ext>
                </a:extLst>
              </a:tr>
              <a:tr h="405279">
                <a:tc>
                  <a:txBody>
                    <a:bodyPr/>
                    <a:lstStyle/>
                    <a:p>
                      <a:r>
                        <a:rPr lang="es-ES" dirty="0">
                          <a:highlight>
                            <a:srgbClr val="FFFF00"/>
                          </a:highlight>
                        </a:rPr>
                        <a:t>Ana</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sp>
        <p:nvSpPr>
          <p:cNvPr id="13" name="Título 1">
            <a:extLst>
              <a:ext uri="{FF2B5EF4-FFF2-40B4-BE49-F238E27FC236}">
                <a16:creationId xmlns:a16="http://schemas.microsoft.com/office/drawing/2014/main" id="{2A09D0D0-DD07-B883-9FC6-A1A645A9BCF4}"/>
              </a:ext>
            </a:extLst>
          </p:cNvPr>
          <p:cNvSpPr txBox="1">
            <a:spLocks/>
          </p:cNvSpPr>
          <p:nvPr/>
        </p:nvSpPr>
        <p:spPr>
          <a:xfrm>
            <a:off x="429876" y="4302405"/>
            <a:ext cx="6639516" cy="369332"/>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Or</a:t>
            </a:r>
            <a:r>
              <a:rPr lang="es-MX" sz="1800" dirty="0"/>
              <a:t>(al menos una condición debe ser verdadera)</a:t>
            </a:r>
            <a:endParaRPr lang="en-US" sz="1800" dirty="0"/>
          </a:p>
        </p:txBody>
      </p:sp>
      <p:pic>
        <p:nvPicPr>
          <p:cNvPr id="14" name="Imagen 13">
            <a:extLst>
              <a:ext uri="{FF2B5EF4-FFF2-40B4-BE49-F238E27FC236}">
                <a16:creationId xmlns:a16="http://schemas.microsoft.com/office/drawing/2014/main" id="{959E1AAB-0884-4066-D554-B94F1A6E78B2}"/>
              </a:ext>
            </a:extLst>
          </p:cNvPr>
          <p:cNvPicPr>
            <a:picLocks noChangeAspect="1"/>
          </p:cNvPicPr>
          <p:nvPr/>
        </p:nvPicPr>
        <p:blipFill>
          <a:blip r:embed="rId5"/>
          <a:srcRect r="29992"/>
          <a:stretch/>
        </p:blipFill>
        <p:spPr>
          <a:xfrm>
            <a:off x="428182" y="4919941"/>
            <a:ext cx="3527455" cy="1240819"/>
          </a:xfrm>
          <a:prstGeom prst="rect">
            <a:avLst/>
          </a:prstGeom>
        </p:spPr>
      </p:pic>
      <p:graphicFrame>
        <p:nvGraphicFramePr>
          <p:cNvPr id="16" name="Tabla 15">
            <a:extLst>
              <a:ext uri="{FF2B5EF4-FFF2-40B4-BE49-F238E27FC236}">
                <a16:creationId xmlns:a16="http://schemas.microsoft.com/office/drawing/2014/main" id="{3C87E5BF-46F0-6070-4E34-1609B9188209}"/>
              </a:ext>
            </a:extLst>
          </p:cNvPr>
          <p:cNvGraphicFramePr>
            <a:graphicFrameLocks noGrp="1"/>
          </p:cNvGraphicFramePr>
          <p:nvPr>
            <p:extLst>
              <p:ext uri="{D42A27DB-BD31-4B8C-83A1-F6EECF244321}">
                <p14:modId xmlns:p14="http://schemas.microsoft.com/office/powerpoint/2010/main" val="1821519085"/>
              </p:ext>
            </p:extLst>
          </p:nvPr>
        </p:nvGraphicFramePr>
        <p:xfrm>
          <a:off x="7069392" y="4574005"/>
          <a:ext cx="4503176" cy="2194560"/>
        </p:xfrm>
        <a:graphic>
          <a:graphicData uri="http://schemas.openxmlformats.org/drawingml/2006/table">
            <a:tbl>
              <a:tblPr firstRow="1" bandRow="1">
                <a:tableStyleId>{5C22544A-7EE6-4342-B048-85BDC9FD1C3A}</a:tableStyleId>
              </a:tblPr>
              <a:tblGrid>
                <a:gridCol w="1577814">
                  <a:extLst>
                    <a:ext uri="{9D8B030D-6E8A-4147-A177-3AD203B41FA5}">
                      <a16:colId xmlns:a16="http://schemas.microsoft.com/office/drawing/2014/main" val="2348856314"/>
                    </a:ext>
                  </a:extLst>
                </a:gridCol>
                <a:gridCol w="1462681">
                  <a:extLst>
                    <a:ext uri="{9D8B030D-6E8A-4147-A177-3AD203B41FA5}">
                      <a16:colId xmlns:a16="http://schemas.microsoft.com/office/drawing/2014/main" val="210104553"/>
                    </a:ext>
                  </a:extLst>
                </a:gridCol>
                <a:gridCol w="1462681">
                  <a:extLst>
                    <a:ext uri="{9D8B030D-6E8A-4147-A177-3AD203B41FA5}">
                      <a16:colId xmlns:a16="http://schemas.microsoft.com/office/drawing/2014/main" val="2149761159"/>
                    </a:ext>
                  </a:extLst>
                </a:gridCol>
              </a:tblGrid>
              <a:tr h="349472">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49472">
                <a:tc>
                  <a:txBody>
                    <a:bodyPr/>
                    <a:lstStyle/>
                    <a:p>
                      <a:r>
                        <a:rPr lang="es-ES" dirty="0"/>
                        <a:t>Juan</a:t>
                      </a:r>
                      <a:endParaRPr lang="es-MX" dirty="0"/>
                    </a:p>
                  </a:txBody>
                  <a:tcPr/>
                </a:tc>
                <a:tc>
                  <a:txBody>
                    <a:bodyPr/>
                    <a:lstStyle/>
                    <a:p>
                      <a:r>
                        <a:rPr lang="es-ES" dirty="0"/>
                        <a:t>30</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349472">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49472">
                <a:tc>
                  <a:txBody>
                    <a:bodyPr/>
                    <a:lstStyle/>
                    <a:p>
                      <a:r>
                        <a:rPr lang="es-ES" dirty="0">
                          <a:highlight>
                            <a:srgbClr val="FFFF00"/>
                          </a:highlight>
                        </a:rPr>
                        <a:t>Alfredo</a:t>
                      </a:r>
                      <a:endParaRPr lang="es-MX" dirty="0">
                        <a:highlight>
                          <a:srgbClr val="FFFF00"/>
                        </a:highlight>
                      </a:endParaRPr>
                    </a:p>
                  </a:txBody>
                  <a:tcPr/>
                </a:tc>
                <a:tc>
                  <a:txBody>
                    <a:bodyPr/>
                    <a:lstStyle/>
                    <a:p>
                      <a:r>
                        <a:rPr lang="es-ES" dirty="0">
                          <a:highlight>
                            <a:srgbClr val="FFFF00"/>
                          </a:highlight>
                        </a:rPr>
                        <a:t>16</a:t>
                      </a:r>
                      <a:endParaRPr lang="es-MX" dirty="0">
                        <a:highlight>
                          <a:srgbClr val="FFFF00"/>
                        </a:highlight>
                      </a:endParaRPr>
                    </a:p>
                  </a:txBody>
                  <a:tcPr/>
                </a:tc>
                <a:tc>
                  <a:txBody>
                    <a:bodyPr/>
                    <a:lstStyle/>
                    <a:p>
                      <a:r>
                        <a:rPr lang="es-ES" dirty="0">
                          <a:highlight>
                            <a:srgbClr val="FFFF00"/>
                          </a:highlight>
                        </a:rPr>
                        <a:t>Valencia</a:t>
                      </a:r>
                    </a:p>
                  </a:txBody>
                  <a:tcPr/>
                </a:tc>
                <a:extLst>
                  <a:ext uri="{0D108BD9-81ED-4DB2-BD59-A6C34878D82A}">
                    <a16:rowId xmlns:a16="http://schemas.microsoft.com/office/drawing/2014/main" val="3358495792"/>
                  </a:ext>
                </a:extLst>
              </a:tr>
              <a:tr h="349472">
                <a:tc>
                  <a:txBody>
                    <a:bodyPr/>
                    <a:lstStyle/>
                    <a:p>
                      <a:r>
                        <a:rPr lang="es-ES" dirty="0"/>
                        <a:t>Sofia</a:t>
                      </a:r>
                      <a:endParaRPr lang="es-MX" dirty="0"/>
                    </a:p>
                  </a:txBody>
                  <a:tcPr/>
                </a:tc>
                <a:tc>
                  <a:txBody>
                    <a:bodyPr/>
                    <a:lstStyle/>
                    <a:p>
                      <a:r>
                        <a:rPr lang="es-ES" dirty="0"/>
                        <a:t>18</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49472">
                <a:tc>
                  <a:txBody>
                    <a:bodyPr/>
                    <a:lstStyle/>
                    <a:p>
                      <a:r>
                        <a:rPr lang="es-ES" dirty="0"/>
                        <a:t>Ana</a:t>
                      </a:r>
                      <a:endParaRPr lang="es-MX" dirty="0"/>
                    </a:p>
                  </a:txBody>
                  <a:tcPr/>
                </a:tc>
                <a:tc>
                  <a:txBody>
                    <a:bodyPr/>
                    <a:lstStyle/>
                    <a:p>
                      <a:r>
                        <a:rPr lang="es-ES" dirty="0"/>
                        <a:t>25</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7" name="CuadroTexto 16">
            <a:extLst>
              <a:ext uri="{FF2B5EF4-FFF2-40B4-BE49-F238E27FC236}">
                <a16:creationId xmlns:a16="http://schemas.microsoft.com/office/drawing/2014/main" id="{CF0F1D7D-6C2F-3854-27AC-70F86163AD43}"/>
              </a:ext>
            </a:extLst>
          </p:cNvPr>
          <p:cNvSpPr txBox="1"/>
          <p:nvPr/>
        </p:nvSpPr>
        <p:spPr>
          <a:xfrm>
            <a:off x="6991112" y="912672"/>
            <a:ext cx="3323491" cy="369332"/>
          </a:xfrm>
          <a:prstGeom prst="rect">
            <a:avLst/>
          </a:prstGeom>
          <a:noFill/>
        </p:spPr>
        <p:txBody>
          <a:bodyPr wrap="square">
            <a:spAutoFit/>
          </a:bodyPr>
          <a:lstStyle/>
          <a:p>
            <a:r>
              <a:rPr lang="es-MX" dirty="0"/>
              <a:t>Tabla clientes</a:t>
            </a:r>
          </a:p>
        </p:txBody>
      </p:sp>
      <p:sp>
        <p:nvSpPr>
          <p:cNvPr id="18" name="CuadroTexto 17">
            <a:extLst>
              <a:ext uri="{FF2B5EF4-FFF2-40B4-BE49-F238E27FC236}">
                <a16:creationId xmlns:a16="http://schemas.microsoft.com/office/drawing/2014/main" id="{A2FE8074-C577-E0AE-5EF4-102F4C8C9342}"/>
              </a:ext>
            </a:extLst>
          </p:cNvPr>
          <p:cNvSpPr txBox="1"/>
          <p:nvPr/>
        </p:nvSpPr>
        <p:spPr>
          <a:xfrm>
            <a:off x="6991111" y="4152325"/>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2549398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477DE-45D4-D824-C483-2296C6FED83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083F7EA-D56D-9DEC-13C3-BA7BD4FE05A0}"/>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31346A37-B81A-3824-6E87-1E1E9FFC720C}"/>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B87CD2CE-EF4C-7DB1-32F3-90E45D02621F}"/>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76D7F0D0-29C4-B2C9-4886-4A03204D337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3" name="Título 1">
            <a:extLst>
              <a:ext uri="{FF2B5EF4-FFF2-40B4-BE49-F238E27FC236}">
                <a16:creationId xmlns:a16="http://schemas.microsoft.com/office/drawing/2014/main" id="{3AB4F492-BB8B-0A7D-C09C-F06B8578EC04}"/>
              </a:ext>
            </a:extLst>
          </p:cNvPr>
          <p:cNvSpPr txBox="1">
            <a:spLocks/>
          </p:cNvSpPr>
          <p:nvPr/>
        </p:nvSpPr>
        <p:spPr>
          <a:xfrm>
            <a:off x="2946778" y="82123"/>
            <a:ext cx="6010409" cy="494696"/>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where con </a:t>
            </a:r>
            <a:r>
              <a:rPr lang="en-US" sz="2000" dirty="0" err="1"/>
              <a:t>operadores</a:t>
            </a:r>
            <a:r>
              <a:rPr lang="en-US" sz="2000" dirty="0"/>
              <a:t> </a:t>
            </a:r>
            <a:r>
              <a:rPr lang="en-US" sz="2000" dirty="0" err="1"/>
              <a:t>logicos</a:t>
            </a:r>
            <a:endParaRPr lang="en-US" sz="2000" dirty="0"/>
          </a:p>
        </p:txBody>
      </p:sp>
      <p:sp>
        <p:nvSpPr>
          <p:cNvPr id="6" name="Título 1">
            <a:extLst>
              <a:ext uri="{FF2B5EF4-FFF2-40B4-BE49-F238E27FC236}">
                <a16:creationId xmlns:a16="http://schemas.microsoft.com/office/drawing/2014/main" id="{F812401B-76CC-F3D9-C178-F6BEFEE5C272}"/>
              </a:ext>
            </a:extLst>
          </p:cNvPr>
          <p:cNvSpPr txBox="1">
            <a:spLocks/>
          </p:cNvSpPr>
          <p:nvPr/>
        </p:nvSpPr>
        <p:spPr>
          <a:xfrm>
            <a:off x="735778" y="1016095"/>
            <a:ext cx="3721286"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Not</a:t>
            </a:r>
            <a:r>
              <a:rPr lang="es-MX" sz="1800" dirty="0"/>
              <a:t> (niega la condición )</a:t>
            </a:r>
            <a:endParaRPr lang="en-US" sz="1800" dirty="0"/>
          </a:p>
        </p:txBody>
      </p:sp>
      <p:pic>
        <p:nvPicPr>
          <p:cNvPr id="11" name="Imagen 10">
            <a:extLst>
              <a:ext uri="{FF2B5EF4-FFF2-40B4-BE49-F238E27FC236}">
                <a16:creationId xmlns:a16="http://schemas.microsoft.com/office/drawing/2014/main" id="{D61E07E6-9BFD-B09B-D96E-68868EFB1937}"/>
              </a:ext>
            </a:extLst>
          </p:cNvPr>
          <p:cNvPicPr>
            <a:picLocks noChangeAspect="1"/>
          </p:cNvPicPr>
          <p:nvPr/>
        </p:nvPicPr>
        <p:blipFill>
          <a:blip r:embed="rId4"/>
          <a:srcRect t="45626" r="55939"/>
          <a:stretch/>
        </p:blipFill>
        <p:spPr>
          <a:xfrm>
            <a:off x="735779" y="2060439"/>
            <a:ext cx="3251462" cy="1675819"/>
          </a:xfrm>
          <a:prstGeom prst="rect">
            <a:avLst/>
          </a:prstGeom>
        </p:spPr>
      </p:pic>
      <p:sp>
        <p:nvSpPr>
          <p:cNvPr id="12" name="Título 1">
            <a:extLst>
              <a:ext uri="{FF2B5EF4-FFF2-40B4-BE49-F238E27FC236}">
                <a16:creationId xmlns:a16="http://schemas.microsoft.com/office/drawing/2014/main" id="{5B1AECD9-A7B0-6C06-97A3-BEC41CAF0A9A}"/>
              </a:ext>
            </a:extLst>
          </p:cNvPr>
          <p:cNvSpPr txBox="1">
            <a:spLocks/>
          </p:cNvSpPr>
          <p:nvPr/>
        </p:nvSpPr>
        <p:spPr>
          <a:xfrm>
            <a:off x="839017" y="4973579"/>
            <a:ext cx="3721286" cy="494695"/>
          </a:xfrm>
          <a:prstGeom prst="rect">
            <a:avLst/>
          </a:prstGeom>
        </p:spPr>
        <p:txBody>
          <a:bodyPr vert="horz" lIns="91440" tIns="45720" rIns="91440" bIns="45720" rtlCol="0" anchor="b">
            <a:normAutofit fontScale="90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S</a:t>
            </a:r>
            <a:r>
              <a:rPr lang="es-MX" sz="1800" dirty="0" err="1"/>
              <a:t>elecciona</a:t>
            </a:r>
            <a:r>
              <a:rPr lang="es-MX" sz="1800" dirty="0"/>
              <a:t> todos los registros, cuya edad no sea 30</a:t>
            </a:r>
            <a:endParaRPr lang="en-US" sz="1800" dirty="0"/>
          </a:p>
        </p:txBody>
      </p:sp>
      <p:graphicFrame>
        <p:nvGraphicFramePr>
          <p:cNvPr id="15" name="Tabla 14">
            <a:extLst>
              <a:ext uri="{FF2B5EF4-FFF2-40B4-BE49-F238E27FC236}">
                <a16:creationId xmlns:a16="http://schemas.microsoft.com/office/drawing/2014/main" id="{E6606BBB-009C-8FEB-7F15-C200A290F2DF}"/>
              </a:ext>
            </a:extLst>
          </p:cNvPr>
          <p:cNvGraphicFramePr>
            <a:graphicFrameLocks noGrp="1"/>
          </p:cNvGraphicFramePr>
          <p:nvPr>
            <p:extLst>
              <p:ext uri="{D42A27DB-BD31-4B8C-83A1-F6EECF244321}">
                <p14:modId xmlns:p14="http://schemas.microsoft.com/office/powerpoint/2010/main" val="1583260586"/>
              </p:ext>
            </p:extLst>
          </p:nvPr>
        </p:nvGraphicFramePr>
        <p:xfrm>
          <a:off x="5811241" y="2583583"/>
          <a:ext cx="5716406" cy="2685385"/>
        </p:xfrm>
        <a:graphic>
          <a:graphicData uri="http://schemas.openxmlformats.org/drawingml/2006/table">
            <a:tbl>
              <a:tblPr firstRow="1" bandRow="1">
                <a:tableStyleId>{5C22544A-7EE6-4342-B048-85BDC9FD1C3A}</a:tableStyleId>
              </a:tblPr>
              <a:tblGrid>
                <a:gridCol w="1511840">
                  <a:extLst>
                    <a:ext uri="{9D8B030D-6E8A-4147-A177-3AD203B41FA5}">
                      <a16:colId xmlns:a16="http://schemas.microsoft.com/office/drawing/2014/main" val="2348856314"/>
                    </a:ext>
                  </a:extLst>
                </a:gridCol>
                <a:gridCol w="1254890">
                  <a:extLst>
                    <a:ext uri="{9D8B030D-6E8A-4147-A177-3AD203B41FA5}">
                      <a16:colId xmlns:a16="http://schemas.microsoft.com/office/drawing/2014/main" val="210104553"/>
                    </a:ext>
                  </a:extLst>
                </a:gridCol>
                <a:gridCol w="1548154">
                  <a:extLst>
                    <a:ext uri="{9D8B030D-6E8A-4147-A177-3AD203B41FA5}">
                      <a16:colId xmlns:a16="http://schemas.microsoft.com/office/drawing/2014/main" val="2825893244"/>
                    </a:ext>
                  </a:extLst>
                </a:gridCol>
                <a:gridCol w="1401522">
                  <a:extLst>
                    <a:ext uri="{9D8B030D-6E8A-4147-A177-3AD203B41FA5}">
                      <a16:colId xmlns:a16="http://schemas.microsoft.com/office/drawing/2014/main" val="1643573848"/>
                    </a:ext>
                  </a:extLst>
                </a:gridCol>
              </a:tblGrid>
              <a:tr h="0">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63925">
                <a:tc>
                  <a:txBody>
                    <a:bodyPr/>
                    <a:lstStyle/>
                    <a:p>
                      <a:r>
                        <a:rPr lang="es-ES" dirty="0"/>
                        <a:t>Juan</a:t>
                      </a:r>
                      <a:endParaRPr lang="es-MX" dirty="0"/>
                    </a:p>
                  </a:txBody>
                  <a:tcPr/>
                </a:tc>
                <a:tc>
                  <a:txBody>
                    <a:bodyPr/>
                    <a:lstStyle/>
                    <a:p>
                      <a:r>
                        <a:rPr lang="es-ES" dirty="0"/>
                        <a:t>30</a:t>
                      </a:r>
                      <a:endParaRPr lang="es-MX" dirty="0"/>
                    </a:p>
                  </a:txBody>
                  <a:tcPr/>
                </a:tc>
                <a:tc>
                  <a:txBody>
                    <a:bodyPr/>
                    <a:lstStyle/>
                    <a:p>
                      <a:r>
                        <a:rPr lang="es-ES" dirty="0"/>
                        <a:t>Martinez</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463925">
                <a:tc>
                  <a:txBody>
                    <a:bodyPr/>
                    <a:lstStyle/>
                    <a:p>
                      <a:r>
                        <a:rPr lang="es-ES" dirty="0">
                          <a:highlight>
                            <a:srgbClr val="FFFF00"/>
                          </a:highlight>
                        </a:rPr>
                        <a:t>Andrea</a:t>
                      </a:r>
                      <a:endParaRPr lang="es-MX" dirty="0">
                        <a:highlight>
                          <a:srgbClr val="FFFF00"/>
                        </a:highlight>
                      </a:endParaRPr>
                    </a:p>
                  </a:txBody>
                  <a:tcPr/>
                </a:tc>
                <a:tc>
                  <a:txBody>
                    <a:bodyPr/>
                    <a:lstStyle/>
                    <a:p>
                      <a:r>
                        <a:rPr lang="es-ES" dirty="0">
                          <a:highlight>
                            <a:srgbClr val="FFFF00"/>
                          </a:highlight>
                        </a:rPr>
                        <a:t>34</a:t>
                      </a:r>
                      <a:endParaRPr lang="es-MX" dirty="0">
                        <a:highlight>
                          <a:srgbClr val="FFFF00"/>
                        </a:highlight>
                      </a:endParaRPr>
                    </a:p>
                  </a:txBody>
                  <a:tcPr/>
                </a:tc>
                <a:tc>
                  <a:txBody>
                    <a:bodyPr/>
                    <a:lstStyle/>
                    <a:p>
                      <a:r>
                        <a:rPr lang="es-ES" dirty="0">
                          <a:highlight>
                            <a:srgbClr val="FFFF00"/>
                          </a:highlight>
                        </a:rPr>
                        <a:t>Rosas</a:t>
                      </a:r>
                      <a:endParaRPr lang="es-MX" dirty="0">
                        <a:highlight>
                          <a:srgbClr val="FFFF00"/>
                        </a:highlight>
                      </a:endParaRPr>
                    </a:p>
                  </a:txBody>
                  <a:tcPr/>
                </a:tc>
                <a:tc>
                  <a:txBody>
                    <a:bodyPr/>
                    <a:lstStyle/>
                    <a:p>
                      <a:r>
                        <a:rPr lang="es-ES" dirty="0">
                          <a:highlight>
                            <a:srgbClr val="FFFF00"/>
                          </a:highlight>
                        </a:rPr>
                        <a:t>Barcelona</a:t>
                      </a:r>
                      <a:endParaRPr lang="es-MX" dirty="0">
                        <a:highlight>
                          <a:srgbClr val="FFFF00"/>
                        </a:highlight>
                      </a:endParaRPr>
                    </a:p>
                  </a:txBody>
                  <a:tcPr/>
                </a:tc>
                <a:extLst>
                  <a:ext uri="{0D108BD9-81ED-4DB2-BD59-A6C34878D82A}">
                    <a16:rowId xmlns:a16="http://schemas.microsoft.com/office/drawing/2014/main" val="1805615777"/>
                  </a:ext>
                </a:extLst>
              </a:tr>
              <a:tr h="463925">
                <a:tc>
                  <a:txBody>
                    <a:bodyPr/>
                    <a:lstStyle/>
                    <a:p>
                      <a:r>
                        <a:rPr lang="es-ES" dirty="0">
                          <a:highlight>
                            <a:srgbClr val="FFFF00"/>
                          </a:highlight>
                        </a:rPr>
                        <a:t>Alfredo</a:t>
                      </a:r>
                      <a:endParaRPr lang="es-MX" dirty="0">
                        <a:highlight>
                          <a:srgbClr val="FFFF00"/>
                        </a:highlight>
                      </a:endParaRPr>
                    </a:p>
                  </a:txBody>
                  <a:tcPr/>
                </a:tc>
                <a:tc>
                  <a:txBody>
                    <a:bodyPr/>
                    <a:lstStyle/>
                    <a:p>
                      <a:r>
                        <a:rPr lang="es-ES" dirty="0">
                          <a:highlight>
                            <a:srgbClr val="FFFF00"/>
                          </a:highlight>
                        </a:rPr>
                        <a:t>16</a:t>
                      </a:r>
                      <a:endParaRPr lang="es-MX" dirty="0">
                        <a:highlight>
                          <a:srgbClr val="FFFF00"/>
                        </a:highlight>
                      </a:endParaRPr>
                    </a:p>
                  </a:txBody>
                  <a:tcPr/>
                </a:tc>
                <a:tc>
                  <a:txBody>
                    <a:bodyPr/>
                    <a:lstStyle/>
                    <a:p>
                      <a:r>
                        <a:rPr lang="es-ES" dirty="0">
                          <a:highlight>
                            <a:srgbClr val="FFFF00"/>
                          </a:highlight>
                        </a:rPr>
                        <a:t>Aragon</a:t>
                      </a:r>
                    </a:p>
                  </a:txBody>
                  <a:tcPr/>
                </a:tc>
                <a:tc>
                  <a:txBody>
                    <a:bodyPr/>
                    <a:lstStyle/>
                    <a:p>
                      <a:r>
                        <a:rPr lang="es-ES" dirty="0">
                          <a:highlight>
                            <a:srgbClr val="FFFF00"/>
                          </a:highlight>
                        </a:rPr>
                        <a:t>Valencia</a:t>
                      </a:r>
                    </a:p>
                  </a:txBody>
                  <a:tcPr/>
                </a:tc>
                <a:extLst>
                  <a:ext uri="{0D108BD9-81ED-4DB2-BD59-A6C34878D82A}">
                    <a16:rowId xmlns:a16="http://schemas.microsoft.com/office/drawing/2014/main" val="3358495792"/>
                  </a:ext>
                </a:extLst>
              </a:tr>
              <a:tr h="463925">
                <a:tc>
                  <a:txBody>
                    <a:bodyPr/>
                    <a:lstStyle/>
                    <a:p>
                      <a:r>
                        <a:rPr lang="es-ES" dirty="0">
                          <a:highlight>
                            <a:srgbClr val="FFFF00"/>
                          </a:highlight>
                        </a:rPr>
                        <a:t>Sofia</a:t>
                      </a:r>
                      <a:endParaRPr lang="es-MX" dirty="0">
                        <a:highlight>
                          <a:srgbClr val="FFFF00"/>
                        </a:highlight>
                      </a:endParaRPr>
                    </a:p>
                  </a:txBody>
                  <a:tcPr/>
                </a:tc>
                <a:tc>
                  <a:txBody>
                    <a:bodyPr/>
                    <a:lstStyle/>
                    <a:p>
                      <a:r>
                        <a:rPr lang="es-ES" dirty="0">
                          <a:highlight>
                            <a:srgbClr val="FFFF00"/>
                          </a:highlight>
                        </a:rPr>
                        <a:t>18</a:t>
                      </a:r>
                      <a:endParaRPr lang="es-MX" dirty="0">
                        <a:highlight>
                          <a:srgbClr val="FFFF00"/>
                        </a:highlight>
                      </a:endParaRPr>
                    </a:p>
                  </a:txBody>
                  <a:tcPr/>
                </a:tc>
                <a:tc>
                  <a:txBody>
                    <a:bodyPr/>
                    <a:lstStyle/>
                    <a:p>
                      <a:r>
                        <a:rPr lang="es-ES" dirty="0">
                          <a:highlight>
                            <a:srgbClr val="FFFF00"/>
                          </a:highlight>
                        </a:rPr>
                        <a:t>Hernandez</a:t>
                      </a:r>
                      <a:endParaRPr lang="es-MX" dirty="0">
                        <a:highlight>
                          <a:srgbClr val="FFFF00"/>
                        </a:highlight>
                      </a:endParaRPr>
                    </a:p>
                  </a:txBody>
                  <a:tcPr/>
                </a:tc>
                <a:tc>
                  <a:txBody>
                    <a:bodyPr/>
                    <a:lstStyle/>
                    <a:p>
                      <a:r>
                        <a:rPr lang="es-ES" dirty="0">
                          <a:highlight>
                            <a:srgbClr val="FFFF00"/>
                          </a:highlight>
                        </a:rPr>
                        <a:t>Sevilla</a:t>
                      </a:r>
                      <a:endParaRPr lang="es-MX" dirty="0">
                        <a:highlight>
                          <a:srgbClr val="FFFF00"/>
                        </a:highlight>
                      </a:endParaRPr>
                    </a:p>
                  </a:txBody>
                  <a:tcPr/>
                </a:tc>
                <a:extLst>
                  <a:ext uri="{0D108BD9-81ED-4DB2-BD59-A6C34878D82A}">
                    <a16:rowId xmlns:a16="http://schemas.microsoft.com/office/drawing/2014/main" val="1343776285"/>
                  </a:ext>
                </a:extLst>
              </a:tr>
              <a:tr h="463925">
                <a:tc>
                  <a:txBody>
                    <a:bodyPr/>
                    <a:lstStyle/>
                    <a:p>
                      <a:r>
                        <a:rPr lang="es-ES" dirty="0">
                          <a:highlight>
                            <a:srgbClr val="FFFF00"/>
                          </a:highlight>
                        </a:rPr>
                        <a:t>Ana</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González</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sp>
        <p:nvSpPr>
          <p:cNvPr id="17" name="CuadroTexto 16">
            <a:extLst>
              <a:ext uri="{FF2B5EF4-FFF2-40B4-BE49-F238E27FC236}">
                <a16:creationId xmlns:a16="http://schemas.microsoft.com/office/drawing/2014/main" id="{566B7E9F-4997-12BD-3A27-FC0E14125E43}"/>
              </a:ext>
            </a:extLst>
          </p:cNvPr>
          <p:cNvSpPr txBox="1"/>
          <p:nvPr/>
        </p:nvSpPr>
        <p:spPr>
          <a:xfrm>
            <a:off x="5633696" y="2086145"/>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3898320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97DDD-F14A-0C98-5330-4B3AC61A68C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80CF235-0FB6-4336-C62D-99E153C404C4}"/>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DA8C169C-12E8-1D9B-16AF-9D8570E29296}"/>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4FD2A4A4-9CBE-07CE-6893-7C1B5B163605}"/>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2D741E18-909C-8420-75B6-6C1B9221312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3" name="Título 1">
            <a:extLst>
              <a:ext uri="{FF2B5EF4-FFF2-40B4-BE49-F238E27FC236}">
                <a16:creationId xmlns:a16="http://schemas.microsoft.com/office/drawing/2014/main" id="{265A0597-2B4B-B417-E44E-EE54B284F7F1}"/>
              </a:ext>
            </a:extLst>
          </p:cNvPr>
          <p:cNvSpPr txBox="1">
            <a:spLocks/>
          </p:cNvSpPr>
          <p:nvPr/>
        </p:nvSpPr>
        <p:spPr>
          <a:xfrm>
            <a:off x="2946778" y="82123"/>
            <a:ext cx="6010409" cy="494696"/>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where con </a:t>
            </a:r>
            <a:r>
              <a:rPr lang="en-US" sz="2000" dirty="0" err="1"/>
              <a:t>operadores</a:t>
            </a:r>
            <a:r>
              <a:rPr lang="en-US" sz="2000" dirty="0"/>
              <a:t> </a:t>
            </a:r>
            <a:r>
              <a:rPr lang="en-US" sz="2000" dirty="0" err="1"/>
              <a:t>logicos</a:t>
            </a:r>
            <a:endParaRPr lang="en-US" sz="2000" dirty="0"/>
          </a:p>
        </p:txBody>
      </p:sp>
      <p:sp>
        <p:nvSpPr>
          <p:cNvPr id="5" name="Título 1">
            <a:extLst>
              <a:ext uri="{FF2B5EF4-FFF2-40B4-BE49-F238E27FC236}">
                <a16:creationId xmlns:a16="http://schemas.microsoft.com/office/drawing/2014/main" id="{796725CE-548D-DF20-19DD-55187C9F88DA}"/>
              </a:ext>
            </a:extLst>
          </p:cNvPr>
          <p:cNvSpPr txBox="1">
            <a:spLocks/>
          </p:cNvSpPr>
          <p:nvPr/>
        </p:nvSpPr>
        <p:spPr>
          <a:xfrm>
            <a:off x="539133" y="701040"/>
            <a:ext cx="210574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Where con in</a:t>
            </a:r>
          </a:p>
        </p:txBody>
      </p:sp>
      <p:pic>
        <p:nvPicPr>
          <p:cNvPr id="8" name="Imagen 7">
            <a:extLst>
              <a:ext uri="{FF2B5EF4-FFF2-40B4-BE49-F238E27FC236}">
                <a16:creationId xmlns:a16="http://schemas.microsoft.com/office/drawing/2014/main" id="{6BA52CEB-DAD8-5244-6264-50689B46D513}"/>
              </a:ext>
            </a:extLst>
          </p:cNvPr>
          <p:cNvPicPr>
            <a:picLocks noChangeAspect="1"/>
          </p:cNvPicPr>
          <p:nvPr/>
        </p:nvPicPr>
        <p:blipFill>
          <a:blip r:embed="rId4"/>
          <a:srcRect t="12140" r="29834"/>
          <a:stretch/>
        </p:blipFill>
        <p:spPr>
          <a:xfrm>
            <a:off x="513803" y="1635628"/>
            <a:ext cx="3449270" cy="1253205"/>
          </a:xfrm>
          <a:prstGeom prst="rect">
            <a:avLst/>
          </a:prstGeom>
        </p:spPr>
      </p:pic>
      <p:graphicFrame>
        <p:nvGraphicFramePr>
          <p:cNvPr id="10" name="Tabla 9">
            <a:extLst>
              <a:ext uri="{FF2B5EF4-FFF2-40B4-BE49-F238E27FC236}">
                <a16:creationId xmlns:a16="http://schemas.microsoft.com/office/drawing/2014/main" id="{85327ADE-2734-B81E-577D-CF817036659B}"/>
              </a:ext>
            </a:extLst>
          </p:cNvPr>
          <p:cNvGraphicFramePr>
            <a:graphicFrameLocks noGrp="1"/>
          </p:cNvGraphicFramePr>
          <p:nvPr>
            <p:extLst>
              <p:ext uri="{D42A27DB-BD31-4B8C-83A1-F6EECF244321}">
                <p14:modId xmlns:p14="http://schemas.microsoft.com/office/powerpoint/2010/main" val="2971045676"/>
              </p:ext>
            </p:extLst>
          </p:nvPr>
        </p:nvGraphicFramePr>
        <p:xfrm>
          <a:off x="5091676" y="1428344"/>
          <a:ext cx="6096001" cy="2194560"/>
        </p:xfrm>
        <a:graphic>
          <a:graphicData uri="http://schemas.openxmlformats.org/drawingml/2006/table">
            <a:tbl>
              <a:tblPr firstRow="1" bandRow="1">
                <a:tableStyleId>{5C22544A-7EE6-4342-B048-85BDC9FD1C3A}</a:tableStyleId>
              </a:tblPr>
              <a:tblGrid>
                <a:gridCol w="1612233">
                  <a:extLst>
                    <a:ext uri="{9D8B030D-6E8A-4147-A177-3AD203B41FA5}">
                      <a16:colId xmlns:a16="http://schemas.microsoft.com/office/drawing/2014/main" val="2348856314"/>
                    </a:ext>
                  </a:extLst>
                </a:gridCol>
                <a:gridCol w="1073500">
                  <a:extLst>
                    <a:ext uri="{9D8B030D-6E8A-4147-A177-3AD203B41FA5}">
                      <a16:colId xmlns:a16="http://schemas.microsoft.com/office/drawing/2014/main" val="210104553"/>
                    </a:ext>
                  </a:extLst>
                </a:gridCol>
                <a:gridCol w="1915679">
                  <a:extLst>
                    <a:ext uri="{9D8B030D-6E8A-4147-A177-3AD203B41FA5}">
                      <a16:colId xmlns:a16="http://schemas.microsoft.com/office/drawing/2014/main" val="1770115917"/>
                    </a:ext>
                  </a:extLst>
                </a:gridCol>
                <a:gridCol w="1494589">
                  <a:extLst>
                    <a:ext uri="{9D8B030D-6E8A-4147-A177-3AD203B41FA5}">
                      <a16:colId xmlns:a16="http://schemas.microsoft.com/office/drawing/2014/main" val="938772770"/>
                    </a:ext>
                  </a:extLst>
                </a:gridCol>
              </a:tblGrid>
              <a:tr h="338517">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38517">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Martinez</a:t>
                      </a:r>
                      <a:endParaRPr lang="es-MX" dirty="0">
                        <a:highlight>
                          <a:srgbClr val="FFFF00"/>
                        </a:highlight>
                      </a:endParaRPr>
                    </a:p>
                  </a:txBody>
                  <a:tcPr/>
                </a:tc>
                <a:tc>
                  <a:txBody>
                    <a:bodyPr/>
                    <a:lstStyle/>
                    <a:p>
                      <a:r>
                        <a:rPr lang="es-ES" dirty="0"/>
                        <a:t>Madrid</a:t>
                      </a:r>
                    </a:p>
                  </a:txBody>
                  <a:tcPr/>
                </a:tc>
                <a:extLst>
                  <a:ext uri="{0D108BD9-81ED-4DB2-BD59-A6C34878D82A}">
                    <a16:rowId xmlns:a16="http://schemas.microsoft.com/office/drawing/2014/main" val="774062901"/>
                  </a:ext>
                </a:extLst>
              </a:tr>
              <a:tr h="338517">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38517">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r h="338517">
                <a:tc>
                  <a:txBody>
                    <a:bodyPr/>
                    <a:lstStyle/>
                    <a:p>
                      <a:r>
                        <a:rPr lang="es-ES" dirty="0"/>
                        <a:t>Sofia</a:t>
                      </a:r>
                      <a:endParaRPr lang="es-MX" dirty="0"/>
                    </a:p>
                  </a:txBody>
                  <a:tcPr/>
                </a:tc>
                <a:tc>
                  <a:txBody>
                    <a:bodyPr/>
                    <a:lstStyle/>
                    <a:p>
                      <a:r>
                        <a:rPr lang="es-ES" dirty="0"/>
                        <a:t>18</a:t>
                      </a:r>
                      <a:endParaRPr lang="es-MX" dirty="0"/>
                    </a:p>
                  </a:txBody>
                  <a:tcPr/>
                </a:tc>
                <a:tc>
                  <a:txBody>
                    <a:bodyPr/>
                    <a:lstStyle/>
                    <a:p>
                      <a:r>
                        <a:rPr lang="es-ES" dirty="0"/>
                        <a:t>Hernandez</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38517">
                <a:tc>
                  <a:txBody>
                    <a:bodyPr/>
                    <a:lstStyle/>
                    <a:p>
                      <a:r>
                        <a:rPr lang="es-ES" dirty="0">
                          <a:highlight>
                            <a:srgbClr val="FFFF00"/>
                          </a:highlight>
                        </a:rPr>
                        <a:t>Ana</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González</a:t>
                      </a:r>
                      <a:endParaRPr lang="es-MX" dirty="0">
                        <a:highlight>
                          <a:srgbClr val="FFFF00"/>
                        </a:highlight>
                      </a:endParaRPr>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3" name="Título 1">
            <a:extLst>
              <a:ext uri="{FF2B5EF4-FFF2-40B4-BE49-F238E27FC236}">
                <a16:creationId xmlns:a16="http://schemas.microsoft.com/office/drawing/2014/main" id="{88539C90-4BD4-FF31-B1F0-3181574C2AEC}"/>
              </a:ext>
            </a:extLst>
          </p:cNvPr>
          <p:cNvSpPr txBox="1">
            <a:spLocks/>
          </p:cNvSpPr>
          <p:nvPr/>
        </p:nvSpPr>
        <p:spPr>
          <a:xfrm>
            <a:off x="539133" y="3936416"/>
            <a:ext cx="282349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con </a:t>
            </a:r>
            <a:r>
              <a:rPr lang="es-MX" sz="1800" dirty="0" err="1"/>
              <a:t>between</a:t>
            </a:r>
            <a:endParaRPr lang="en-US" sz="1800" dirty="0"/>
          </a:p>
        </p:txBody>
      </p:sp>
      <p:pic>
        <p:nvPicPr>
          <p:cNvPr id="14" name="Imagen 13">
            <a:extLst>
              <a:ext uri="{FF2B5EF4-FFF2-40B4-BE49-F238E27FC236}">
                <a16:creationId xmlns:a16="http://schemas.microsoft.com/office/drawing/2014/main" id="{0E59CC3D-C732-3940-5DEF-036C3029708C}"/>
              </a:ext>
            </a:extLst>
          </p:cNvPr>
          <p:cNvPicPr>
            <a:picLocks noChangeAspect="1"/>
          </p:cNvPicPr>
          <p:nvPr/>
        </p:nvPicPr>
        <p:blipFill>
          <a:blip r:embed="rId5"/>
          <a:srcRect r="35997"/>
          <a:stretch/>
        </p:blipFill>
        <p:spPr>
          <a:xfrm>
            <a:off x="539133" y="4882687"/>
            <a:ext cx="3423940" cy="1274273"/>
          </a:xfrm>
          <a:prstGeom prst="rect">
            <a:avLst/>
          </a:prstGeom>
        </p:spPr>
      </p:pic>
      <p:graphicFrame>
        <p:nvGraphicFramePr>
          <p:cNvPr id="16" name="Tabla 15">
            <a:extLst>
              <a:ext uri="{FF2B5EF4-FFF2-40B4-BE49-F238E27FC236}">
                <a16:creationId xmlns:a16="http://schemas.microsoft.com/office/drawing/2014/main" id="{F861E818-5666-BFC0-9ACC-2BC4773BE690}"/>
              </a:ext>
            </a:extLst>
          </p:cNvPr>
          <p:cNvGraphicFramePr>
            <a:graphicFrameLocks noGrp="1"/>
          </p:cNvGraphicFramePr>
          <p:nvPr>
            <p:extLst>
              <p:ext uri="{D42A27DB-BD31-4B8C-83A1-F6EECF244321}">
                <p14:modId xmlns:p14="http://schemas.microsoft.com/office/powerpoint/2010/main" val="610670925"/>
              </p:ext>
            </p:extLst>
          </p:nvPr>
        </p:nvGraphicFramePr>
        <p:xfrm>
          <a:off x="5106038" y="4468096"/>
          <a:ext cx="5494954" cy="2194777"/>
        </p:xfrm>
        <a:graphic>
          <a:graphicData uri="http://schemas.openxmlformats.org/drawingml/2006/table">
            <a:tbl>
              <a:tblPr firstRow="1" bandRow="1">
                <a:tableStyleId>{5C22544A-7EE6-4342-B048-85BDC9FD1C3A}</a:tableStyleId>
              </a:tblPr>
              <a:tblGrid>
                <a:gridCol w="1335908">
                  <a:extLst>
                    <a:ext uri="{9D8B030D-6E8A-4147-A177-3AD203B41FA5}">
                      <a16:colId xmlns:a16="http://schemas.microsoft.com/office/drawing/2014/main" val="2348856314"/>
                    </a:ext>
                  </a:extLst>
                </a:gridCol>
                <a:gridCol w="1282952">
                  <a:extLst>
                    <a:ext uri="{9D8B030D-6E8A-4147-A177-3AD203B41FA5}">
                      <a16:colId xmlns:a16="http://schemas.microsoft.com/office/drawing/2014/main" val="210104553"/>
                    </a:ext>
                  </a:extLst>
                </a:gridCol>
                <a:gridCol w="1259846">
                  <a:extLst>
                    <a:ext uri="{9D8B030D-6E8A-4147-A177-3AD203B41FA5}">
                      <a16:colId xmlns:a16="http://schemas.microsoft.com/office/drawing/2014/main" val="2847962127"/>
                    </a:ext>
                  </a:extLst>
                </a:gridCol>
                <a:gridCol w="1616248">
                  <a:extLst>
                    <a:ext uri="{9D8B030D-6E8A-4147-A177-3AD203B41FA5}">
                      <a16:colId xmlns:a16="http://schemas.microsoft.com/office/drawing/2014/main" val="1346819311"/>
                    </a:ext>
                  </a:extLst>
                </a:gridCol>
              </a:tblGrid>
              <a:tr h="359859">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solidFill>
                            <a:schemeClr val="tx1"/>
                          </a:solidFill>
                        </a:rPr>
                        <a:t>Ciudad</a:t>
                      </a:r>
                      <a:endParaRPr lang="es-MX" dirty="0">
                        <a:solidFill>
                          <a:schemeClr val="tx1"/>
                        </a:solidFill>
                      </a:endParaRPr>
                    </a:p>
                  </a:txBody>
                  <a:tcPr/>
                </a:tc>
                <a:tc>
                  <a:txBody>
                    <a:bodyPr/>
                    <a:lstStyle/>
                    <a:p>
                      <a:r>
                        <a:rPr lang="es-ES" dirty="0"/>
                        <a:t>apellido</a:t>
                      </a:r>
                      <a:endParaRPr lang="es-MX" dirty="0"/>
                    </a:p>
                  </a:txBody>
                  <a:tcPr/>
                </a:tc>
                <a:extLst>
                  <a:ext uri="{0D108BD9-81ED-4DB2-BD59-A6C34878D82A}">
                    <a16:rowId xmlns:a16="http://schemas.microsoft.com/office/drawing/2014/main" val="3669690173"/>
                  </a:ext>
                </a:extLst>
              </a:tr>
              <a:tr h="359859">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Madrid</a:t>
                      </a:r>
                    </a:p>
                  </a:txBody>
                  <a:tcPr/>
                </a:tc>
                <a:tc>
                  <a:txBody>
                    <a:bodyPr/>
                    <a:lstStyle/>
                    <a:p>
                      <a:r>
                        <a:rPr lang="es-ES" dirty="0">
                          <a:highlight>
                            <a:srgbClr val="FFFF00"/>
                          </a:highlight>
                        </a:rPr>
                        <a:t>Martinez</a:t>
                      </a:r>
                      <a:endParaRPr lang="es-MX" dirty="0">
                        <a:highlight>
                          <a:srgbClr val="FFFF00"/>
                        </a:highlight>
                      </a:endParaRPr>
                    </a:p>
                  </a:txBody>
                  <a:tcPr/>
                </a:tc>
                <a:extLst>
                  <a:ext uri="{0D108BD9-81ED-4DB2-BD59-A6C34878D82A}">
                    <a16:rowId xmlns:a16="http://schemas.microsoft.com/office/drawing/2014/main" val="774062901"/>
                  </a:ext>
                </a:extLst>
              </a:tr>
              <a:tr h="365977">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tc>
                  <a:txBody>
                    <a:bodyPr/>
                    <a:lstStyle/>
                    <a:p>
                      <a:r>
                        <a:rPr lang="es-ES" dirty="0"/>
                        <a:t>Rosas</a:t>
                      </a:r>
                      <a:endParaRPr lang="es-MX" dirty="0"/>
                    </a:p>
                  </a:txBody>
                  <a:tcPr/>
                </a:tc>
                <a:extLst>
                  <a:ext uri="{0D108BD9-81ED-4DB2-BD59-A6C34878D82A}">
                    <a16:rowId xmlns:a16="http://schemas.microsoft.com/office/drawing/2014/main" val="1805615777"/>
                  </a:ext>
                </a:extLst>
              </a:tr>
              <a:tr h="359859">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Valencia</a:t>
                      </a:r>
                    </a:p>
                  </a:txBody>
                  <a:tcPr/>
                </a:tc>
                <a:tc>
                  <a:txBody>
                    <a:bodyPr/>
                    <a:lstStyle/>
                    <a:p>
                      <a:r>
                        <a:rPr lang="es-ES" dirty="0"/>
                        <a:t>Aragon</a:t>
                      </a:r>
                    </a:p>
                  </a:txBody>
                  <a:tcPr/>
                </a:tc>
                <a:extLst>
                  <a:ext uri="{0D108BD9-81ED-4DB2-BD59-A6C34878D82A}">
                    <a16:rowId xmlns:a16="http://schemas.microsoft.com/office/drawing/2014/main" val="3358495792"/>
                  </a:ext>
                </a:extLst>
              </a:tr>
              <a:tr h="359859">
                <a:tc>
                  <a:txBody>
                    <a:bodyPr/>
                    <a:lstStyle/>
                    <a:p>
                      <a:r>
                        <a:rPr lang="es-ES" dirty="0">
                          <a:highlight>
                            <a:srgbClr val="FFFF00"/>
                          </a:highlight>
                        </a:rPr>
                        <a:t>Sofia</a:t>
                      </a:r>
                      <a:endParaRPr lang="es-MX" dirty="0">
                        <a:highlight>
                          <a:srgbClr val="FFFF00"/>
                        </a:highlight>
                      </a:endParaRPr>
                    </a:p>
                  </a:txBody>
                  <a:tcPr/>
                </a:tc>
                <a:tc>
                  <a:txBody>
                    <a:bodyPr/>
                    <a:lstStyle/>
                    <a:p>
                      <a:r>
                        <a:rPr lang="es-ES" dirty="0">
                          <a:highlight>
                            <a:srgbClr val="FFFF00"/>
                          </a:highlight>
                        </a:rPr>
                        <a:t>18</a:t>
                      </a:r>
                      <a:endParaRPr lang="es-MX" dirty="0">
                        <a:highlight>
                          <a:srgbClr val="FFFF00"/>
                        </a:highlight>
                      </a:endParaRPr>
                    </a:p>
                  </a:txBody>
                  <a:tcPr/>
                </a:tc>
                <a:tc>
                  <a:txBody>
                    <a:bodyPr/>
                    <a:lstStyle/>
                    <a:p>
                      <a:r>
                        <a:rPr lang="es-ES" dirty="0">
                          <a:highlight>
                            <a:srgbClr val="FFFF00"/>
                          </a:highlight>
                        </a:rPr>
                        <a:t>Sevilla</a:t>
                      </a:r>
                      <a:endParaRPr lang="es-MX" dirty="0">
                        <a:highlight>
                          <a:srgbClr val="FFFF00"/>
                        </a:highlight>
                      </a:endParaRPr>
                    </a:p>
                  </a:txBody>
                  <a:tcPr/>
                </a:tc>
                <a:tc>
                  <a:txBody>
                    <a:bodyPr/>
                    <a:lstStyle/>
                    <a:p>
                      <a:r>
                        <a:rPr lang="es-ES" dirty="0">
                          <a:highlight>
                            <a:srgbClr val="FFFF00"/>
                          </a:highlight>
                        </a:rPr>
                        <a:t>Hernandez</a:t>
                      </a:r>
                      <a:endParaRPr lang="es-MX" dirty="0">
                        <a:highlight>
                          <a:srgbClr val="FFFF00"/>
                        </a:highlight>
                      </a:endParaRPr>
                    </a:p>
                  </a:txBody>
                  <a:tcPr/>
                </a:tc>
                <a:extLst>
                  <a:ext uri="{0D108BD9-81ED-4DB2-BD59-A6C34878D82A}">
                    <a16:rowId xmlns:a16="http://schemas.microsoft.com/office/drawing/2014/main" val="1343776285"/>
                  </a:ext>
                </a:extLst>
              </a:tr>
              <a:tr h="359859">
                <a:tc>
                  <a:txBody>
                    <a:bodyPr/>
                    <a:lstStyle/>
                    <a:p>
                      <a:r>
                        <a:rPr lang="es-ES" dirty="0">
                          <a:highlight>
                            <a:srgbClr val="FFFF00"/>
                          </a:highlight>
                        </a:rPr>
                        <a:t>Ana</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tc>
                  <a:txBody>
                    <a:bodyPr/>
                    <a:lstStyle/>
                    <a:p>
                      <a:r>
                        <a:rPr lang="es-ES" dirty="0">
                          <a:solidFill>
                            <a:schemeClr val="bg1"/>
                          </a:solidFill>
                          <a:highlight>
                            <a:srgbClr val="FFFF00"/>
                          </a:highlight>
                        </a:rPr>
                        <a:t>González</a:t>
                      </a:r>
                      <a:endParaRPr lang="es-MX" dirty="0">
                        <a:solidFill>
                          <a:schemeClr val="bg1"/>
                        </a:solidFill>
                        <a:highlight>
                          <a:srgbClr val="FFFF00"/>
                        </a:highlight>
                      </a:endParaRPr>
                    </a:p>
                  </a:txBody>
                  <a:tcPr/>
                </a:tc>
                <a:extLst>
                  <a:ext uri="{0D108BD9-81ED-4DB2-BD59-A6C34878D82A}">
                    <a16:rowId xmlns:a16="http://schemas.microsoft.com/office/drawing/2014/main" val="3335725482"/>
                  </a:ext>
                </a:extLst>
              </a:tr>
            </a:tbl>
          </a:graphicData>
        </a:graphic>
      </p:graphicFrame>
      <p:sp>
        <p:nvSpPr>
          <p:cNvPr id="17" name="CuadroTexto 16">
            <a:extLst>
              <a:ext uri="{FF2B5EF4-FFF2-40B4-BE49-F238E27FC236}">
                <a16:creationId xmlns:a16="http://schemas.microsoft.com/office/drawing/2014/main" id="{38C41413-681E-2F9C-D5BA-5F836CEA4410}"/>
              </a:ext>
            </a:extLst>
          </p:cNvPr>
          <p:cNvSpPr txBox="1"/>
          <p:nvPr/>
        </p:nvSpPr>
        <p:spPr>
          <a:xfrm>
            <a:off x="5091676" y="969968"/>
            <a:ext cx="3323491" cy="369332"/>
          </a:xfrm>
          <a:prstGeom prst="rect">
            <a:avLst/>
          </a:prstGeom>
          <a:noFill/>
        </p:spPr>
        <p:txBody>
          <a:bodyPr wrap="square">
            <a:spAutoFit/>
          </a:bodyPr>
          <a:lstStyle/>
          <a:p>
            <a:r>
              <a:rPr lang="es-MX" dirty="0"/>
              <a:t>Tabla clientes</a:t>
            </a:r>
          </a:p>
        </p:txBody>
      </p:sp>
      <p:sp>
        <p:nvSpPr>
          <p:cNvPr id="18" name="CuadroTexto 17">
            <a:extLst>
              <a:ext uri="{FF2B5EF4-FFF2-40B4-BE49-F238E27FC236}">
                <a16:creationId xmlns:a16="http://schemas.microsoft.com/office/drawing/2014/main" id="{605A7ED2-6E5F-95D1-DAA7-4DDC99086584}"/>
              </a:ext>
            </a:extLst>
          </p:cNvPr>
          <p:cNvSpPr txBox="1"/>
          <p:nvPr/>
        </p:nvSpPr>
        <p:spPr>
          <a:xfrm>
            <a:off x="4988437" y="3999097"/>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497510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856BC-18A8-3904-7D4A-B365596D5AD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4B01E6C-B410-B4BC-388C-1645791B9BE6}"/>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34F990F4-4D16-21EE-9666-398B25A6BB07}"/>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A9B37F2C-F1D6-D44C-5D81-9B875C6E6192}"/>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48AE4859-EFF2-9417-5221-5675C58AD50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3" name="Título 1">
            <a:extLst>
              <a:ext uri="{FF2B5EF4-FFF2-40B4-BE49-F238E27FC236}">
                <a16:creationId xmlns:a16="http://schemas.microsoft.com/office/drawing/2014/main" id="{55B57BBF-C782-55E4-D780-83D8F3763E82}"/>
              </a:ext>
            </a:extLst>
          </p:cNvPr>
          <p:cNvSpPr txBox="1">
            <a:spLocks/>
          </p:cNvSpPr>
          <p:nvPr/>
        </p:nvSpPr>
        <p:spPr>
          <a:xfrm>
            <a:off x="2946778" y="82123"/>
            <a:ext cx="6010409" cy="494696"/>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where con </a:t>
            </a:r>
            <a:r>
              <a:rPr lang="en-US" sz="2000" dirty="0" err="1"/>
              <a:t>operadores</a:t>
            </a:r>
            <a:r>
              <a:rPr lang="en-US" sz="2000" dirty="0"/>
              <a:t> </a:t>
            </a:r>
            <a:r>
              <a:rPr lang="en-US" sz="2000" dirty="0" err="1"/>
              <a:t>logicos</a:t>
            </a:r>
            <a:endParaRPr lang="en-US" sz="2000" dirty="0"/>
          </a:p>
        </p:txBody>
      </p:sp>
      <p:sp>
        <p:nvSpPr>
          <p:cNvPr id="6" name="Título 1">
            <a:extLst>
              <a:ext uri="{FF2B5EF4-FFF2-40B4-BE49-F238E27FC236}">
                <a16:creationId xmlns:a16="http://schemas.microsoft.com/office/drawing/2014/main" id="{4B006A4C-66CE-1801-BD78-01E3941E784D}"/>
              </a:ext>
            </a:extLst>
          </p:cNvPr>
          <p:cNvSpPr txBox="1">
            <a:spLocks/>
          </p:cNvSpPr>
          <p:nvPr/>
        </p:nvSpPr>
        <p:spPr>
          <a:xfrm>
            <a:off x="570527" y="736365"/>
            <a:ext cx="213334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con </a:t>
            </a:r>
            <a:r>
              <a:rPr lang="es-MX" sz="1800" dirty="0" err="1"/>
              <a:t>like</a:t>
            </a:r>
            <a:endParaRPr lang="en-US" sz="1800" dirty="0"/>
          </a:p>
        </p:txBody>
      </p:sp>
      <p:pic>
        <p:nvPicPr>
          <p:cNvPr id="11" name="Imagen 10">
            <a:extLst>
              <a:ext uri="{FF2B5EF4-FFF2-40B4-BE49-F238E27FC236}">
                <a16:creationId xmlns:a16="http://schemas.microsoft.com/office/drawing/2014/main" id="{F3D02261-5F1A-4A3D-9450-1365367C8258}"/>
              </a:ext>
            </a:extLst>
          </p:cNvPr>
          <p:cNvPicPr>
            <a:picLocks noChangeAspect="1"/>
          </p:cNvPicPr>
          <p:nvPr/>
        </p:nvPicPr>
        <p:blipFill>
          <a:blip r:embed="rId4"/>
          <a:srcRect t="1" r="33505" b="2853"/>
          <a:stretch/>
        </p:blipFill>
        <p:spPr>
          <a:xfrm>
            <a:off x="491869" y="1766921"/>
            <a:ext cx="3283718" cy="1344647"/>
          </a:xfrm>
          <a:prstGeom prst="rect">
            <a:avLst/>
          </a:prstGeom>
        </p:spPr>
      </p:pic>
      <p:sp>
        <p:nvSpPr>
          <p:cNvPr id="12" name="CuadroTexto 11">
            <a:extLst>
              <a:ext uri="{FF2B5EF4-FFF2-40B4-BE49-F238E27FC236}">
                <a16:creationId xmlns:a16="http://schemas.microsoft.com/office/drawing/2014/main" id="{A6E77852-8545-1759-EC93-C1497E54AFBD}"/>
              </a:ext>
            </a:extLst>
          </p:cNvPr>
          <p:cNvSpPr txBox="1"/>
          <p:nvPr/>
        </p:nvSpPr>
        <p:spPr>
          <a:xfrm>
            <a:off x="226398" y="5119590"/>
            <a:ext cx="6096000" cy="584775"/>
          </a:xfrm>
          <a:prstGeom prst="rect">
            <a:avLst/>
          </a:prstGeom>
          <a:noFill/>
        </p:spPr>
        <p:txBody>
          <a:bodyPr wrap="square">
            <a:spAutoFit/>
          </a:bodyPr>
          <a:lstStyle/>
          <a:p>
            <a:r>
              <a:rPr lang="es-ES" sz="1600" dirty="0"/>
              <a:t>Este comando devolverá todos los clientes cuyo nombre comience con "Juan".</a:t>
            </a:r>
            <a:endParaRPr lang="es-MX" sz="1600" dirty="0"/>
          </a:p>
        </p:txBody>
      </p:sp>
      <p:graphicFrame>
        <p:nvGraphicFramePr>
          <p:cNvPr id="15" name="Tabla 14">
            <a:extLst>
              <a:ext uri="{FF2B5EF4-FFF2-40B4-BE49-F238E27FC236}">
                <a16:creationId xmlns:a16="http://schemas.microsoft.com/office/drawing/2014/main" id="{623450FC-4F45-FD2F-38E0-F1A645CAF304}"/>
              </a:ext>
            </a:extLst>
          </p:cNvPr>
          <p:cNvGraphicFramePr>
            <a:graphicFrameLocks noGrp="1"/>
          </p:cNvGraphicFramePr>
          <p:nvPr>
            <p:extLst>
              <p:ext uri="{D42A27DB-BD31-4B8C-83A1-F6EECF244321}">
                <p14:modId xmlns:p14="http://schemas.microsoft.com/office/powerpoint/2010/main" val="1212018305"/>
              </p:ext>
            </p:extLst>
          </p:nvPr>
        </p:nvGraphicFramePr>
        <p:xfrm>
          <a:off x="5637775" y="1624927"/>
          <a:ext cx="5291651" cy="2783550"/>
        </p:xfrm>
        <a:graphic>
          <a:graphicData uri="http://schemas.openxmlformats.org/drawingml/2006/table">
            <a:tbl>
              <a:tblPr firstRow="1" bandRow="1">
                <a:tableStyleId>{5C22544A-7EE6-4342-B048-85BDC9FD1C3A}</a:tableStyleId>
              </a:tblPr>
              <a:tblGrid>
                <a:gridCol w="1399503">
                  <a:extLst>
                    <a:ext uri="{9D8B030D-6E8A-4147-A177-3AD203B41FA5}">
                      <a16:colId xmlns:a16="http://schemas.microsoft.com/office/drawing/2014/main" val="2348856314"/>
                    </a:ext>
                  </a:extLst>
                </a:gridCol>
                <a:gridCol w="1042125">
                  <a:extLst>
                    <a:ext uri="{9D8B030D-6E8A-4147-A177-3AD203B41FA5}">
                      <a16:colId xmlns:a16="http://schemas.microsoft.com/office/drawing/2014/main" val="210104553"/>
                    </a:ext>
                  </a:extLst>
                </a:gridCol>
                <a:gridCol w="1552640">
                  <a:extLst>
                    <a:ext uri="{9D8B030D-6E8A-4147-A177-3AD203B41FA5}">
                      <a16:colId xmlns:a16="http://schemas.microsoft.com/office/drawing/2014/main" val="3726738742"/>
                    </a:ext>
                  </a:extLst>
                </a:gridCol>
                <a:gridCol w="1297383">
                  <a:extLst>
                    <a:ext uri="{9D8B030D-6E8A-4147-A177-3AD203B41FA5}">
                      <a16:colId xmlns:a16="http://schemas.microsoft.com/office/drawing/2014/main" val="2580991153"/>
                    </a:ext>
                  </a:extLst>
                </a:gridCol>
              </a:tblGrid>
              <a:tr h="463925">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63925">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Martinez</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463925">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463925">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r h="463925">
                <a:tc>
                  <a:txBody>
                    <a:bodyPr/>
                    <a:lstStyle/>
                    <a:p>
                      <a:r>
                        <a:rPr lang="es-ES" dirty="0"/>
                        <a:t>Sofia</a:t>
                      </a:r>
                      <a:endParaRPr lang="es-MX" dirty="0"/>
                    </a:p>
                  </a:txBody>
                  <a:tcPr/>
                </a:tc>
                <a:tc>
                  <a:txBody>
                    <a:bodyPr/>
                    <a:lstStyle/>
                    <a:p>
                      <a:r>
                        <a:rPr lang="es-ES" dirty="0"/>
                        <a:t>18</a:t>
                      </a:r>
                      <a:endParaRPr lang="es-MX" dirty="0"/>
                    </a:p>
                  </a:txBody>
                  <a:tcPr/>
                </a:tc>
                <a:tc>
                  <a:txBody>
                    <a:bodyPr/>
                    <a:lstStyle/>
                    <a:p>
                      <a:r>
                        <a:rPr lang="es-ES" dirty="0"/>
                        <a:t>Hernandez</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463925">
                <a:tc>
                  <a:txBody>
                    <a:bodyPr/>
                    <a:lstStyle/>
                    <a:p>
                      <a:r>
                        <a:rPr lang="es-ES" dirty="0"/>
                        <a:t>Ana</a:t>
                      </a:r>
                      <a:endParaRPr lang="es-MX" dirty="0"/>
                    </a:p>
                  </a:txBody>
                  <a:tcPr/>
                </a:tc>
                <a:tc>
                  <a:txBody>
                    <a:bodyPr/>
                    <a:lstStyle/>
                    <a:p>
                      <a:r>
                        <a:rPr lang="es-ES" dirty="0"/>
                        <a:t>25</a:t>
                      </a:r>
                      <a:endParaRPr lang="es-MX" dirty="0"/>
                    </a:p>
                  </a:txBody>
                  <a:tcPr/>
                </a:tc>
                <a:tc>
                  <a:txBody>
                    <a:bodyPr/>
                    <a:lstStyle/>
                    <a:p>
                      <a:r>
                        <a:rPr lang="es-ES" dirty="0"/>
                        <a:t>González</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7" name="CuadroTexto 16">
            <a:extLst>
              <a:ext uri="{FF2B5EF4-FFF2-40B4-BE49-F238E27FC236}">
                <a16:creationId xmlns:a16="http://schemas.microsoft.com/office/drawing/2014/main" id="{45026731-46C4-F49F-EFBA-141BF887379F}"/>
              </a:ext>
            </a:extLst>
          </p:cNvPr>
          <p:cNvSpPr txBox="1"/>
          <p:nvPr/>
        </p:nvSpPr>
        <p:spPr>
          <a:xfrm>
            <a:off x="5514463" y="1223430"/>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1020556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C8CB0-F758-168A-66A0-56029375AC5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6B11304-FF5F-99A3-0EB7-92D33424C004}"/>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0EB3B91F-B67F-AF5F-1609-C01A454719DB}"/>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685EA1C6-66C1-F7CD-4FD3-5A50F4880786}"/>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ACFD0C71-61FE-3984-1B0E-4E224574034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3" name="Título 1">
            <a:extLst>
              <a:ext uri="{FF2B5EF4-FFF2-40B4-BE49-F238E27FC236}">
                <a16:creationId xmlns:a16="http://schemas.microsoft.com/office/drawing/2014/main" id="{D6DB3EFD-F515-BBC6-E8ED-F971759CF449}"/>
              </a:ext>
            </a:extLst>
          </p:cNvPr>
          <p:cNvSpPr txBox="1">
            <a:spLocks/>
          </p:cNvSpPr>
          <p:nvPr/>
        </p:nvSpPr>
        <p:spPr>
          <a:xfrm>
            <a:off x="2946778" y="82123"/>
            <a:ext cx="6010409" cy="494696"/>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where con </a:t>
            </a:r>
            <a:r>
              <a:rPr lang="en-US" sz="2000" dirty="0" err="1"/>
              <a:t>operadores</a:t>
            </a:r>
            <a:r>
              <a:rPr lang="en-US" sz="2000" dirty="0"/>
              <a:t> </a:t>
            </a:r>
            <a:r>
              <a:rPr lang="en-US" sz="2000" dirty="0" err="1"/>
              <a:t>logicos</a:t>
            </a:r>
            <a:endParaRPr lang="en-US" sz="2000" dirty="0"/>
          </a:p>
        </p:txBody>
      </p:sp>
      <p:sp>
        <p:nvSpPr>
          <p:cNvPr id="5" name="Título 1">
            <a:extLst>
              <a:ext uri="{FF2B5EF4-FFF2-40B4-BE49-F238E27FC236}">
                <a16:creationId xmlns:a16="http://schemas.microsoft.com/office/drawing/2014/main" id="{73037105-0568-9695-F7F6-9568D78563FB}"/>
              </a:ext>
            </a:extLst>
          </p:cNvPr>
          <p:cNvSpPr txBox="1">
            <a:spLocks/>
          </p:cNvSpPr>
          <p:nvPr/>
        </p:nvSpPr>
        <p:spPr>
          <a:xfrm>
            <a:off x="342488" y="779209"/>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err="1"/>
              <a:t>Buscar</a:t>
            </a:r>
            <a:r>
              <a:rPr lang="en-US" sz="1800" dirty="0"/>
              <a:t> </a:t>
            </a:r>
            <a:r>
              <a:rPr lang="en-US" sz="1800" dirty="0" err="1"/>
              <a:t>por</a:t>
            </a:r>
            <a:r>
              <a:rPr lang="en-US" sz="1800" dirty="0"/>
              <a:t> </a:t>
            </a:r>
            <a:r>
              <a:rPr lang="en-US" sz="1800" dirty="0" err="1"/>
              <a:t>apellido</a:t>
            </a:r>
            <a:r>
              <a:rPr lang="en-US" sz="1800" dirty="0"/>
              <a:t> que </a:t>
            </a:r>
            <a:r>
              <a:rPr lang="en-US" sz="1800" dirty="0" err="1"/>
              <a:t>contenga</a:t>
            </a:r>
            <a:endParaRPr lang="en-US" sz="1800" dirty="0"/>
          </a:p>
        </p:txBody>
      </p:sp>
      <p:pic>
        <p:nvPicPr>
          <p:cNvPr id="8" name="Imagen 7">
            <a:extLst>
              <a:ext uri="{FF2B5EF4-FFF2-40B4-BE49-F238E27FC236}">
                <a16:creationId xmlns:a16="http://schemas.microsoft.com/office/drawing/2014/main" id="{319366C6-BB28-983C-C75D-F9E009020B3E}"/>
              </a:ext>
            </a:extLst>
          </p:cNvPr>
          <p:cNvPicPr>
            <a:picLocks noChangeAspect="1"/>
          </p:cNvPicPr>
          <p:nvPr/>
        </p:nvPicPr>
        <p:blipFill>
          <a:blip r:embed="rId4"/>
          <a:srcRect t="-1" r="32423" b="-6171"/>
          <a:stretch/>
        </p:blipFill>
        <p:spPr>
          <a:xfrm>
            <a:off x="342488" y="1500383"/>
            <a:ext cx="3972449" cy="1365269"/>
          </a:xfrm>
          <a:prstGeom prst="rect">
            <a:avLst/>
          </a:prstGeom>
        </p:spPr>
      </p:pic>
      <p:sp>
        <p:nvSpPr>
          <p:cNvPr id="10" name="Título 1">
            <a:extLst>
              <a:ext uri="{FF2B5EF4-FFF2-40B4-BE49-F238E27FC236}">
                <a16:creationId xmlns:a16="http://schemas.microsoft.com/office/drawing/2014/main" id="{D78950CE-2481-1641-2A6A-C7BC0D499C09}"/>
              </a:ext>
            </a:extLst>
          </p:cNvPr>
          <p:cNvSpPr txBox="1">
            <a:spLocks/>
          </p:cNvSpPr>
          <p:nvPr/>
        </p:nvSpPr>
        <p:spPr>
          <a:xfrm>
            <a:off x="283495" y="3250971"/>
            <a:ext cx="5411025" cy="494695"/>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2000" dirty="0"/>
              <a:t>Buscar por nombre que contenga exactamente 4 características</a:t>
            </a:r>
            <a:endParaRPr lang="en-US" sz="2000" dirty="0"/>
          </a:p>
        </p:txBody>
      </p:sp>
      <p:pic>
        <p:nvPicPr>
          <p:cNvPr id="13" name="Imagen 12">
            <a:extLst>
              <a:ext uri="{FF2B5EF4-FFF2-40B4-BE49-F238E27FC236}">
                <a16:creationId xmlns:a16="http://schemas.microsoft.com/office/drawing/2014/main" id="{0DD45D0C-2328-7262-54EF-D5884EB75DBA}"/>
              </a:ext>
            </a:extLst>
          </p:cNvPr>
          <p:cNvPicPr>
            <a:picLocks noChangeAspect="1"/>
          </p:cNvPicPr>
          <p:nvPr/>
        </p:nvPicPr>
        <p:blipFill>
          <a:blip r:embed="rId5"/>
          <a:srcRect r="65673"/>
          <a:stretch/>
        </p:blipFill>
        <p:spPr>
          <a:xfrm>
            <a:off x="283495" y="3965292"/>
            <a:ext cx="2932791" cy="1271135"/>
          </a:xfrm>
          <a:prstGeom prst="rect">
            <a:avLst/>
          </a:prstGeom>
        </p:spPr>
      </p:pic>
      <p:sp>
        <p:nvSpPr>
          <p:cNvPr id="14" name="CuadroTexto 13">
            <a:extLst>
              <a:ext uri="{FF2B5EF4-FFF2-40B4-BE49-F238E27FC236}">
                <a16:creationId xmlns:a16="http://schemas.microsoft.com/office/drawing/2014/main" id="{1977086D-C717-2B5C-01B4-905C5B7CCB0A}"/>
              </a:ext>
            </a:extLst>
          </p:cNvPr>
          <p:cNvSpPr txBox="1"/>
          <p:nvPr/>
        </p:nvSpPr>
        <p:spPr>
          <a:xfrm>
            <a:off x="283495" y="5638242"/>
            <a:ext cx="5556883" cy="584775"/>
          </a:xfrm>
          <a:prstGeom prst="rect">
            <a:avLst/>
          </a:prstGeom>
          <a:noFill/>
        </p:spPr>
        <p:txBody>
          <a:bodyPr wrap="square">
            <a:spAutoFit/>
          </a:bodyPr>
          <a:lstStyle/>
          <a:p>
            <a:r>
              <a:rPr lang="es-ES" sz="1600" dirty="0"/>
              <a:t>Este comando devolverá todos los clientes cuyo nombre tenga exactamente 4 caracteres.</a:t>
            </a:r>
            <a:endParaRPr lang="es-MX" sz="1600" dirty="0"/>
          </a:p>
        </p:txBody>
      </p:sp>
      <p:graphicFrame>
        <p:nvGraphicFramePr>
          <p:cNvPr id="16" name="Tabla 15">
            <a:extLst>
              <a:ext uri="{FF2B5EF4-FFF2-40B4-BE49-F238E27FC236}">
                <a16:creationId xmlns:a16="http://schemas.microsoft.com/office/drawing/2014/main" id="{5E2804CD-01E2-72BC-A6EF-E6E55B52EB04}"/>
              </a:ext>
            </a:extLst>
          </p:cNvPr>
          <p:cNvGraphicFramePr>
            <a:graphicFrameLocks noGrp="1"/>
          </p:cNvGraphicFramePr>
          <p:nvPr>
            <p:extLst>
              <p:ext uri="{D42A27DB-BD31-4B8C-83A1-F6EECF244321}">
                <p14:modId xmlns:p14="http://schemas.microsoft.com/office/powerpoint/2010/main" val="2497219568"/>
              </p:ext>
            </p:extLst>
          </p:nvPr>
        </p:nvGraphicFramePr>
        <p:xfrm>
          <a:off x="5945411" y="1293805"/>
          <a:ext cx="4970206" cy="2362190"/>
        </p:xfrm>
        <a:graphic>
          <a:graphicData uri="http://schemas.openxmlformats.org/drawingml/2006/table">
            <a:tbl>
              <a:tblPr firstRow="1" bandRow="1">
                <a:tableStyleId>{5C22544A-7EE6-4342-B048-85BDC9FD1C3A}</a:tableStyleId>
              </a:tblPr>
              <a:tblGrid>
                <a:gridCol w="1098675">
                  <a:extLst>
                    <a:ext uri="{9D8B030D-6E8A-4147-A177-3AD203B41FA5}">
                      <a16:colId xmlns:a16="http://schemas.microsoft.com/office/drawing/2014/main" val="2348856314"/>
                    </a:ext>
                  </a:extLst>
                </a:gridCol>
                <a:gridCol w="877095">
                  <a:extLst>
                    <a:ext uri="{9D8B030D-6E8A-4147-A177-3AD203B41FA5}">
                      <a16:colId xmlns:a16="http://schemas.microsoft.com/office/drawing/2014/main" val="210104553"/>
                    </a:ext>
                  </a:extLst>
                </a:gridCol>
                <a:gridCol w="1497218">
                  <a:extLst>
                    <a:ext uri="{9D8B030D-6E8A-4147-A177-3AD203B41FA5}">
                      <a16:colId xmlns:a16="http://schemas.microsoft.com/office/drawing/2014/main" val="3223947987"/>
                    </a:ext>
                  </a:extLst>
                </a:gridCol>
                <a:gridCol w="1497218">
                  <a:extLst>
                    <a:ext uri="{9D8B030D-6E8A-4147-A177-3AD203B41FA5}">
                      <a16:colId xmlns:a16="http://schemas.microsoft.com/office/drawing/2014/main" val="4263690819"/>
                    </a:ext>
                  </a:extLst>
                </a:gridCol>
              </a:tblGrid>
              <a:tr h="314799">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99286">
                <a:tc>
                  <a:txBody>
                    <a:bodyPr/>
                    <a:lstStyle/>
                    <a:p>
                      <a:r>
                        <a:rPr lang="es-ES" dirty="0"/>
                        <a:t>Juan</a:t>
                      </a:r>
                      <a:endParaRPr lang="es-MX" dirty="0"/>
                    </a:p>
                  </a:txBody>
                  <a:tcPr/>
                </a:tc>
                <a:tc>
                  <a:txBody>
                    <a:bodyPr/>
                    <a:lstStyle/>
                    <a:p>
                      <a:r>
                        <a:rPr lang="es-ES" dirty="0"/>
                        <a:t>30</a:t>
                      </a:r>
                      <a:endParaRPr lang="es-MX" dirty="0"/>
                    </a:p>
                  </a:txBody>
                  <a:tcPr/>
                </a:tc>
                <a:tc>
                  <a:txBody>
                    <a:bodyPr/>
                    <a:lstStyle/>
                    <a:p>
                      <a:r>
                        <a:rPr lang="es-ES" dirty="0"/>
                        <a:t>Martinez</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399286">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99286">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r h="399286">
                <a:tc>
                  <a:txBody>
                    <a:bodyPr/>
                    <a:lstStyle/>
                    <a:p>
                      <a:r>
                        <a:rPr lang="es-ES" dirty="0"/>
                        <a:t>Sofia</a:t>
                      </a:r>
                      <a:endParaRPr lang="es-MX" dirty="0"/>
                    </a:p>
                  </a:txBody>
                  <a:tcPr/>
                </a:tc>
                <a:tc>
                  <a:txBody>
                    <a:bodyPr/>
                    <a:lstStyle/>
                    <a:p>
                      <a:r>
                        <a:rPr lang="es-ES" dirty="0"/>
                        <a:t>18</a:t>
                      </a:r>
                      <a:endParaRPr lang="es-MX" dirty="0"/>
                    </a:p>
                  </a:txBody>
                  <a:tcPr/>
                </a:tc>
                <a:tc>
                  <a:txBody>
                    <a:bodyPr/>
                    <a:lstStyle/>
                    <a:p>
                      <a:r>
                        <a:rPr lang="es-ES" dirty="0"/>
                        <a:t>Hernandez</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99286">
                <a:tc>
                  <a:txBody>
                    <a:bodyPr/>
                    <a:lstStyle/>
                    <a:p>
                      <a:r>
                        <a:rPr lang="es-ES" dirty="0">
                          <a:highlight>
                            <a:srgbClr val="FFFF00"/>
                          </a:highlight>
                        </a:rPr>
                        <a:t>Ana</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González</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graphicFrame>
        <p:nvGraphicFramePr>
          <p:cNvPr id="17" name="Tabla 16">
            <a:extLst>
              <a:ext uri="{FF2B5EF4-FFF2-40B4-BE49-F238E27FC236}">
                <a16:creationId xmlns:a16="http://schemas.microsoft.com/office/drawing/2014/main" id="{BF047E67-3BE3-6541-7DBD-C249F3F8463E}"/>
              </a:ext>
            </a:extLst>
          </p:cNvPr>
          <p:cNvGraphicFramePr>
            <a:graphicFrameLocks noGrp="1"/>
          </p:cNvGraphicFramePr>
          <p:nvPr>
            <p:extLst>
              <p:ext uri="{D42A27DB-BD31-4B8C-83A1-F6EECF244321}">
                <p14:modId xmlns:p14="http://schemas.microsoft.com/office/powerpoint/2010/main" val="1347171591"/>
              </p:ext>
            </p:extLst>
          </p:nvPr>
        </p:nvGraphicFramePr>
        <p:xfrm>
          <a:off x="6064030" y="4267065"/>
          <a:ext cx="5606343" cy="2362189"/>
        </p:xfrm>
        <a:graphic>
          <a:graphicData uri="http://schemas.openxmlformats.org/drawingml/2006/table">
            <a:tbl>
              <a:tblPr firstRow="1" bandRow="1">
                <a:tableStyleId>{5C22544A-7EE6-4342-B048-85BDC9FD1C3A}</a:tableStyleId>
              </a:tblPr>
              <a:tblGrid>
                <a:gridCol w="1449157">
                  <a:extLst>
                    <a:ext uri="{9D8B030D-6E8A-4147-A177-3AD203B41FA5}">
                      <a16:colId xmlns:a16="http://schemas.microsoft.com/office/drawing/2014/main" val="2348856314"/>
                    </a:ext>
                  </a:extLst>
                </a:gridCol>
                <a:gridCol w="1202815">
                  <a:extLst>
                    <a:ext uri="{9D8B030D-6E8A-4147-A177-3AD203B41FA5}">
                      <a16:colId xmlns:a16="http://schemas.microsoft.com/office/drawing/2014/main" val="210104553"/>
                    </a:ext>
                  </a:extLst>
                </a:gridCol>
                <a:gridCol w="1591753">
                  <a:extLst>
                    <a:ext uri="{9D8B030D-6E8A-4147-A177-3AD203B41FA5}">
                      <a16:colId xmlns:a16="http://schemas.microsoft.com/office/drawing/2014/main" val="3223947987"/>
                    </a:ext>
                  </a:extLst>
                </a:gridCol>
                <a:gridCol w="1362618">
                  <a:extLst>
                    <a:ext uri="{9D8B030D-6E8A-4147-A177-3AD203B41FA5}">
                      <a16:colId xmlns:a16="http://schemas.microsoft.com/office/drawing/2014/main" val="3807882065"/>
                    </a:ext>
                  </a:extLst>
                </a:gridCol>
              </a:tblGrid>
              <a:tr h="370266">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70266">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Martinez</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370266">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70266">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r h="510859">
                <a:tc>
                  <a:txBody>
                    <a:bodyPr/>
                    <a:lstStyle/>
                    <a:p>
                      <a:r>
                        <a:rPr lang="es-ES" dirty="0"/>
                        <a:t>Sofia</a:t>
                      </a:r>
                      <a:endParaRPr lang="es-MX" dirty="0"/>
                    </a:p>
                  </a:txBody>
                  <a:tcPr/>
                </a:tc>
                <a:tc>
                  <a:txBody>
                    <a:bodyPr/>
                    <a:lstStyle/>
                    <a:p>
                      <a:r>
                        <a:rPr lang="es-ES" dirty="0"/>
                        <a:t>18</a:t>
                      </a:r>
                      <a:endParaRPr lang="es-MX" dirty="0"/>
                    </a:p>
                  </a:txBody>
                  <a:tcPr/>
                </a:tc>
                <a:tc>
                  <a:txBody>
                    <a:bodyPr/>
                    <a:lstStyle/>
                    <a:p>
                      <a:r>
                        <a:rPr lang="es-ES" dirty="0"/>
                        <a:t>Hernandez</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70266">
                <a:tc>
                  <a:txBody>
                    <a:bodyPr/>
                    <a:lstStyle/>
                    <a:p>
                      <a:r>
                        <a:rPr lang="es-ES" dirty="0"/>
                        <a:t>Ana</a:t>
                      </a:r>
                      <a:endParaRPr lang="es-MX" dirty="0"/>
                    </a:p>
                  </a:txBody>
                  <a:tcPr/>
                </a:tc>
                <a:tc>
                  <a:txBody>
                    <a:bodyPr/>
                    <a:lstStyle/>
                    <a:p>
                      <a:r>
                        <a:rPr lang="es-ES" dirty="0"/>
                        <a:t>25</a:t>
                      </a:r>
                      <a:endParaRPr lang="es-MX" dirty="0"/>
                    </a:p>
                  </a:txBody>
                  <a:tcPr/>
                </a:tc>
                <a:tc>
                  <a:txBody>
                    <a:bodyPr/>
                    <a:lstStyle/>
                    <a:p>
                      <a:r>
                        <a:rPr lang="es-ES" dirty="0"/>
                        <a:t>González</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8" name="CuadroTexto 17">
            <a:extLst>
              <a:ext uri="{FF2B5EF4-FFF2-40B4-BE49-F238E27FC236}">
                <a16:creationId xmlns:a16="http://schemas.microsoft.com/office/drawing/2014/main" id="{AE7D2404-8B9B-481D-7D80-7246DC77D86E}"/>
              </a:ext>
            </a:extLst>
          </p:cNvPr>
          <p:cNvSpPr txBox="1"/>
          <p:nvPr/>
        </p:nvSpPr>
        <p:spPr>
          <a:xfrm>
            <a:off x="5840378" y="891621"/>
            <a:ext cx="3323491" cy="369332"/>
          </a:xfrm>
          <a:prstGeom prst="rect">
            <a:avLst/>
          </a:prstGeom>
          <a:noFill/>
        </p:spPr>
        <p:txBody>
          <a:bodyPr wrap="square">
            <a:spAutoFit/>
          </a:bodyPr>
          <a:lstStyle/>
          <a:p>
            <a:r>
              <a:rPr lang="es-MX" dirty="0"/>
              <a:t>Tabla clientes</a:t>
            </a:r>
          </a:p>
        </p:txBody>
      </p:sp>
      <p:sp>
        <p:nvSpPr>
          <p:cNvPr id="19" name="CuadroTexto 18">
            <a:extLst>
              <a:ext uri="{FF2B5EF4-FFF2-40B4-BE49-F238E27FC236}">
                <a16:creationId xmlns:a16="http://schemas.microsoft.com/office/drawing/2014/main" id="{3E99AE6F-2BAE-5186-73E5-E89FB519F5CD}"/>
              </a:ext>
            </a:extLst>
          </p:cNvPr>
          <p:cNvSpPr txBox="1"/>
          <p:nvPr/>
        </p:nvSpPr>
        <p:spPr>
          <a:xfrm>
            <a:off x="5867926" y="3856119"/>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3424752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9EADA-AC56-CB74-A681-2607A9C2AD8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7742BF2-1038-FC4F-7C2C-94A5C84ACBFE}"/>
              </a:ext>
            </a:extLst>
          </p:cNvPr>
          <p:cNvSpPr txBox="1"/>
          <p:nvPr/>
        </p:nvSpPr>
        <p:spPr>
          <a:xfrm>
            <a:off x="397908" y="1958038"/>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EF634E9F-BCB2-2776-FBE6-0350C079E425}"/>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10DA4C43-1062-FBFD-F202-A6A22EB8D58E}"/>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7649C8D8-D4A6-9037-2A36-A36A1C54C7D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3" name="Título 1">
            <a:extLst>
              <a:ext uri="{FF2B5EF4-FFF2-40B4-BE49-F238E27FC236}">
                <a16:creationId xmlns:a16="http://schemas.microsoft.com/office/drawing/2014/main" id="{DBB9B233-2E0B-4830-03E1-AD4509F04BE9}"/>
              </a:ext>
            </a:extLst>
          </p:cNvPr>
          <p:cNvSpPr txBox="1">
            <a:spLocks/>
          </p:cNvSpPr>
          <p:nvPr/>
        </p:nvSpPr>
        <p:spPr>
          <a:xfrm>
            <a:off x="2946778" y="82123"/>
            <a:ext cx="6010409" cy="494696"/>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where con </a:t>
            </a:r>
            <a:r>
              <a:rPr lang="en-US" sz="2000" dirty="0" err="1"/>
              <a:t>operadores</a:t>
            </a:r>
            <a:r>
              <a:rPr lang="en-US" sz="2000" dirty="0"/>
              <a:t> </a:t>
            </a:r>
            <a:r>
              <a:rPr lang="en-US" sz="2000" dirty="0" err="1"/>
              <a:t>logicos</a:t>
            </a:r>
            <a:endParaRPr lang="en-US" sz="2000" dirty="0"/>
          </a:p>
        </p:txBody>
      </p:sp>
      <p:sp>
        <p:nvSpPr>
          <p:cNvPr id="6" name="Título 1">
            <a:extLst>
              <a:ext uri="{FF2B5EF4-FFF2-40B4-BE49-F238E27FC236}">
                <a16:creationId xmlns:a16="http://schemas.microsoft.com/office/drawing/2014/main" id="{809CFDF2-597C-6BB1-9867-7D6B94C16C7A}"/>
              </a:ext>
            </a:extLst>
          </p:cNvPr>
          <p:cNvSpPr txBox="1">
            <a:spLocks/>
          </p:cNvSpPr>
          <p:nvPr/>
        </p:nvSpPr>
        <p:spPr>
          <a:xfrm>
            <a:off x="458016" y="775073"/>
            <a:ext cx="249903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Where con is null</a:t>
            </a:r>
          </a:p>
        </p:txBody>
      </p:sp>
      <p:pic>
        <p:nvPicPr>
          <p:cNvPr id="11" name="Imagen 10">
            <a:extLst>
              <a:ext uri="{FF2B5EF4-FFF2-40B4-BE49-F238E27FC236}">
                <a16:creationId xmlns:a16="http://schemas.microsoft.com/office/drawing/2014/main" id="{3F67C015-94D3-F76A-DA3D-98CEE4409C9F}"/>
              </a:ext>
            </a:extLst>
          </p:cNvPr>
          <p:cNvPicPr>
            <a:picLocks noChangeAspect="1"/>
          </p:cNvPicPr>
          <p:nvPr/>
        </p:nvPicPr>
        <p:blipFill>
          <a:blip r:embed="rId4"/>
          <a:srcRect t="12705" r="63994"/>
          <a:stretch/>
        </p:blipFill>
        <p:spPr>
          <a:xfrm>
            <a:off x="458016" y="1456413"/>
            <a:ext cx="2972058" cy="1325852"/>
          </a:xfrm>
          <a:prstGeom prst="rect">
            <a:avLst/>
          </a:prstGeom>
        </p:spPr>
      </p:pic>
      <p:sp>
        <p:nvSpPr>
          <p:cNvPr id="12" name="Rectangle 1">
            <a:extLst>
              <a:ext uri="{FF2B5EF4-FFF2-40B4-BE49-F238E27FC236}">
                <a16:creationId xmlns:a16="http://schemas.microsoft.com/office/drawing/2014/main" id="{D600967C-3B70-D384-CE22-C558981F13CC}"/>
              </a:ext>
            </a:extLst>
          </p:cNvPr>
          <p:cNvSpPr>
            <a:spLocks noChangeArrowheads="1"/>
          </p:cNvSpPr>
          <p:nvPr/>
        </p:nvSpPr>
        <p:spPr bwMode="auto">
          <a:xfrm>
            <a:off x="397908" y="2972507"/>
            <a:ext cx="539955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a:ln>
                  <a:noFill/>
                </a:ln>
                <a:solidFill>
                  <a:schemeClr val="tx1"/>
                </a:solidFill>
                <a:effectLst/>
                <a:latin typeface="Arial" panose="020B0604020202020204" pitchFamily="34" charset="0"/>
              </a:rPr>
              <a:t>Este comando devolverá los clientes cuya edad es desconocida (es decir, tiene un valor </a:t>
            </a:r>
            <a:r>
              <a:rPr kumimoji="0" lang="es-MX" altLang="es-MX" sz="1600" b="0" i="0" u="none" strike="noStrike" cap="none" normalizeH="0" baseline="0" dirty="0">
                <a:ln>
                  <a:noFill/>
                </a:ln>
                <a:solidFill>
                  <a:schemeClr val="tx1"/>
                </a:solidFill>
                <a:effectLst/>
                <a:latin typeface="Arial Unicode MS"/>
              </a:rPr>
              <a:t>NULL</a:t>
            </a:r>
            <a:r>
              <a:rPr kumimoji="0" lang="es-MX" altLang="es-MX" sz="1600" b="0" i="0" u="none" strike="noStrike" cap="none" normalizeH="0" baseline="0" dirty="0">
                <a:ln>
                  <a:noFill/>
                </a:ln>
                <a:solidFill>
                  <a:schemeClr val="tx1"/>
                </a:solidFill>
                <a:effectLst/>
              </a:rPr>
              <a:t> en la columna </a:t>
            </a:r>
            <a:r>
              <a:rPr kumimoji="0" lang="es-MX" altLang="es-MX" sz="1600" b="0" i="0" u="none" strike="noStrike" cap="none" normalizeH="0" baseline="0" dirty="0">
                <a:ln>
                  <a:noFill/>
                </a:ln>
                <a:solidFill>
                  <a:schemeClr val="tx1"/>
                </a:solidFill>
                <a:effectLst/>
                <a:latin typeface="Arial Unicode MS"/>
              </a:rPr>
              <a:t>edad</a:t>
            </a:r>
            <a:r>
              <a:rPr kumimoji="0" lang="es-MX" altLang="es-MX" sz="1600" b="0" i="0" u="none" strike="noStrike" cap="none" normalizeH="0" baseline="0" dirty="0">
                <a:ln>
                  <a:noFill/>
                </a:ln>
                <a:solidFill>
                  <a:schemeClr val="tx1"/>
                </a:solidFill>
                <a:effectLst/>
              </a:rPr>
              <a:t>).</a:t>
            </a:r>
            <a:endParaRPr kumimoji="0" lang="es-MX" altLang="es-MX"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600" b="0" i="0" u="none" strike="noStrike" cap="none" normalizeH="0" baseline="0" dirty="0">
              <a:ln>
                <a:noFill/>
              </a:ln>
              <a:solidFill>
                <a:schemeClr val="tx1"/>
              </a:solidFill>
              <a:effectLst/>
              <a:latin typeface="Arial" panose="020B0604020202020204" pitchFamily="34" charset="0"/>
            </a:endParaRPr>
          </a:p>
        </p:txBody>
      </p:sp>
      <p:sp>
        <p:nvSpPr>
          <p:cNvPr id="15" name="Título 1">
            <a:extLst>
              <a:ext uri="{FF2B5EF4-FFF2-40B4-BE49-F238E27FC236}">
                <a16:creationId xmlns:a16="http://schemas.microsoft.com/office/drawing/2014/main" id="{0A8414BB-74A0-CD91-BA8E-917B47F93230}"/>
              </a:ext>
            </a:extLst>
          </p:cNvPr>
          <p:cNvSpPr txBox="1">
            <a:spLocks/>
          </p:cNvSpPr>
          <p:nvPr/>
        </p:nvSpPr>
        <p:spPr>
          <a:xfrm>
            <a:off x="371511" y="4111964"/>
            <a:ext cx="2830052"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Where</a:t>
            </a:r>
            <a:r>
              <a:rPr lang="es-MX" sz="1800" dirty="0"/>
              <a:t> con </a:t>
            </a:r>
            <a:r>
              <a:rPr lang="es-MX" sz="1800" dirty="0" err="1"/>
              <a:t>is</a:t>
            </a:r>
            <a:r>
              <a:rPr lang="es-MX" sz="1800" dirty="0"/>
              <a:t> </a:t>
            </a:r>
            <a:r>
              <a:rPr lang="es-MX" sz="1800" dirty="0" err="1"/>
              <a:t>not</a:t>
            </a:r>
            <a:r>
              <a:rPr lang="es-MX" sz="1800" dirty="0"/>
              <a:t> </a:t>
            </a:r>
            <a:r>
              <a:rPr lang="es-MX" sz="1800" dirty="0" err="1"/>
              <a:t>null</a:t>
            </a:r>
            <a:endParaRPr lang="en-US" sz="1800" dirty="0"/>
          </a:p>
        </p:txBody>
      </p:sp>
      <p:pic>
        <p:nvPicPr>
          <p:cNvPr id="18" name="Imagen 17">
            <a:extLst>
              <a:ext uri="{FF2B5EF4-FFF2-40B4-BE49-F238E27FC236}">
                <a16:creationId xmlns:a16="http://schemas.microsoft.com/office/drawing/2014/main" id="{B3D13916-1D6B-9266-DDC8-947A240E6D52}"/>
              </a:ext>
            </a:extLst>
          </p:cNvPr>
          <p:cNvPicPr>
            <a:picLocks noChangeAspect="1"/>
          </p:cNvPicPr>
          <p:nvPr/>
        </p:nvPicPr>
        <p:blipFill>
          <a:blip r:embed="rId5"/>
          <a:srcRect r="37387"/>
          <a:stretch/>
        </p:blipFill>
        <p:spPr>
          <a:xfrm>
            <a:off x="448043" y="4681053"/>
            <a:ext cx="2753520" cy="1217808"/>
          </a:xfrm>
          <a:prstGeom prst="rect">
            <a:avLst/>
          </a:prstGeom>
        </p:spPr>
      </p:pic>
      <p:sp>
        <p:nvSpPr>
          <p:cNvPr id="19" name="Rectangle 2">
            <a:extLst>
              <a:ext uri="{FF2B5EF4-FFF2-40B4-BE49-F238E27FC236}">
                <a16:creationId xmlns:a16="http://schemas.microsoft.com/office/drawing/2014/main" id="{1E46E6D7-0B4B-4390-BBD4-8D22510A3918}"/>
              </a:ext>
            </a:extLst>
          </p:cNvPr>
          <p:cNvSpPr>
            <a:spLocks noChangeArrowheads="1"/>
          </p:cNvSpPr>
          <p:nvPr/>
        </p:nvSpPr>
        <p:spPr bwMode="auto">
          <a:xfrm>
            <a:off x="300183" y="6094739"/>
            <a:ext cx="6096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a:ln>
                  <a:noFill/>
                </a:ln>
                <a:solidFill>
                  <a:schemeClr val="tx1"/>
                </a:solidFill>
                <a:effectLst/>
                <a:latin typeface="Arial" panose="020B0604020202020204" pitchFamily="34" charset="0"/>
              </a:rPr>
              <a:t>Este comando devolverá los clientes cuya edad no es </a:t>
            </a:r>
            <a:r>
              <a:rPr kumimoji="0" lang="es-MX" altLang="es-MX" sz="1600" b="0" i="0" u="none" strike="noStrike" cap="none" normalizeH="0" baseline="0" dirty="0">
                <a:ln>
                  <a:noFill/>
                </a:ln>
                <a:solidFill>
                  <a:schemeClr val="tx1"/>
                </a:solidFill>
                <a:effectLst/>
                <a:latin typeface="Arial Unicode MS"/>
              </a:rPr>
              <a:t>NULL</a:t>
            </a:r>
            <a:r>
              <a:rPr kumimoji="0" lang="es-MX" altLang="es-MX" sz="1600" b="0" i="0" u="none" strike="noStrike" cap="none" normalizeH="0" baseline="0" dirty="0">
                <a:ln>
                  <a:noFill/>
                </a:ln>
                <a:solidFill>
                  <a:schemeClr val="tx1"/>
                </a:solidFill>
                <a:effectLst/>
              </a:rPr>
              <a:t>. </a:t>
            </a:r>
            <a:endParaRPr kumimoji="0" lang="es-MX" altLang="es-MX" sz="1600" b="0" i="0" u="none" strike="noStrike" cap="none" normalizeH="0" baseline="0" dirty="0">
              <a:ln>
                <a:noFill/>
              </a:ln>
              <a:solidFill>
                <a:schemeClr val="tx1"/>
              </a:solidFill>
              <a:effectLst/>
              <a:latin typeface="Arial" panose="020B0604020202020204" pitchFamily="34" charset="0"/>
            </a:endParaRPr>
          </a:p>
        </p:txBody>
      </p:sp>
      <p:graphicFrame>
        <p:nvGraphicFramePr>
          <p:cNvPr id="20" name="Tabla 19">
            <a:extLst>
              <a:ext uri="{FF2B5EF4-FFF2-40B4-BE49-F238E27FC236}">
                <a16:creationId xmlns:a16="http://schemas.microsoft.com/office/drawing/2014/main" id="{2483046F-EFF1-88B3-66C2-BBD0B1B9710F}"/>
              </a:ext>
            </a:extLst>
          </p:cNvPr>
          <p:cNvGraphicFramePr>
            <a:graphicFrameLocks noGrp="1"/>
          </p:cNvGraphicFramePr>
          <p:nvPr>
            <p:extLst>
              <p:ext uri="{D42A27DB-BD31-4B8C-83A1-F6EECF244321}">
                <p14:modId xmlns:p14="http://schemas.microsoft.com/office/powerpoint/2010/main" val="1823705556"/>
              </p:ext>
            </p:extLst>
          </p:nvPr>
        </p:nvGraphicFramePr>
        <p:xfrm>
          <a:off x="6890772" y="1276698"/>
          <a:ext cx="4970206" cy="2234418"/>
        </p:xfrm>
        <a:graphic>
          <a:graphicData uri="http://schemas.openxmlformats.org/drawingml/2006/table">
            <a:tbl>
              <a:tblPr firstRow="1" bandRow="1">
                <a:tableStyleId>{5C22544A-7EE6-4342-B048-85BDC9FD1C3A}</a:tableStyleId>
              </a:tblPr>
              <a:tblGrid>
                <a:gridCol w="1098675">
                  <a:extLst>
                    <a:ext uri="{9D8B030D-6E8A-4147-A177-3AD203B41FA5}">
                      <a16:colId xmlns:a16="http://schemas.microsoft.com/office/drawing/2014/main" val="2348856314"/>
                    </a:ext>
                  </a:extLst>
                </a:gridCol>
                <a:gridCol w="877095">
                  <a:extLst>
                    <a:ext uri="{9D8B030D-6E8A-4147-A177-3AD203B41FA5}">
                      <a16:colId xmlns:a16="http://schemas.microsoft.com/office/drawing/2014/main" val="210104553"/>
                    </a:ext>
                  </a:extLst>
                </a:gridCol>
                <a:gridCol w="1497218">
                  <a:extLst>
                    <a:ext uri="{9D8B030D-6E8A-4147-A177-3AD203B41FA5}">
                      <a16:colId xmlns:a16="http://schemas.microsoft.com/office/drawing/2014/main" val="3223947987"/>
                    </a:ext>
                  </a:extLst>
                </a:gridCol>
                <a:gridCol w="1497218">
                  <a:extLst>
                    <a:ext uri="{9D8B030D-6E8A-4147-A177-3AD203B41FA5}">
                      <a16:colId xmlns:a16="http://schemas.microsoft.com/office/drawing/2014/main" val="4263690819"/>
                    </a:ext>
                  </a:extLst>
                </a:gridCol>
              </a:tblGrid>
              <a:tr h="372403">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72403">
                <a:tc>
                  <a:txBody>
                    <a:bodyPr/>
                    <a:lstStyle/>
                    <a:p>
                      <a:r>
                        <a:rPr lang="es-ES" dirty="0">
                          <a:highlight>
                            <a:srgbClr val="FFFF00"/>
                          </a:highlight>
                        </a:rPr>
                        <a:t>Juan</a:t>
                      </a:r>
                      <a:endParaRPr lang="es-MX" dirty="0">
                        <a:highlight>
                          <a:srgbClr val="FFFF00"/>
                        </a:highlight>
                      </a:endParaRPr>
                    </a:p>
                  </a:txBody>
                  <a:tcPr/>
                </a:tc>
                <a:tc>
                  <a:txBody>
                    <a:bodyPr/>
                    <a:lstStyle/>
                    <a:p>
                      <a:r>
                        <a:rPr lang="es-ES" dirty="0" err="1">
                          <a:highlight>
                            <a:srgbClr val="FFFF00"/>
                          </a:highlight>
                        </a:rPr>
                        <a:t>null</a:t>
                      </a:r>
                      <a:endParaRPr lang="es-MX" dirty="0">
                        <a:highlight>
                          <a:srgbClr val="FFFF00"/>
                        </a:highlight>
                      </a:endParaRPr>
                    </a:p>
                  </a:txBody>
                  <a:tcPr/>
                </a:tc>
                <a:tc>
                  <a:txBody>
                    <a:bodyPr/>
                    <a:lstStyle/>
                    <a:p>
                      <a:r>
                        <a:rPr lang="es-ES" dirty="0">
                          <a:highlight>
                            <a:srgbClr val="FFFF00"/>
                          </a:highlight>
                        </a:rPr>
                        <a:t>Martinez</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372403">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372403">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r h="372403">
                <a:tc>
                  <a:txBody>
                    <a:bodyPr/>
                    <a:lstStyle/>
                    <a:p>
                      <a:r>
                        <a:rPr lang="es-ES" dirty="0">
                          <a:highlight>
                            <a:srgbClr val="FFFF00"/>
                          </a:highlight>
                        </a:rPr>
                        <a:t>Sofia</a:t>
                      </a:r>
                      <a:endParaRPr lang="es-MX" dirty="0">
                        <a:highlight>
                          <a:srgbClr val="FFFF00"/>
                        </a:highlight>
                      </a:endParaRPr>
                    </a:p>
                  </a:txBody>
                  <a:tcPr/>
                </a:tc>
                <a:tc>
                  <a:txBody>
                    <a:bodyPr/>
                    <a:lstStyle/>
                    <a:p>
                      <a:r>
                        <a:rPr lang="es-ES" dirty="0" err="1">
                          <a:highlight>
                            <a:srgbClr val="FFFF00"/>
                          </a:highlight>
                        </a:rPr>
                        <a:t>null</a:t>
                      </a:r>
                      <a:endParaRPr lang="es-MX" dirty="0">
                        <a:highlight>
                          <a:srgbClr val="FFFF00"/>
                        </a:highlight>
                      </a:endParaRPr>
                    </a:p>
                  </a:txBody>
                  <a:tcPr/>
                </a:tc>
                <a:tc>
                  <a:txBody>
                    <a:bodyPr/>
                    <a:lstStyle/>
                    <a:p>
                      <a:r>
                        <a:rPr lang="es-ES" dirty="0">
                          <a:highlight>
                            <a:srgbClr val="FFFF00"/>
                          </a:highlight>
                        </a:rPr>
                        <a:t>Hernandez</a:t>
                      </a:r>
                      <a:endParaRPr lang="es-MX" dirty="0">
                        <a:highlight>
                          <a:srgbClr val="FFFF00"/>
                        </a:highlight>
                      </a:endParaRPr>
                    </a:p>
                  </a:txBody>
                  <a:tcPr/>
                </a:tc>
                <a:tc>
                  <a:txBody>
                    <a:bodyPr/>
                    <a:lstStyle/>
                    <a:p>
                      <a:r>
                        <a:rPr lang="es-ES" dirty="0">
                          <a:highlight>
                            <a:srgbClr val="FFFF00"/>
                          </a:highlight>
                        </a:rPr>
                        <a:t>Sevilla</a:t>
                      </a:r>
                      <a:endParaRPr lang="es-MX" dirty="0">
                        <a:highlight>
                          <a:srgbClr val="FFFF00"/>
                        </a:highlight>
                      </a:endParaRPr>
                    </a:p>
                  </a:txBody>
                  <a:tcPr/>
                </a:tc>
                <a:extLst>
                  <a:ext uri="{0D108BD9-81ED-4DB2-BD59-A6C34878D82A}">
                    <a16:rowId xmlns:a16="http://schemas.microsoft.com/office/drawing/2014/main" val="1343776285"/>
                  </a:ext>
                </a:extLst>
              </a:tr>
              <a:tr h="372403">
                <a:tc>
                  <a:txBody>
                    <a:bodyPr/>
                    <a:lstStyle/>
                    <a:p>
                      <a:r>
                        <a:rPr lang="es-ES" dirty="0"/>
                        <a:t>Ana</a:t>
                      </a:r>
                      <a:endParaRPr lang="es-MX" dirty="0"/>
                    </a:p>
                  </a:txBody>
                  <a:tcPr/>
                </a:tc>
                <a:tc>
                  <a:txBody>
                    <a:bodyPr/>
                    <a:lstStyle/>
                    <a:p>
                      <a:r>
                        <a:rPr lang="es-ES" dirty="0"/>
                        <a:t>25</a:t>
                      </a:r>
                      <a:endParaRPr lang="es-MX" dirty="0"/>
                    </a:p>
                  </a:txBody>
                  <a:tcPr/>
                </a:tc>
                <a:tc>
                  <a:txBody>
                    <a:bodyPr/>
                    <a:lstStyle/>
                    <a:p>
                      <a:r>
                        <a:rPr lang="es-ES" dirty="0"/>
                        <a:t>González</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graphicFrame>
        <p:nvGraphicFramePr>
          <p:cNvPr id="21" name="Tabla 20">
            <a:extLst>
              <a:ext uri="{FF2B5EF4-FFF2-40B4-BE49-F238E27FC236}">
                <a16:creationId xmlns:a16="http://schemas.microsoft.com/office/drawing/2014/main" id="{070D6DA9-F449-C479-04B5-A7742425999E}"/>
              </a:ext>
            </a:extLst>
          </p:cNvPr>
          <p:cNvGraphicFramePr>
            <a:graphicFrameLocks noGrp="1"/>
          </p:cNvGraphicFramePr>
          <p:nvPr>
            <p:extLst>
              <p:ext uri="{D42A27DB-BD31-4B8C-83A1-F6EECF244321}">
                <p14:modId xmlns:p14="http://schemas.microsoft.com/office/powerpoint/2010/main" val="184449086"/>
              </p:ext>
            </p:extLst>
          </p:nvPr>
        </p:nvGraphicFramePr>
        <p:xfrm>
          <a:off x="6823886" y="4343632"/>
          <a:ext cx="4970206" cy="2194560"/>
        </p:xfrm>
        <a:graphic>
          <a:graphicData uri="http://schemas.openxmlformats.org/drawingml/2006/table">
            <a:tbl>
              <a:tblPr firstRow="1" bandRow="1">
                <a:tableStyleId>{5C22544A-7EE6-4342-B048-85BDC9FD1C3A}</a:tableStyleId>
              </a:tblPr>
              <a:tblGrid>
                <a:gridCol w="1098675">
                  <a:extLst>
                    <a:ext uri="{9D8B030D-6E8A-4147-A177-3AD203B41FA5}">
                      <a16:colId xmlns:a16="http://schemas.microsoft.com/office/drawing/2014/main" val="2348856314"/>
                    </a:ext>
                  </a:extLst>
                </a:gridCol>
                <a:gridCol w="877095">
                  <a:extLst>
                    <a:ext uri="{9D8B030D-6E8A-4147-A177-3AD203B41FA5}">
                      <a16:colId xmlns:a16="http://schemas.microsoft.com/office/drawing/2014/main" val="210104553"/>
                    </a:ext>
                  </a:extLst>
                </a:gridCol>
                <a:gridCol w="1497218">
                  <a:extLst>
                    <a:ext uri="{9D8B030D-6E8A-4147-A177-3AD203B41FA5}">
                      <a16:colId xmlns:a16="http://schemas.microsoft.com/office/drawing/2014/main" val="3223947987"/>
                    </a:ext>
                  </a:extLst>
                </a:gridCol>
                <a:gridCol w="1497218">
                  <a:extLst>
                    <a:ext uri="{9D8B030D-6E8A-4147-A177-3AD203B41FA5}">
                      <a16:colId xmlns:a16="http://schemas.microsoft.com/office/drawing/2014/main" val="4263690819"/>
                    </a:ext>
                  </a:extLst>
                </a:gridCol>
              </a:tblGrid>
              <a:tr h="345752">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345752">
                <a:tc>
                  <a:txBody>
                    <a:bodyPr/>
                    <a:lstStyle/>
                    <a:p>
                      <a:r>
                        <a:rPr lang="es-ES" dirty="0"/>
                        <a:t>Juan</a:t>
                      </a:r>
                      <a:endParaRPr lang="es-MX" dirty="0"/>
                    </a:p>
                  </a:txBody>
                  <a:tcPr/>
                </a:tc>
                <a:tc>
                  <a:txBody>
                    <a:bodyPr/>
                    <a:lstStyle/>
                    <a:p>
                      <a:r>
                        <a:rPr lang="es-ES" dirty="0" err="1"/>
                        <a:t>null</a:t>
                      </a:r>
                      <a:endParaRPr lang="es-MX" dirty="0"/>
                    </a:p>
                  </a:txBody>
                  <a:tcPr/>
                </a:tc>
                <a:tc>
                  <a:txBody>
                    <a:bodyPr/>
                    <a:lstStyle/>
                    <a:p>
                      <a:r>
                        <a:rPr lang="es-ES" dirty="0"/>
                        <a:t>Martinez</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345752">
                <a:tc>
                  <a:txBody>
                    <a:bodyPr/>
                    <a:lstStyle/>
                    <a:p>
                      <a:r>
                        <a:rPr lang="es-ES" dirty="0">
                          <a:highlight>
                            <a:srgbClr val="FFFF00"/>
                          </a:highlight>
                        </a:rPr>
                        <a:t>Andrea</a:t>
                      </a:r>
                      <a:endParaRPr lang="es-MX" dirty="0">
                        <a:highlight>
                          <a:srgbClr val="FFFF00"/>
                        </a:highlight>
                      </a:endParaRPr>
                    </a:p>
                  </a:txBody>
                  <a:tcPr/>
                </a:tc>
                <a:tc>
                  <a:txBody>
                    <a:bodyPr/>
                    <a:lstStyle/>
                    <a:p>
                      <a:r>
                        <a:rPr lang="es-ES" dirty="0">
                          <a:highlight>
                            <a:srgbClr val="FFFF00"/>
                          </a:highlight>
                        </a:rPr>
                        <a:t>34</a:t>
                      </a:r>
                      <a:endParaRPr lang="es-MX" dirty="0">
                        <a:highlight>
                          <a:srgbClr val="FFFF00"/>
                        </a:highlight>
                      </a:endParaRPr>
                    </a:p>
                  </a:txBody>
                  <a:tcPr/>
                </a:tc>
                <a:tc>
                  <a:txBody>
                    <a:bodyPr/>
                    <a:lstStyle/>
                    <a:p>
                      <a:r>
                        <a:rPr lang="es-ES" dirty="0">
                          <a:highlight>
                            <a:srgbClr val="FFFF00"/>
                          </a:highlight>
                        </a:rPr>
                        <a:t>Rosas</a:t>
                      </a:r>
                      <a:endParaRPr lang="es-MX" dirty="0">
                        <a:highlight>
                          <a:srgbClr val="FFFF00"/>
                        </a:highlight>
                      </a:endParaRPr>
                    </a:p>
                  </a:txBody>
                  <a:tcPr/>
                </a:tc>
                <a:tc>
                  <a:txBody>
                    <a:bodyPr/>
                    <a:lstStyle/>
                    <a:p>
                      <a:r>
                        <a:rPr lang="es-ES" dirty="0">
                          <a:highlight>
                            <a:srgbClr val="FFFF00"/>
                          </a:highlight>
                        </a:rPr>
                        <a:t>Barcelona</a:t>
                      </a:r>
                      <a:endParaRPr lang="es-MX" dirty="0">
                        <a:highlight>
                          <a:srgbClr val="FFFF00"/>
                        </a:highlight>
                      </a:endParaRPr>
                    </a:p>
                  </a:txBody>
                  <a:tcPr/>
                </a:tc>
                <a:extLst>
                  <a:ext uri="{0D108BD9-81ED-4DB2-BD59-A6C34878D82A}">
                    <a16:rowId xmlns:a16="http://schemas.microsoft.com/office/drawing/2014/main" val="1805615777"/>
                  </a:ext>
                </a:extLst>
              </a:tr>
              <a:tr h="345752">
                <a:tc>
                  <a:txBody>
                    <a:bodyPr/>
                    <a:lstStyle/>
                    <a:p>
                      <a:r>
                        <a:rPr lang="es-ES" dirty="0">
                          <a:highlight>
                            <a:srgbClr val="FFFF00"/>
                          </a:highlight>
                        </a:rPr>
                        <a:t>Alfredo</a:t>
                      </a:r>
                      <a:endParaRPr lang="es-MX" dirty="0">
                        <a:highlight>
                          <a:srgbClr val="FFFF00"/>
                        </a:highlight>
                      </a:endParaRPr>
                    </a:p>
                  </a:txBody>
                  <a:tcPr/>
                </a:tc>
                <a:tc>
                  <a:txBody>
                    <a:bodyPr/>
                    <a:lstStyle/>
                    <a:p>
                      <a:r>
                        <a:rPr lang="es-ES" dirty="0">
                          <a:highlight>
                            <a:srgbClr val="FFFF00"/>
                          </a:highlight>
                        </a:rPr>
                        <a:t>16</a:t>
                      </a:r>
                      <a:endParaRPr lang="es-MX" dirty="0">
                        <a:highlight>
                          <a:srgbClr val="FFFF00"/>
                        </a:highlight>
                      </a:endParaRPr>
                    </a:p>
                  </a:txBody>
                  <a:tcPr/>
                </a:tc>
                <a:tc>
                  <a:txBody>
                    <a:bodyPr/>
                    <a:lstStyle/>
                    <a:p>
                      <a:r>
                        <a:rPr lang="es-ES" dirty="0">
                          <a:highlight>
                            <a:srgbClr val="FFFF00"/>
                          </a:highlight>
                        </a:rPr>
                        <a:t>Aragon</a:t>
                      </a:r>
                    </a:p>
                  </a:txBody>
                  <a:tcPr/>
                </a:tc>
                <a:tc>
                  <a:txBody>
                    <a:bodyPr/>
                    <a:lstStyle/>
                    <a:p>
                      <a:r>
                        <a:rPr lang="es-ES" dirty="0">
                          <a:highlight>
                            <a:srgbClr val="FFFF00"/>
                          </a:highlight>
                        </a:rPr>
                        <a:t>Valencia</a:t>
                      </a:r>
                    </a:p>
                  </a:txBody>
                  <a:tcPr/>
                </a:tc>
                <a:extLst>
                  <a:ext uri="{0D108BD9-81ED-4DB2-BD59-A6C34878D82A}">
                    <a16:rowId xmlns:a16="http://schemas.microsoft.com/office/drawing/2014/main" val="3358495792"/>
                  </a:ext>
                </a:extLst>
              </a:tr>
              <a:tr h="345752">
                <a:tc>
                  <a:txBody>
                    <a:bodyPr/>
                    <a:lstStyle/>
                    <a:p>
                      <a:r>
                        <a:rPr lang="es-ES" dirty="0"/>
                        <a:t>Sofia</a:t>
                      </a:r>
                      <a:endParaRPr lang="es-MX" dirty="0"/>
                    </a:p>
                  </a:txBody>
                  <a:tcPr/>
                </a:tc>
                <a:tc>
                  <a:txBody>
                    <a:bodyPr/>
                    <a:lstStyle/>
                    <a:p>
                      <a:r>
                        <a:rPr lang="es-ES" dirty="0" err="1"/>
                        <a:t>null</a:t>
                      </a:r>
                      <a:endParaRPr lang="es-MX" dirty="0"/>
                    </a:p>
                  </a:txBody>
                  <a:tcPr/>
                </a:tc>
                <a:tc>
                  <a:txBody>
                    <a:bodyPr/>
                    <a:lstStyle/>
                    <a:p>
                      <a:r>
                        <a:rPr lang="es-ES" dirty="0"/>
                        <a:t>Hernandez</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345752">
                <a:tc>
                  <a:txBody>
                    <a:bodyPr/>
                    <a:lstStyle/>
                    <a:p>
                      <a:r>
                        <a:rPr lang="es-ES" dirty="0">
                          <a:highlight>
                            <a:srgbClr val="FFFF00"/>
                          </a:highlight>
                        </a:rPr>
                        <a:t>Ana</a:t>
                      </a:r>
                      <a:endParaRPr lang="es-MX" dirty="0">
                        <a:highlight>
                          <a:srgbClr val="FFFF00"/>
                        </a:highlight>
                      </a:endParaRP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FFFF00"/>
                          </a:highlight>
                        </a:rPr>
                        <a:t>González</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sp>
        <p:nvSpPr>
          <p:cNvPr id="22" name="CuadroTexto 21">
            <a:extLst>
              <a:ext uri="{FF2B5EF4-FFF2-40B4-BE49-F238E27FC236}">
                <a16:creationId xmlns:a16="http://schemas.microsoft.com/office/drawing/2014/main" id="{540282B3-B42D-2D0C-2844-64014140AA27}"/>
              </a:ext>
            </a:extLst>
          </p:cNvPr>
          <p:cNvSpPr txBox="1"/>
          <p:nvPr/>
        </p:nvSpPr>
        <p:spPr>
          <a:xfrm>
            <a:off x="6713998" y="853689"/>
            <a:ext cx="3323491" cy="369332"/>
          </a:xfrm>
          <a:prstGeom prst="rect">
            <a:avLst/>
          </a:prstGeom>
          <a:noFill/>
        </p:spPr>
        <p:txBody>
          <a:bodyPr wrap="square">
            <a:spAutoFit/>
          </a:bodyPr>
          <a:lstStyle/>
          <a:p>
            <a:r>
              <a:rPr lang="es-MX" dirty="0"/>
              <a:t>Tabla clientes</a:t>
            </a:r>
          </a:p>
        </p:txBody>
      </p:sp>
      <p:sp>
        <p:nvSpPr>
          <p:cNvPr id="23" name="CuadroTexto 22">
            <a:extLst>
              <a:ext uri="{FF2B5EF4-FFF2-40B4-BE49-F238E27FC236}">
                <a16:creationId xmlns:a16="http://schemas.microsoft.com/office/drawing/2014/main" id="{E1D583C9-A439-5DAA-1F2C-5B74BC9636DB}"/>
              </a:ext>
            </a:extLst>
          </p:cNvPr>
          <p:cNvSpPr txBox="1"/>
          <p:nvPr/>
        </p:nvSpPr>
        <p:spPr>
          <a:xfrm>
            <a:off x="6713998" y="3972121"/>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4136052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6078-3D49-E610-E03A-E4AA41ADAE08}"/>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D0C36A14-140E-E111-BA3B-D3767777FD0F}"/>
              </a:ext>
            </a:extLst>
          </p:cNvPr>
          <p:cNvSpPr txBox="1">
            <a:spLocks/>
          </p:cNvSpPr>
          <p:nvPr/>
        </p:nvSpPr>
        <p:spPr>
          <a:xfrm>
            <a:off x="2684782" y="311822"/>
            <a:ext cx="6614666" cy="776314"/>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dirty="0" err="1"/>
              <a:t>Filtrado</a:t>
            </a:r>
            <a:r>
              <a:rPr lang="en-US" sz="2000" dirty="0"/>
              <a:t> y </a:t>
            </a:r>
            <a:r>
              <a:rPr lang="en-US" sz="2000" dirty="0" err="1"/>
              <a:t>Ordnación</a:t>
            </a:r>
            <a:r>
              <a:rPr lang="en-US" sz="2000" dirty="0"/>
              <a:t> de </a:t>
            </a:r>
            <a:r>
              <a:rPr lang="en-US" sz="2000" dirty="0" err="1"/>
              <a:t>datos</a:t>
            </a:r>
            <a:r>
              <a:rPr lang="en-US" sz="2000" dirty="0"/>
              <a:t> con  </a:t>
            </a:r>
            <a:br>
              <a:rPr lang="en-US" sz="2000" dirty="0"/>
            </a:br>
            <a:r>
              <a:rPr lang="en-US" sz="2000" b="1" dirty="0"/>
              <a:t>LIMIT, order by, ASC y DESC</a:t>
            </a:r>
          </a:p>
        </p:txBody>
      </p:sp>
      <p:sp>
        <p:nvSpPr>
          <p:cNvPr id="4" name="CuadroTexto 3">
            <a:extLst>
              <a:ext uri="{FF2B5EF4-FFF2-40B4-BE49-F238E27FC236}">
                <a16:creationId xmlns:a16="http://schemas.microsoft.com/office/drawing/2014/main" id="{3D2A556F-5958-E2FB-E92C-0DC8E321DE0C}"/>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13" name="Rectangle 1">
            <a:extLst>
              <a:ext uri="{FF2B5EF4-FFF2-40B4-BE49-F238E27FC236}">
                <a16:creationId xmlns:a16="http://schemas.microsoft.com/office/drawing/2014/main" id="{302BCDC0-5B5D-B540-C34D-A4239B371A21}"/>
              </a:ext>
            </a:extLst>
          </p:cNvPr>
          <p:cNvSpPr>
            <a:spLocks noChangeArrowheads="1"/>
          </p:cNvSpPr>
          <p:nvPr/>
        </p:nvSpPr>
        <p:spPr bwMode="auto">
          <a:xfrm rot="10800000" flipV="1">
            <a:off x="265844" y="2187974"/>
            <a:ext cx="11648787"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2000" b="1" i="0" u="none" strike="noStrike" cap="none" normalizeH="0" baseline="0" dirty="0">
                <a:ln>
                  <a:noFill/>
                </a:ln>
                <a:solidFill>
                  <a:schemeClr val="tx1"/>
                </a:solidFill>
                <a:effectLst/>
                <a:latin typeface="Arial" panose="020B0604020202020204" pitchFamily="34" charset="0"/>
              </a:rPr>
              <a:t>ASC</a:t>
            </a:r>
            <a:r>
              <a:rPr kumimoji="0" lang="es-MX" altLang="es-MX" sz="2000" b="0" i="0" u="none" strike="noStrike" cap="none" normalizeH="0" baseline="0" dirty="0">
                <a:ln>
                  <a:noFill/>
                </a:ln>
                <a:solidFill>
                  <a:schemeClr val="tx1"/>
                </a:solidFill>
                <a:effectLst/>
                <a:latin typeface="Arial" panose="020B0604020202020204" pitchFamily="34" charset="0"/>
              </a:rPr>
              <a:t> (Ascendente): Ordena los resultados de menor a mayor (por defecto si no se especifica).</a:t>
            </a:r>
          </a:p>
          <a:p>
            <a:pPr marL="0" marR="0" lvl="0" indent="0" algn="l" defTabSz="914400" rtl="0" eaLnBrk="0" fontAlgn="base" latinLnBrk="0" hangingPunct="0">
              <a:lnSpc>
                <a:spcPct val="150000"/>
              </a:lnSpc>
              <a:spcBef>
                <a:spcPct val="0"/>
              </a:spcBef>
              <a:spcAft>
                <a:spcPct val="0"/>
              </a:spcAft>
              <a:buClrTx/>
              <a:buSzTx/>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2000" b="1" i="0" u="none" strike="noStrike" cap="none" normalizeH="0" baseline="0" dirty="0">
                <a:ln>
                  <a:noFill/>
                </a:ln>
                <a:solidFill>
                  <a:schemeClr val="tx1"/>
                </a:solidFill>
                <a:effectLst/>
                <a:latin typeface="Arial" panose="020B0604020202020204" pitchFamily="34" charset="0"/>
              </a:rPr>
              <a:t>DESC</a:t>
            </a:r>
            <a:r>
              <a:rPr kumimoji="0" lang="es-MX" altLang="es-MX" sz="2000" b="0" i="0" u="none" strike="noStrike" cap="none" normalizeH="0" baseline="0" dirty="0">
                <a:ln>
                  <a:noFill/>
                </a:ln>
                <a:solidFill>
                  <a:schemeClr val="tx1"/>
                </a:solidFill>
                <a:effectLst/>
                <a:latin typeface="Arial" panose="020B0604020202020204" pitchFamily="34" charset="0"/>
              </a:rPr>
              <a:t> (Descendente): Ordena los resultados de mayor a menor. </a:t>
            </a:r>
          </a:p>
          <a:p>
            <a:pPr marL="0" marR="0" lvl="0" indent="0" algn="l" defTabSz="914400" rtl="0" eaLnBrk="0" fontAlgn="base" latinLnBrk="0" hangingPunct="0">
              <a:lnSpc>
                <a:spcPct val="150000"/>
              </a:lnSpc>
              <a:spcBef>
                <a:spcPct val="0"/>
              </a:spcBef>
              <a:spcAft>
                <a:spcPct val="0"/>
              </a:spcAft>
              <a:buClrTx/>
              <a:buSzTx/>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2000" b="1" i="0" u="none" strike="noStrike" cap="none" normalizeH="0" baseline="0" dirty="0">
                <a:ln>
                  <a:noFill/>
                </a:ln>
                <a:solidFill>
                  <a:schemeClr val="tx1"/>
                </a:solidFill>
                <a:effectLst/>
                <a:latin typeface="Arial" panose="020B0604020202020204" pitchFamily="34" charset="0"/>
              </a:rPr>
              <a:t>LIMIT</a:t>
            </a:r>
            <a:r>
              <a:rPr kumimoji="0" lang="es-MX" altLang="es-MX" sz="2000" b="0" i="0" u="none" strike="noStrike" cap="none" normalizeH="0" baseline="0" dirty="0">
                <a:ln>
                  <a:noFill/>
                </a:ln>
                <a:solidFill>
                  <a:schemeClr val="tx1"/>
                </a:solidFill>
                <a:effectLst/>
                <a:latin typeface="Arial" panose="020B0604020202020204" pitchFamily="34" charset="0"/>
              </a:rPr>
              <a:t>(Limita): Limita el número de filas a observar de la tabla. </a:t>
            </a:r>
          </a:p>
        </p:txBody>
      </p:sp>
    </p:spTree>
    <p:extLst>
      <p:ext uri="{BB962C8B-B14F-4D97-AF65-F5344CB8AC3E}">
        <p14:creationId xmlns:p14="http://schemas.microsoft.com/office/powerpoint/2010/main" val="1011654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F8600-7005-52E3-7B1E-B3F038B334D7}"/>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38EADBE6-BF02-5560-5660-2681BD262935}"/>
              </a:ext>
            </a:extLst>
          </p:cNvPr>
          <p:cNvSpPr txBox="1">
            <a:spLocks/>
          </p:cNvSpPr>
          <p:nvPr/>
        </p:nvSpPr>
        <p:spPr>
          <a:xfrm>
            <a:off x="4169028" y="15601"/>
            <a:ext cx="3323152"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Filtrado</a:t>
            </a:r>
            <a:r>
              <a:rPr lang="en-US" sz="2000" dirty="0"/>
              <a:t> order by</a:t>
            </a:r>
          </a:p>
        </p:txBody>
      </p:sp>
      <p:sp>
        <p:nvSpPr>
          <p:cNvPr id="4" name="CuadroTexto 3">
            <a:extLst>
              <a:ext uri="{FF2B5EF4-FFF2-40B4-BE49-F238E27FC236}">
                <a16:creationId xmlns:a16="http://schemas.microsoft.com/office/drawing/2014/main" id="{22BB8753-CE1C-BDC0-C956-85B8FC770FFF}"/>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19" name="Título 1">
            <a:extLst>
              <a:ext uri="{FF2B5EF4-FFF2-40B4-BE49-F238E27FC236}">
                <a16:creationId xmlns:a16="http://schemas.microsoft.com/office/drawing/2014/main" id="{46B4B2B7-9CF9-0ADB-26A3-305AE990A231}"/>
              </a:ext>
            </a:extLst>
          </p:cNvPr>
          <p:cNvSpPr txBox="1">
            <a:spLocks/>
          </p:cNvSpPr>
          <p:nvPr/>
        </p:nvSpPr>
        <p:spPr>
          <a:xfrm>
            <a:off x="277335" y="869691"/>
            <a:ext cx="1895439" cy="445842"/>
          </a:xfrm>
          <a:prstGeom prst="rect">
            <a:avLst/>
          </a:prstGeom>
        </p:spPr>
        <p:txBody>
          <a:bodyPr vert="horz" lIns="91440" tIns="45720" rIns="91440" bIns="45720" rtlCol="0" anchor="b">
            <a:normAutofit fontScale="97500"/>
          </a:bodyPr>
          <a:lstStyle>
            <a:defPPr>
              <a:defRPr lang="es-MX"/>
            </a:defPPr>
            <a:lvl1pPr defTabSz="457200">
              <a:lnSpc>
                <a:spcPct val="100000"/>
              </a:lnSpc>
              <a:spcBef>
                <a:spcPct val="0"/>
              </a:spcBef>
              <a:buNone/>
              <a:defRPr sz="20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MX" sz="1800" dirty="0" err="1"/>
              <a:t>Order</a:t>
            </a:r>
            <a:r>
              <a:rPr lang="es-MX" sz="1800" dirty="0"/>
              <a:t> </a:t>
            </a:r>
            <a:r>
              <a:rPr lang="es-MX" sz="1800" dirty="0" err="1"/>
              <a:t>by</a:t>
            </a:r>
            <a:endParaRPr lang="en-US" sz="1800" dirty="0"/>
          </a:p>
          <a:p>
            <a:endParaRPr lang="en-US" sz="1800" dirty="0"/>
          </a:p>
        </p:txBody>
      </p:sp>
      <p:sp>
        <p:nvSpPr>
          <p:cNvPr id="6" name="CuadroTexto 5">
            <a:extLst>
              <a:ext uri="{FF2B5EF4-FFF2-40B4-BE49-F238E27FC236}">
                <a16:creationId xmlns:a16="http://schemas.microsoft.com/office/drawing/2014/main" id="{2CCD1BD6-126A-B2EF-0604-715818040161}"/>
              </a:ext>
            </a:extLst>
          </p:cNvPr>
          <p:cNvSpPr txBox="1"/>
          <p:nvPr/>
        </p:nvSpPr>
        <p:spPr>
          <a:xfrm>
            <a:off x="277335" y="1554138"/>
            <a:ext cx="5242388" cy="338554"/>
          </a:xfrm>
          <a:prstGeom prst="rect">
            <a:avLst/>
          </a:prstGeom>
          <a:noFill/>
        </p:spPr>
        <p:txBody>
          <a:bodyPr wrap="square">
            <a:spAutoFit/>
          </a:bodyPr>
          <a:lstStyle/>
          <a:p>
            <a:r>
              <a:rPr lang="es-ES" sz="1600" b="1" dirty="0">
                <a:solidFill>
                  <a:srgbClr val="00B0F0"/>
                </a:solidFill>
              </a:rPr>
              <a:t>SELECT </a:t>
            </a:r>
            <a:r>
              <a:rPr lang="es-ES" sz="1600" b="1" dirty="0"/>
              <a:t>nombre </a:t>
            </a:r>
            <a:r>
              <a:rPr lang="es-ES" sz="1600" b="1" dirty="0">
                <a:solidFill>
                  <a:srgbClr val="00B0F0"/>
                </a:solidFill>
              </a:rPr>
              <a:t>FROM</a:t>
            </a:r>
            <a:r>
              <a:rPr lang="es-ES" sz="1600" b="1" dirty="0"/>
              <a:t> clientes </a:t>
            </a:r>
            <a:r>
              <a:rPr lang="es-ES" sz="1600" b="1" dirty="0">
                <a:solidFill>
                  <a:srgbClr val="00B0F0"/>
                </a:solidFill>
              </a:rPr>
              <a:t>ORDER BY </a:t>
            </a:r>
            <a:r>
              <a:rPr lang="es-ES" sz="1600" b="1" dirty="0"/>
              <a:t>edad </a:t>
            </a:r>
            <a:r>
              <a:rPr lang="es-ES" sz="1600" b="1" dirty="0" err="1">
                <a:solidFill>
                  <a:srgbClr val="00B0F0"/>
                </a:solidFill>
              </a:rPr>
              <a:t>asc</a:t>
            </a:r>
            <a:r>
              <a:rPr lang="es-ES" sz="1600" b="1" dirty="0">
                <a:solidFill>
                  <a:srgbClr val="00B0F0"/>
                </a:solidFill>
              </a:rPr>
              <a:t>;</a:t>
            </a:r>
            <a:endParaRPr lang="es-MX" sz="1600" b="1" dirty="0">
              <a:solidFill>
                <a:srgbClr val="00B0F0"/>
              </a:solidFill>
            </a:endParaRPr>
          </a:p>
        </p:txBody>
      </p:sp>
      <p:sp>
        <p:nvSpPr>
          <p:cNvPr id="7" name="CuadroTexto 6">
            <a:extLst>
              <a:ext uri="{FF2B5EF4-FFF2-40B4-BE49-F238E27FC236}">
                <a16:creationId xmlns:a16="http://schemas.microsoft.com/office/drawing/2014/main" id="{54550EC0-1A91-5163-F3FB-106CBA416689}"/>
              </a:ext>
            </a:extLst>
          </p:cNvPr>
          <p:cNvSpPr txBox="1"/>
          <p:nvPr/>
        </p:nvSpPr>
        <p:spPr>
          <a:xfrm>
            <a:off x="277335" y="5819042"/>
            <a:ext cx="4169254" cy="338554"/>
          </a:xfrm>
          <a:prstGeom prst="rect">
            <a:avLst/>
          </a:prstGeom>
          <a:noFill/>
        </p:spPr>
        <p:txBody>
          <a:bodyPr wrap="square">
            <a:spAutoFit/>
          </a:bodyPr>
          <a:lstStyle/>
          <a:p>
            <a:r>
              <a:rPr lang="en-US" sz="1600" b="1" dirty="0">
                <a:solidFill>
                  <a:srgbClr val="00B0F0"/>
                </a:solidFill>
              </a:rPr>
              <a:t>SELECT</a:t>
            </a:r>
            <a:r>
              <a:rPr lang="en-US" sz="1600" b="1" dirty="0"/>
              <a:t> </a:t>
            </a:r>
            <a:r>
              <a:rPr lang="en-US" sz="1600" b="1" dirty="0" err="1"/>
              <a:t>columna</a:t>
            </a:r>
            <a:r>
              <a:rPr lang="en-US" sz="1600" b="1" dirty="0"/>
              <a:t> </a:t>
            </a:r>
            <a:r>
              <a:rPr lang="en-US" sz="1600" b="1" dirty="0">
                <a:solidFill>
                  <a:srgbClr val="00B0F0"/>
                </a:solidFill>
              </a:rPr>
              <a:t>FROM</a:t>
            </a:r>
            <a:r>
              <a:rPr lang="en-US" sz="1600" b="1" dirty="0"/>
              <a:t> </a:t>
            </a:r>
            <a:r>
              <a:rPr lang="en-US" sz="1600" b="1" dirty="0" err="1"/>
              <a:t>tabla</a:t>
            </a:r>
            <a:r>
              <a:rPr lang="en-US" sz="1600" b="1" dirty="0"/>
              <a:t> </a:t>
            </a:r>
            <a:r>
              <a:rPr lang="en-US" sz="1600" b="1" dirty="0">
                <a:solidFill>
                  <a:srgbClr val="00B0F0"/>
                </a:solidFill>
              </a:rPr>
              <a:t>LIMIT 3;</a:t>
            </a:r>
            <a:endParaRPr lang="es-MX" sz="1600" b="1" dirty="0">
              <a:solidFill>
                <a:srgbClr val="00B0F0"/>
              </a:solidFill>
            </a:endParaRPr>
          </a:p>
        </p:txBody>
      </p:sp>
      <p:sp>
        <p:nvSpPr>
          <p:cNvPr id="8" name="Título 1">
            <a:extLst>
              <a:ext uri="{FF2B5EF4-FFF2-40B4-BE49-F238E27FC236}">
                <a16:creationId xmlns:a16="http://schemas.microsoft.com/office/drawing/2014/main" id="{03D816D0-A5CB-BFCF-6B6E-827B03DC936E}"/>
              </a:ext>
            </a:extLst>
          </p:cNvPr>
          <p:cNvSpPr txBox="1">
            <a:spLocks/>
          </p:cNvSpPr>
          <p:nvPr/>
        </p:nvSpPr>
        <p:spPr>
          <a:xfrm>
            <a:off x="277335" y="5220671"/>
            <a:ext cx="3142323"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Limitar resultados: LIMIT</a:t>
            </a:r>
            <a:endParaRPr lang="en-US" sz="1800" dirty="0"/>
          </a:p>
        </p:txBody>
      </p:sp>
      <p:graphicFrame>
        <p:nvGraphicFramePr>
          <p:cNvPr id="9" name="Tabla 8">
            <a:extLst>
              <a:ext uri="{FF2B5EF4-FFF2-40B4-BE49-F238E27FC236}">
                <a16:creationId xmlns:a16="http://schemas.microsoft.com/office/drawing/2014/main" id="{5279B89F-1F24-66C6-68CE-3210D54299D8}"/>
              </a:ext>
            </a:extLst>
          </p:cNvPr>
          <p:cNvGraphicFramePr>
            <a:graphicFrameLocks noGrp="1"/>
          </p:cNvGraphicFramePr>
          <p:nvPr>
            <p:extLst>
              <p:ext uri="{D42A27DB-BD31-4B8C-83A1-F6EECF244321}">
                <p14:modId xmlns:p14="http://schemas.microsoft.com/office/powerpoint/2010/main" val="918637486"/>
              </p:ext>
            </p:extLst>
          </p:nvPr>
        </p:nvGraphicFramePr>
        <p:xfrm>
          <a:off x="5811735" y="4707221"/>
          <a:ext cx="5738648" cy="1745252"/>
        </p:xfrm>
        <a:graphic>
          <a:graphicData uri="http://schemas.openxmlformats.org/drawingml/2006/table">
            <a:tbl>
              <a:tblPr firstRow="1" bandRow="1">
                <a:tableStyleId>{5C22544A-7EE6-4342-B048-85BDC9FD1C3A}</a:tableStyleId>
              </a:tblPr>
              <a:tblGrid>
                <a:gridCol w="1483356">
                  <a:extLst>
                    <a:ext uri="{9D8B030D-6E8A-4147-A177-3AD203B41FA5}">
                      <a16:colId xmlns:a16="http://schemas.microsoft.com/office/drawing/2014/main" val="2348856314"/>
                    </a:ext>
                  </a:extLst>
                </a:gridCol>
                <a:gridCol w="1231200">
                  <a:extLst>
                    <a:ext uri="{9D8B030D-6E8A-4147-A177-3AD203B41FA5}">
                      <a16:colId xmlns:a16="http://schemas.microsoft.com/office/drawing/2014/main" val="210104553"/>
                    </a:ext>
                  </a:extLst>
                </a:gridCol>
                <a:gridCol w="1629317">
                  <a:extLst>
                    <a:ext uri="{9D8B030D-6E8A-4147-A177-3AD203B41FA5}">
                      <a16:colId xmlns:a16="http://schemas.microsoft.com/office/drawing/2014/main" val="3223947987"/>
                    </a:ext>
                  </a:extLst>
                </a:gridCol>
                <a:gridCol w="1394775">
                  <a:extLst>
                    <a:ext uri="{9D8B030D-6E8A-4147-A177-3AD203B41FA5}">
                      <a16:colId xmlns:a16="http://schemas.microsoft.com/office/drawing/2014/main" val="3807882065"/>
                    </a:ext>
                  </a:extLst>
                </a:gridCol>
              </a:tblGrid>
              <a:tr h="436313">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36313">
                <a:tc>
                  <a:txBody>
                    <a:bodyPr/>
                    <a:lstStyle/>
                    <a:p>
                      <a:r>
                        <a:rPr lang="es-ES" dirty="0"/>
                        <a:t>Juan</a:t>
                      </a:r>
                      <a:endParaRPr lang="es-MX" dirty="0"/>
                    </a:p>
                  </a:txBody>
                  <a:tcPr/>
                </a:tc>
                <a:tc>
                  <a:txBody>
                    <a:bodyPr/>
                    <a:lstStyle/>
                    <a:p>
                      <a:r>
                        <a:rPr lang="es-ES" dirty="0"/>
                        <a:t>30</a:t>
                      </a:r>
                      <a:endParaRPr lang="es-MX" dirty="0"/>
                    </a:p>
                  </a:txBody>
                  <a:tcPr/>
                </a:tc>
                <a:tc>
                  <a:txBody>
                    <a:bodyPr/>
                    <a:lstStyle/>
                    <a:p>
                      <a:r>
                        <a:rPr lang="es-ES" dirty="0"/>
                        <a:t>Martinez</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436313">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436313">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bl>
          </a:graphicData>
        </a:graphic>
      </p:graphicFrame>
      <p:graphicFrame>
        <p:nvGraphicFramePr>
          <p:cNvPr id="10" name="Tabla 9">
            <a:extLst>
              <a:ext uri="{FF2B5EF4-FFF2-40B4-BE49-F238E27FC236}">
                <a16:creationId xmlns:a16="http://schemas.microsoft.com/office/drawing/2014/main" id="{669F27D1-518D-82AE-21E2-1E5CEB48ACF5}"/>
              </a:ext>
            </a:extLst>
          </p:cNvPr>
          <p:cNvGraphicFramePr>
            <a:graphicFrameLocks noGrp="1"/>
          </p:cNvGraphicFramePr>
          <p:nvPr>
            <p:extLst>
              <p:ext uri="{D42A27DB-BD31-4B8C-83A1-F6EECF244321}">
                <p14:modId xmlns:p14="http://schemas.microsoft.com/office/powerpoint/2010/main" val="1871463772"/>
              </p:ext>
            </p:extLst>
          </p:nvPr>
        </p:nvGraphicFramePr>
        <p:xfrm>
          <a:off x="5830604" y="1202690"/>
          <a:ext cx="5810790" cy="2783549"/>
        </p:xfrm>
        <a:graphic>
          <a:graphicData uri="http://schemas.openxmlformats.org/drawingml/2006/table">
            <a:tbl>
              <a:tblPr firstRow="1" bandRow="1">
                <a:tableStyleId>{5C22544A-7EE6-4342-B048-85BDC9FD1C3A}</a:tableStyleId>
              </a:tblPr>
              <a:tblGrid>
                <a:gridCol w="1502004">
                  <a:extLst>
                    <a:ext uri="{9D8B030D-6E8A-4147-A177-3AD203B41FA5}">
                      <a16:colId xmlns:a16="http://schemas.microsoft.com/office/drawing/2014/main" val="2348856314"/>
                    </a:ext>
                  </a:extLst>
                </a:gridCol>
                <a:gridCol w="1246678">
                  <a:extLst>
                    <a:ext uri="{9D8B030D-6E8A-4147-A177-3AD203B41FA5}">
                      <a16:colId xmlns:a16="http://schemas.microsoft.com/office/drawing/2014/main" val="210104553"/>
                    </a:ext>
                  </a:extLst>
                </a:gridCol>
                <a:gridCol w="1649799">
                  <a:extLst>
                    <a:ext uri="{9D8B030D-6E8A-4147-A177-3AD203B41FA5}">
                      <a16:colId xmlns:a16="http://schemas.microsoft.com/office/drawing/2014/main" val="3223947987"/>
                    </a:ext>
                  </a:extLst>
                </a:gridCol>
                <a:gridCol w="1412309">
                  <a:extLst>
                    <a:ext uri="{9D8B030D-6E8A-4147-A177-3AD203B41FA5}">
                      <a16:colId xmlns:a16="http://schemas.microsoft.com/office/drawing/2014/main" val="3807882065"/>
                    </a:ext>
                  </a:extLst>
                </a:gridCol>
              </a:tblGrid>
              <a:tr h="436313">
                <a:tc>
                  <a:txBody>
                    <a:bodyPr/>
                    <a:lstStyle/>
                    <a:p>
                      <a:r>
                        <a:rPr lang="es-ES" dirty="0"/>
                        <a:t>nombre</a:t>
                      </a:r>
                      <a:endParaRPr lang="es-MX" dirty="0"/>
                    </a:p>
                  </a:txBody>
                  <a:tcPr/>
                </a:tc>
                <a:tc>
                  <a:txBody>
                    <a:bodyPr/>
                    <a:lstStyle/>
                    <a:p>
                      <a:r>
                        <a:rPr lang="es-ES" dirty="0"/>
                        <a:t>edad</a:t>
                      </a:r>
                      <a:endParaRPr lang="es-MX" dirty="0"/>
                    </a:p>
                  </a:txBody>
                  <a:tcPr/>
                </a:tc>
                <a:tc>
                  <a:txBody>
                    <a:bodyPr/>
                    <a:lstStyle/>
                    <a:p>
                      <a:r>
                        <a:rPr lang="es-ES" dirty="0"/>
                        <a:t>apellido</a:t>
                      </a:r>
                      <a:endParaRPr lang="es-MX" dirty="0"/>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36313">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FFFF00"/>
                          </a:highlight>
                        </a:rPr>
                        <a:t>Martinez</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436313">
                <a:tc>
                  <a:txBody>
                    <a:bodyPr/>
                    <a:lstStyle/>
                    <a:p>
                      <a:r>
                        <a:rPr lang="es-ES" dirty="0"/>
                        <a:t>Andrea</a:t>
                      </a:r>
                      <a:endParaRPr lang="es-MX" dirty="0"/>
                    </a:p>
                  </a:txBody>
                  <a:tcPr/>
                </a:tc>
                <a:tc>
                  <a:txBody>
                    <a:bodyPr/>
                    <a:lstStyle/>
                    <a:p>
                      <a:r>
                        <a:rPr lang="es-ES" dirty="0"/>
                        <a:t>34</a:t>
                      </a:r>
                      <a:endParaRPr lang="es-MX" dirty="0"/>
                    </a:p>
                  </a:txBody>
                  <a:tcPr/>
                </a:tc>
                <a:tc>
                  <a:txBody>
                    <a:bodyPr/>
                    <a:lstStyle/>
                    <a:p>
                      <a:r>
                        <a:rPr lang="es-ES" dirty="0"/>
                        <a:t>Rosas</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436313">
                <a:tc>
                  <a:txBody>
                    <a:bodyPr/>
                    <a:lstStyle/>
                    <a:p>
                      <a:r>
                        <a:rPr lang="es-ES" dirty="0"/>
                        <a:t>Alfredo</a:t>
                      </a:r>
                      <a:endParaRPr lang="es-MX" dirty="0"/>
                    </a:p>
                  </a:txBody>
                  <a:tcPr/>
                </a:tc>
                <a:tc>
                  <a:txBody>
                    <a:bodyPr/>
                    <a:lstStyle/>
                    <a:p>
                      <a:r>
                        <a:rPr lang="es-ES" dirty="0"/>
                        <a:t>16</a:t>
                      </a:r>
                      <a:endParaRPr lang="es-MX" dirty="0"/>
                    </a:p>
                  </a:txBody>
                  <a:tcPr/>
                </a:tc>
                <a:tc>
                  <a:txBody>
                    <a:bodyPr/>
                    <a:lstStyle/>
                    <a:p>
                      <a:r>
                        <a:rPr lang="es-ES" dirty="0"/>
                        <a:t>Aragon</a:t>
                      </a:r>
                    </a:p>
                  </a:txBody>
                  <a:tcPr/>
                </a:tc>
                <a:tc>
                  <a:txBody>
                    <a:bodyPr/>
                    <a:lstStyle/>
                    <a:p>
                      <a:r>
                        <a:rPr lang="es-ES" dirty="0"/>
                        <a:t>Valencia</a:t>
                      </a:r>
                    </a:p>
                  </a:txBody>
                  <a:tcPr/>
                </a:tc>
                <a:extLst>
                  <a:ext uri="{0D108BD9-81ED-4DB2-BD59-A6C34878D82A}">
                    <a16:rowId xmlns:a16="http://schemas.microsoft.com/office/drawing/2014/main" val="3358495792"/>
                  </a:ext>
                </a:extLst>
              </a:tr>
              <a:tr h="601984">
                <a:tc>
                  <a:txBody>
                    <a:bodyPr/>
                    <a:lstStyle/>
                    <a:p>
                      <a:r>
                        <a:rPr lang="es-ES" dirty="0"/>
                        <a:t>Sofia</a:t>
                      </a:r>
                      <a:endParaRPr lang="es-MX" dirty="0"/>
                    </a:p>
                  </a:txBody>
                  <a:tcPr/>
                </a:tc>
                <a:tc>
                  <a:txBody>
                    <a:bodyPr/>
                    <a:lstStyle/>
                    <a:p>
                      <a:r>
                        <a:rPr lang="es-ES" dirty="0"/>
                        <a:t>18</a:t>
                      </a:r>
                      <a:endParaRPr lang="es-MX" dirty="0"/>
                    </a:p>
                  </a:txBody>
                  <a:tcPr/>
                </a:tc>
                <a:tc>
                  <a:txBody>
                    <a:bodyPr/>
                    <a:lstStyle/>
                    <a:p>
                      <a:r>
                        <a:rPr lang="es-ES" dirty="0"/>
                        <a:t>Hernandez</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436313">
                <a:tc>
                  <a:txBody>
                    <a:bodyPr/>
                    <a:lstStyle/>
                    <a:p>
                      <a:r>
                        <a:rPr lang="es-ES" dirty="0"/>
                        <a:t>Ana</a:t>
                      </a:r>
                      <a:endParaRPr lang="es-MX" dirty="0"/>
                    </a:p>
                  </a:txBody>
                  <a:tcPr/>
                </a:tc>
                <a:tc>
                  <a:txBody>
                    <a:bodyPr/>
                    <a:lstStyle/>
                    <a:p>
                      <a:r>
                        <a:rPr lang="es-ES" dirty="0"/>
                        <a:t>25</a:t>
                      </a:r>
                      <a:endParaRPr lang="es-MX" dirty="0"/>
                    </a:p>
                  </a:txBody>
                  <a:tcPr/>
                </a:tc>
                <a:tc>
                  <a:txBody>
                    <a:bodyPr/>
                    <a:lstStyle/>
                    <a:p>
                      <a:r>
                        <a:rPr lang="es-ES" dirty="0"/>
                        <a:t>González</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2" name="CuadroTexto 11">
            <a:extLst>
              <a:ext uri="{FF2B5EF4-FFF2-40B4-BE49-F238E27FC236}">
                <a16:creationId xmlns:a16="http://schemas.microsoft.com/office/drawing/2014/main" id="{CF354331-3B6A-4DB1-0D2A-BA5B2678745F}"/>
              </a:ext>
            </a:extLst>
          </p:cNvPr>
          <p:cNvSpPr txBox="1"/>
          <p:nvPr/>
        </p:nvSpPr>
        <p:spPr>
          <a:xfrm>
            <a:off x="283340" y="1174671"/>
            <a:ext cx="5242388" cy="307777"/>
          </a:xfrm>
          <a:prstGeom prst="rect">
            <a:avLst/>
          </a:prstGeom>
          <a:noFill/>
        </p:spPr>
        <p:txBody>
          <a:bodyPr wrap="square">
            <a:spAutoFit/>
          </a:bodyPr>
          <a:lstStyle/>
          <a:p>
            <a:r>
              <a:rPr lang="es-ES" sz="1400" b="1" dirty="0">
                <a:solidFill>
                  <a:srgbClr val="00B0F0"/>
                </a:solidFill>
              </a:rPr>
              <a:t>SELECT </a:t>
            </a:r>
            <a:r>
              <a:rPr lang="es-ES" sz="1400" b="1" dirty="0"/>
              <a:t>columna </a:t>
            </a:r>
            <a:r>
              <a:rPr lang="es-ES" sz="1400" b="1" dirty="0">
                <a:solidFill>
                  <a:srgbClr val="00B0F0"/>
                </a:solidFill>
              </a:rPr>
              <a:t>FROM</a:t>
            </a:r>
            <a:r>
              <a:rPr lang="es-ES" sz="1400" b="1" dirty="0"/>
              <a:t> tabla </a:t>
            </a:r>
            <a:r>
              <a:rPr lang="es-ES" sz="1400" b="1" dirty="0">
                <a:solidFill>
                  <a:srgbClr val="00B0F0"/>
                </a:solidFill>
              </a:rPr>
              <a:t>ORDER BY </a:t>
            </a:r>
            <a:r>
              <a:rPr lang="es-ES" sz="1400" b="1" dirty="0"/>
              <a:t>columna </a:t>
            </a:r>
            <a:r>
              <a:rPr lang="es-ES" sz="1400" b="1" dirty="0" err="1">
                <a:solidFill>
                  <a:srgbClr val="00B0F0"/>
                </a:solidFill>
              </a:rPr>
              <a:t>asc</a:t>
            </a:r>
            <a:r>
              <a:rPr lang="es-ES" sz="1400" b="1" dirty="0">
                <a:solidFill>
                  <a:srgbClr val="00B0F0"/>
                </a:solidFill>
              </a:rPr>
              <a:t>;</a:t>
            </a:r>
            <a:endParaRPr lang="es-MX" sz="1400" b="1" dirty="0">
              <a:solidFill>
                <a:srgbClr val="00B0F0"/>
              </a:solidFill>
            </a:endParaRPr>
          </a:p>
        </p:txBody>
      </p:sp>
      <p:graphicFrame>
        <p:nvGraphicFramePr>
          <p:cNvPr id="14" name="Tabla 13">
            <a:extLst>
              <a:ext uri="{FF2B5EF4-FFF2-40B4-BE49-F238E27FC236}">
                <a16:creationId xmlns:a16="http://schemas.microsoft.com/office/drawing/2014/main" id="{CE88767A-61AF-163C-C16D-5A3974860E9D}"/>
              </a:ext>
            </a:extLst>
          </p:cNvPr>
          <p:cNvGraphicFramePr>
            <a:graphicFrameLocks noGrp="1"/>
          </p:cNvGraphicFramePr>
          <p:nvPr/>
        </p:nvGraphicFramePr>
        <p:xfrm>
          <a:off x="3069691" y="2340573"/>
          <a:ext cx="1306752" cy="2783549"/>
        </p:xfrm>
        <a:graphic>
          <a:graphicData uri="http://schemas.openxmlformats.org/drawingml/2006/table">
            <a:tbl>
              <a:tblPr firstRow="1" bandRow="1">
                <a:tableStyleId>{5C22544A-7EE6-4342-B048-85BDC9FD1C3A}</a:tableStyleId>
              </a:tblPr>
              <a:tblGrid>
                <a:gridCol w="1306752">
                  <a:extLst>
                    <a:ext uri="{9D8B030D-6E8A-4147-A177-3AD203B41FA5}">
                      <a16:colId xmlns:a16="http://schemas.microsoft.com/office/drawing/2014/main" val="2348856314"/>
                    </a:ext>
                  </a:extLst>
                </a:gridCol>
              </a:tblGrid>
              <a:tr h="436313">
                <a:tc>
                  <a:txBody>
                    <a:bodyPr/>
                    <a:lstStyle/>
                    <a:p>
                      <a:r>
                        <a:rPr lang="es-ES" dirty="0"/>
                        <a:t>nombre</a:t>
                      </a:r>
                      <a:endParaRPr lang="es-MX" dirty="0"/>
                    </a:p>
                  </a:txBody>
                  <a:tcPr/>
                </a:tc>
                <a:extLst>
                  <a:ext uri="{0D108BD9-81ED-4DB2-BD59-A6C34878D82A}">
                    <a16:rowId xmlns:a16="http://schemas.microsoft.com/office/drawing/2014/main" val="3669690173"/>
                  </a:ext>
                </a:extLst>
              </a:tr>
              <a:tr h="436313">
                <a:tc>
                  <a:txBody>
                    <a:bodyPr/>
                    <a:lstStyle/>
                    <a:p>
                      <a:r>
                        <a:rPr lang="es-ES" dirty="0"/>
                        <a:t>Andrea</a:t>
                      </a:r>
                      <a:endParaRPr lang="es-MX" dirty="0"/>
                    </a:p>
                  </a:txBody>
                  <a:tcPr/>
                </a:tc>
                <a:extLst>
                  <a:ext uri="{0D108BD9-81ED-4DB2-BD59-A6C34878D82A}">
                    <a16:rowId xmlns:a16="http://schemas.microsoft.com/office/drawing/2014/main" val="774062901"/>
                  </a:ext>
                </a:extLst>
              </a:tr>
              <a:tr h="436313">
                <a:tc>
                  <a:txBody>
                    <a:bodyPr/>
                    <a:lstStyle/>
                    <a:p>
                      <a:r>
                        <a:rPr lang="es-ES" dirty="0"/>
                        <a:t>Juan</a:t>
                      </a:r>
                      <a:endParaRPr lang="es-MX" dirty="0"/>
                    </a:p>
                  </a:txBody>
                  <a:tcPr/>
                </a:tc>
                <a:extLst>
                  <a:ext uri="{0D108BD9-81ED-4DB2-BD59-A6C34878D82A}">
                    <a16:rowId xmlns:a16="http://schemas.microsoft.com/office/drawing/2014/main" val="1805615777"/>
                  </a:ext>
                </a:extLst>
              </a:tr>
              <a:tr h="436313">
                <a:tc>
                  <a:txBody>
                    <a:bodyPr/>
                    <a:lstStyle/>
                    <a:p>
                      <a:r>
                        <a:rPr lang="es-ES" dirty="0"/>
                        <a:t>Ana</a:t>
                      </a:r>
                      <a:endParaRPr lang="es-MX" dirty="0"/>
                    </a:p>
                  </a:txBody>
                  <a:tcPr/>
                </a:tc>
                <a:extLst>
                  <a:ext uri="{0D108BD9-81ED-4DB2-BD59-A6C34878D82A}">
                    <a16:rowId xmlns:a16="http://schemas.microsoft.com/office/drawing/2014/main" val="3358495792"/>
                  </a:ext>
                </a:extLst>
              </a:tr>
              <a:tr h="601984">
                <a:tc>
                  <a:txBody>
                    <a:bodyPr/>
                    <a:lstStyle/>
                    <a:p>
                      <a:r>
                        <a:rPr lang="es-ES" dirty="0"/>
                        <a:t>Sofia</a:t>
                      </a:r>
                      <a:endParaRPr lang="es-MX" dirty="0"/>
                    </a:p>
                  </a:txBody>
                  <a:tcPr/>
                </a:tc>
                <a:extLst>
                  <a:ext uri="{0D108BD9-81ED-4DB2-BD59-A6C34878D82A}">
                    <a16:rowId xmlns:a16="http://schemas.microsoft.com/office/drawing/2014/main" val="1343776285"/>
                  </a:ext>
                </a:extLst>
              </a:tr>
              <a:tr h="436313">
                <a:tc>
                  <a:txBody>
                    <a:bodyPr/>
                    <a:lstStyle/>
                    <a:p>
                      <a:r>
                        <a:rPr lang="es-ES" dirty="0"/>
                        <a:t>Alfredo</a:t>
                      </a:r>
                      <a:endParaRPr lang="es-MX" dirty="0"/>
                    </a:p>
                  </a:txBody>
                  <a:tcPr/>
                </a:tc>
                <a:extLst>
                  <a:ext uri="{0D108BD9-81ED-4DB2-BD59-A6C34878D82A}">
                    <a16:rowId xmlns:a16="http://schemas.microsoft.com/office/drawing/2014/main" val="3335725482"/>
                  </a:ext>
                </a:extLst>
              </a:tr>
            </a:tbl>
          </a:graphicData>
        </a:graphic>
      </p:graphicFrame>
      <p:sp>
        <p:nvSpPr>
          <p:cNvPr id="11" name="CuadroTexto 10">
            <a:extLst>
              <a:ext uri="{FF2B5EF4-FFF2-40B4-BE49-F238E27FC236}">
                <a16:creationId xmlns:a16="http://schemas.microsoft.com/office/drawing/2014/main" id="{2D4FD893-B951-BF38-DCD9-F4B6E2649DCA}"/>
              </a:ext>
            </a:extLst>
          </p:cNvPr>
          <p:cNvSpPr txBox="1"/>
          <p:nvPr/>
        </p:nvSpPr>
        <p:spPr>
          <a:xfrm>
            <a:off x="277335" y="6212549"/>
            <a:ext cx="4169254" cy="338554"/>
          </a:xfrm>
          <a:prstGeom prst="rect">
            <a:avLst/>
          </a:prstGeom>
          <a:noFill/>
        </p:spPr>
        <p:txBody>
          <a:bodyPr wrap="square">
            <a:spAutoFit/>
          </a:bodyPr>
          <a:lstStyle/>
          <a:p>
            <a:r>
              <a:rPr lang="en-US" sz="1600" b="1" dirty="0">
                <a:solidFill>
                  <a:srgbClr val="00B0F0"/>
                </a:solidFill>
              </a:rPr>
              <a:t>SELECT</a:t>
            </a:r>
            <a:r>
              <a:rPr lang="en-US" sz="1600" b="1" dirty="0"/>
              <a:t> </a:t>
            </a:r>
            <a:r>
              <a:rPr lang="en-US" sz="1600" b="1" dirty="0" err="1"/>
              <a:t>nombre</a:t>
            </a:r>
            <a:r>
              <a:rPr lang="en-US" sz="1600" b="1" dirty="0"/>
              <a:t> </a:t>
            </a:r>
            <a:r>
              <a:rPr lang="en-US" sz="1600" b="1" dirty="0">
                <a:solidFill>
                  <a:srgbClr val="00B0F0"/>
                </a:solidFill>
              </a:rPr>
              <a:t>FROM</a:t>
            </a:r>
            <a:r>
              <a:rPr lang="en-US" sz="1600" b="1" dirty="0"/>
              <a:t> </a:t>
            </a:r>
            <a:r>
              <a:rPr lang="en-US" sz="1600" b="1" dirty="0" err="1"/>
              <a:t>clientes</a:t>
            </a:r>
            <a:r>
              <a:rPr lang="en-US" sz="1600" b="1" dirty="0"/>
              <a:t> </a:t>
            </a:r>
            <a:r>
              <a:rPr lang="en-US" sz="1600" b="1" dirty="0">
                <a:solidFill>
                  <a:srgbClr val="00B0F0"/>
                </a:solidFill>
              </a:rPr>
              <a:t>LIMIT 3;</a:t>
            </a:r>
            <a:endParaRPr lang="es-MX" sz="1600" b="1" dirty="0">
              <a:solidFill>
                <a:srgbClr val="00B0F0"/>
              </a:solidFill>
            </a:endParaRPr>
          </a:p>
        </p:txBody>
      </p:sp>
      <p:graphicFrame>
        <p:nvGraphicFramePr>
          <p:cNvPr id="2" name="Tabla 1">
            <a:extLst>
              <a:ext uri="{FF2B5EF4-FFF2-40B4-BE49-F238E27FC236}">
                <a16:creationId xmlns:a16="http://schemas.microsoft.com/office/drawing/2014/main" id="{F3CFA700-3F66-BA12-35C5-1B3998C0EA60}"/>
              </a:ext>
            </a:extLst>
          </p:cNvPr>
          <p:cNvGraphicFramePr>
            <a:graphicFrameLocks noGrp="1"/>
          </p:cNvGraphicFramePr>
          <p:nvPr/>
        </p:nvGraphicFramePr>
        <p:xfrm>
          <a:off x="884891" y="2331258"/>
          <a:ext cx="1306752" cy="2783549"/>
        </p:xfrm>
        <a:graphic>
          <a:graphicData uri="http://schemas.openxmlformats.org/drawingml/2006/table">
            <a:tbl>
              <a:tblPr firstRow="1" bandRow="1">
                <a:tableStyleId>{5C22544A-7EE6-4342-B048-85BDC9FD1C3A}</a:tableStyleId>
              </a:tblPr>
              <a:tblGrid>
                <a:gridCol w="1306752">
                  <a:extLst>
                    <a:ext uri="{9D8B030D-6E8A-4147-A177-3AD203B41FA5}">
                      <a16:colId xmlns:a16="http://schemas.microsoft.com/office/drawing/2014/main" val="2348856314"/>
                    </a:ext>
                  </a:extLst>
                </a:gridCol>
              </a:tblGrid>
              <a:tr h="436313">
                <a:tc>
                  <a:txBody>
                    <a:bodyPr/>
                    <a:lstStyle/>
                    <a:p>
                      <a:r>
                        <a:rPr lang="es-ES" dirty="0"/>
                        <a:t>nombre</a:t>
                      </a:r>
                      <a:endParaRPr lang="es-MX" dirty="0"/>
                    </a:p>
                  </a:txBody>
                  <a:tcPr/>
                </a:tc>
                <a:extLst>
                  <a:ext uri="{0D108BD9-81ED-4DB2-BD59-A6C34878D82A}">
                    <a16:rowId xmlns:a16="http://schemas.microsoft.com/office/drawing/2014/main" val="3669690173"/>
                  </a:ext>
                </a:extLst>
              </a:tr>
              <a:tr h="43631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dirty="0"/>
                        <a:t>Alfredo</a:t>
                      </a:r>
                      <a:endParaRPr lang="es-MX" dirty="0"/>
                    </a:p>
                  </a:txBody>
                  <a:tcPr/>
                </a:tc>
                <a:extLst>
                  <a:ext uri="{0D108BD9-81ED-4DB2-BD59-A6C34878D82A}">
                    <a16:rowId xmlns:a16="http://schemas.microsoft.com/office/drawing/2014/main" val="774062901"/>
                  </a:ext>
                </a:extLst>
              </a:tr>
              <a:tr h="436313">
                <a:tc>
                  <a:txBody>
                    <a:bodyPr/>
                    <a:lstStyle/>
                    <a:p>
                      <a:r>
                        <a:rPr lang="es-ES" dirty="0"/>
                        <a:t>Sofia</a:t>
                      </a:r>
                      <a:endParaRPr lang="es-MX" dirty="0"/>
                    </a:p>
                  </a:txBody>
                  <a:tcPr/>
                </a:tc>
                <a:extLst>
                  <a:ext uri="{0D108BD9-81ED-4DB2-BD59-A6C34878D82A}">
                    <a16:rowId xmlns:a16="http://schemas.microsoft.com/office/drawing/2014/main" val="1805615777"/>
                  </a:ext>
                </a:extLst>
              </a:tr>
              <a:tr h="436313">
                <a:tc>
                  <a:txBody>
                    <a:bodyPr/>
                    <a:lstStyle/>
                    <a:p>
                      <a:r>
                        <a:rPr lang="es-ES" dirty="0"/>
                        <a:t>Ana</a:t>
                      </a:r>
                      <a:endParaRPr lang="es-MX" dirty="0"/>
                    </a:p>
                  </a:txBody>
                  <a:tcPr/>
                </a:tc>
                <a:extLst>
                  <a:ext uri="{0D108BD9-81ED-4DB2-BD59-A6C34878D82A}">
                    <a16:rowId xmlns:a16="http://schemas.microsoft.com/office/drawing/2014/main" val="3358495792"/>
                  </a:ext>
                </a:extLst>
              </a:tr>
              <a:tr h="601984">
                <a:tc>
                  <a:txBody>
                    <a:bodyPr/>
                    <a:lstStyle/>
                    <a:p>
                      <a:r>
                        <a:rPr lang="es-ES" dirty="0"/>
                        <a:t>Juan</a:t>
                      </a:r>
                      <a:endParaRPr lang="es-MX" dirty="0"/>
                    </a:p>
                  </a:txBody>
                  <a:tcPr/>
                </a:tc>
                <a:extLst>
                  <a:ext uri="{0D108BD9-81ED-4DB2-BD59-A6C34878D82A}">
                    <a16:rowId xmlns:a16="http://schemas.microsoft.com/office/drawing/2014/main" val="1343776285"/>
                  </a:ext>
                </a:extLst>
              </a:tr>
              <a:tr h="436313">
                <a:tc>
                  <a:txBody>
                    <a:bodyPr/>
                    <a:lstStyle/>
                    <a:p>
                      <a:r>
                        <a:rPr lang="es-ES" dirty="0"/>
                        <a:t>Andrea</a:t>
                      </a:r>
                      <a:endParaRPr lang="es-MX" dirty="0"/>
                    </a:p>
                  </a:txBody>
                  <a:tcPr/>
                </a:tc>
                <a:extLst>
                  <a:ext uri="{0D108BD9-81ED-4DB2-BD59-A6C34878D82A}">
                    <a16:rowId xmlns:a16="http://schemas.microsoft.com/office/drawing/2014/main" val="3335725482"/>
                  </a:ext>
                </a:extLst>
              </a:tr>
            </a:tbl>
          </a:graphicData>
        </a:graphic>
      </p:graphicFrame>
      <p:sp>
        <p:nvSpPr>
          <p:cNvPr id="5" name="CuadroTexto 4">
            <a:extLst>
              <a:ext uri="{FF2B5EF4-FFF2-40B4-BE49-F238E27FC236}">
                <a16:creationId xmlns:a16="http://schemas.microsoft.com/office/drawing/2014/main" id="{1681DDED-545E-C33A-272E-17529073CAFF}"/>
              </a:ext>
            </a:extLst>
          </p:cNvPr>
          <p:cNvSpPr txBox="1"/>
          <p:nvPr/>
        </p:nvSpPr>
        <p:spPr>
          <a:xfrm>
            <a:off x="816638" y="1996368"/>
            <a:ext cx="597251" cy="307777"/>
          </a:xfrm>
          <a:prstGeom prst="rect">
            <a:avLst/>
          </a:prstGeom>
          <a:noFill/>
        </p:spPr>
        <p:txBody>
          <a:bodyPr wrap="square">
            <a:spAutoFit/>
          </a:bodyPr>
          <a:lstStyle/>
          <a:p>
            <a:r>
              <a:rPr lang="es-ES" sz="1400" b="1" dirty="0" err="1">
                <a:solidFill>
                  <a:srgbClr val="00B0F0"/>
                </a:solidFill>
              </a:rPr>
              <a:t>asc</a:t>
            </a:r>
            <a:endParaRPr lang="es-MX" sz="1400" b="1" dirty="0">
              <a:solidFill>
                <a:srgbClr val="00B0F0"/>
              </a:solidFill>
            </a:endParaRPr>
          </a:p>
        </p:txBody>
      </p:sp>
      <p:sp>
        <p:nvSpPr>
          <p:cNvPr id="13" name="CuadroTexto 12">
            <a:extLst>
              <a:ext uri="{FF2B5EF4-FFF2-40B4-BE49-F238E27FC236}">
                <a16:creationId xmlns:a16="http://schemas.microsoft.com/office/drawing/2014/main" id="{A4608144-4A60-951C-1164-95DDCBF5626D}"/>
              </a:ext>
            </a:extLst>
          </p:cNvPr>
          <p:cNvSpPr txBox="1"/>
          <p:nvPr/>
        </p:nvSpPr>
        <p:spPr>
          <a:xfrm>
            <a:off x="3024995" y="1976905"/>
            <a:ext cx="751477" cy="307777"/>
          </a:xfrm>
          <a:prstGeom prst="rect">
            <a:avLst/>
          </a:prstGeom>
          <a:noFill/>
        </p:spPr>
        <p:txBody>
          <a:bodyPr wrap="square">
            <a:spAutoFit/>
          </a:bodyPr>
          <a:lstStyle/>
          <a:p>
            <a:r>
              <a:rPr lang="es-ES" sz="1400" b="1" dirty="0" err="1">
                <a:solidFill>
                  <a:srgbClr val="00B0F0"/>
                </a:solidFill>
              </a:rPr>
              <a:t>desc</a:t>
            </a:r>
            <a:endParaRPr lang="es-MX" sz="1400" b="1" dirty="0">
              <a:solidFill>
                <a:srgbClr val="00B0F0"/>
              </a:solidFill>
            </a:endParaRPr>
          </a:p>
        </p:txBody>
      </p:sp>
      <p:sp>
        <p:nvSpPr>
          <p:cNvPr id="15" name="CuadroTexto 14">
            <a:extLst>
              <a:ext uri="{FF2B5EF4-FFF2-40B4-BE49-F238E27FC236}">
                <a16:creationId xmlns:a16="http://schemas.microsoft.com/office/drawing/2014/main" id="{326B8F10-CD1D-C44A-68D3-8E8878C6E663}"/>
              </a:ext>
            </a:extLst>
          </p:cNvPr>
          <p:cNvSpPr txBox="1"/>
          <p:nvPr/>
        </p:nvSpPr>
        <p:spPr>
          <a:xfrm>
            <a:off x="5811735" y="764196"/>
            <a:ext cx="3323491" cy="369332"/>
          </a:xfrm>
          <a:prstGeom prst="rect">
            <a:avLst/>
          </a:prstGeom>
          <a:noFill/>
        </p:spPr>
        <p:txBody>
          <a:bodyPr wrap="square">
            <a:spAutoFit/>
          </a:bodyPr>
          <a:lstStyle/>
          <a:p>
            <a:r>
              <a:rPr lang="es-MX" dirty="0"/>
              <a:t>Tabla clientes</a:t>
            </a:r>
          </a:p>
        </p:txBody>
      </p:sp>
      <p:sp>
        <p:nvSpPr>
          <p:cNvPr id="16" name="CuadroTexto 15">
            <a:extLst>
              <a:ext uri="{FF2B5EF4-FFF2-40B4-BE49-F238E27FC236}">
                <a16:creationId xmlns:a16="http://schemas.microsoft.com/office/drawing/2014/main" id="{A60DEE55-307C-68B4-D25D-913740CF9908}"/>
              </a:ext>
            </a:extLst>
          </p:cNvPr>
          <p:cNvSpPr txBox="1"/>
          <p:nvPr/>
        </p:nvSpPr>
        <p:spPr>
          <a:xfrm>
            <a:off x="5768578" y="4280144"/>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982945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9F4A0-E234-31E1-5894-AACA478E22A9}"/>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D86AD2EE-6E57-A491-0EFC-6A97220F641D}"/>
              </a:ext>
            </a:extLst>
          </p:cNvPr>
          <p:cNvSpPr txBox="1">
            <a:spLocks/>
          </p:cNvSpPr>
          <p:nvPr/>
        </p:nvSpPr>
        <p:spPr>
          <a:xfrm>
            <a:off x="4333870" y="96774"/>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Función</a:t>
            </a:r>
            <a:r>
              <a:rPr lang="en-US" sz="2000" dirty="0"/>
              <a:t> de </a:t>
            </a:r>
            <a:r>
              <a:rPr lang="en-US" sz="2000" dirty="0" err="1"/>
              <a:t>agregación</a:t>
            </a:r>
            <a:r>
              <a:rPr lang="en-US" sz="2000" dirty="0"/>
              <a:t> </a:t>
            </a:r>
          </a:p>
        </p:txBody>
      </p:sp>
      <p:sp>
        <p:nvSpPr>
          <p:cNvPr id="4" name="CuadroTexto 3">
            <a:extLst>
              <a:ext uri="{FF2B5EF4-FFF2-40B4-BE49-F238E27FC236}">
                <a16:creationId xmlns:a16="http://schemas.microsoft.com/office/drawing/2014/main" id="{6BEAC3D0-3A0A-F822-2C2C-2DA010D5B2EC}"/>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05616C68-4F52-FF46-DC7E-07FAAD92A6DA}"/>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FAD7FD1C-C276-8883-E501-E1DF1652BBC0}"/>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DECAAA4D-FAC7-240B-2AAF-3946D97E0D7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graphicFrame>
        <p:nvGraphicFramePr>
          <p:cNvPr id="11" name="Tabla 10">
            <a:extLst>
              <a:ext uri="{FF2B5EF4-FFF2-40B4-BE49-F238E27FC236}">
                <a16:creationId xmlns:a16="http://schemas.microsoft.com/office/drawing/2014/main" id="{E0B9E3C0-A26D-3894-40C9-5F2B732F15A8}"/>
              </a:ext>
            </a:extLst>
          </p:cNvPr>
          <p:cNvGraphicFramePr>
            <a:graphicFrameLocks noGrp="1"/>
          </p:cNvGraphicFramePr>
          <p:nvPr/>
        </p:nvGraphicFramePr>
        <p:xfrm>
          <a:off x="422975" y="3412961"/>
          <a:ext cx="5081912" cy="2818409"/>
        </p:xfrm>
        <a:graphic>
          <a:graphicData uri="http://schemas.openxmlformats.org/drawingml/2006/table">
            <a:tbl>
              <a:tblPr firstRow="1" bandRow="1">
                <a:tableStyleId>{5C22544A-7EE6-4342-B048-85BDC9FD1C3A}</a:tableStyleId>
              </a:tblPr>
              <a:tblGrid>
                <a:gridCol w="1412027">
                  <a:extLst>
                    <a:ext uri="{9D8B030D-6E8A-4147-A177-3AD203B41FA5}">
                      <a16:colId xmlns:a16="http://schemas.microsoft.com/office/drawing/2014/main" val="2348856314"/>
                    </a:ext>
                  </a:extLst>
                </a:gridCol>
                <a:gridCol w="2442336">
                  <a:extLst>
                    <a:ext uri="{9D8B030D-6E8A-4147-A177-3AD203B41FA5}">
                      <a16:colId xmlns:a16="http://schemas.microsoft.com/office/drawing/2014/main" val="397937798"/>
                    </a:ext>
                  </a:extLst>
                </a:gridCol>
                <a:gridCol w="1227549">
                  <a:extLst>
                    <a:ext uri="{9D8B030D-6E8A-4147-A177-3AD203B41FA5}">
                      <a16:colId xmlns:a16="http://schemas.microsoft.com/office/drawing/2014/main" val="210104553"/>
                    </a:ext>
                  </a:extLst>
                </a:gridCol>
              </a:tblGrid>
              <a:tr h="504830">
                <a:tc>
                  <a:txBody>
                    <a:bodyPr/>
                    <a:lstStyle/>
                    <a:p>
                      <a:r>
                        <a:rPr lang="es-ES" dirty="0">
                          <a:solidFill>
                            <a:schemeClr val="tx1"/>
                          </a:solidFill>
                        </a:rPr>
                        <a:t>nombre</a:t>
                      </a:r>
                      <a:endParaRPr lang="es-MX" dirty="0">
                        <a:solidFill>
                          <a:schemeClr val="tx1"/>
                        </a:solidFill>
                      </a:endParaRPr>
                    </a:p>
                  </a:txBody>
                  <a:tcPr/>
                </a:tc>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Juan</a:t>
                      </a:r>
                      <a:endParaRPr lang="es-MX" dirty="0"/>
                    </a:p>
                  </a:txBody>
                  <a:tcPr/>
                </a:tc>
                <a:tc>
                  <a:txBody>
                    <a:bodyPr/>
                    <a:lstStyle/>
                    <a:p>
                      <a:r>
                        <a:rPr lang="es-MX" dirty="0"/>
                        <a:t>A1</a:t>
                      </a:r>
                    </a:p>
                  </a:txBody>
                  <a:tcPr/>
                </a:tc>
                <a:tc>
                  <a:txBody>
                    <a:bodyPr/>
                    <a:lstStyle/>
                    <a:p>
                      <a:r>
                        <a:rPr lang="es-ES" dirty="0"/>
                        <a:t>29</a:t>
                      </a:r>
                      <a:endParaRPr lang="es-MX" dirty="0"/>
                    </a:p>
                  </a:txBody>
                  <a:tcPr/>
                </a:tc>
                <a:extLst>
                  <a:ext uri="{0D108BD9-81ED-4DB2-BD59-A6C34878D82A}">
                    <a16:rowId xmlns:a16="http://schemas.microsoft.com/office/drawing/2014/main" val="774062901"/>
                  </a:ext>
                </a:extLst>
              </a:tr>
              <a:tr h="441309">
                <a:tc>
                  <a:txBody>
                    <a:bodyPr/>
                    <a:lstStyle/>
                    <a:p>
                      <a:r>
                        <a:rPr lang="es-ES" dirty="0"/>
                        <a:t>María</a:t>
                      </a:r>
                      <a:endParaRPr lang="es-MX" dirty="0"/>
                    </a:p>
                  </a:txBody>
                  <a:tcPr/>
                </a:tc>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1805615777"/>
                  </a:ext>
                </a:extLst>
              </a:tr>
              <a:tr h="374454">
                <a:tc>
                  <a:txBody>
                    <a:bodyPr/>
                    <a:lstStyle/>
                    <a:p>
                      <a:r>
                        <a:rPr lang="es-ES" dirty="0"/>
                        <a:t>Pedro</a:t>
                      </a:r>
                      <a:endParaRPr lang="es-MX" dirty="0"/>
                    </a:p>
                  </a:txBody>
                  <a:tcPr/>
                </a:tc>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3358495792"/>
                  </a:ext>
                </a:extLst>
              </a:tr>
              <a:tr h="374454">
                <a:tc>
                  <a:txBody>
                    <a:bodyPr/>
                    <a:lstStyle/>
                    <a:p>
                      <a:r>
                        <a:rPr lang="es-ES" dirty="0"/>
                        <a:t>Laura</a:t>
                      </a:r>
                      <a:endParaRPr lang="es-MX" dirty="0"/>
                    </a:p>
                  </a:txBody>
                  <a:tcPr/>
                </a:tc>
                <a:tc>
                  <a:txBody>
                    <a:bodyPr/>
                    <a:lstStyle/>
                    <a:p>
                      <a:r>
                        <a:rPr lang="es-MX" dirty="0"/>
                        <a:t>A1</a:t>
                      </a:r>
                    </a:p>
                  </a:txBody>
                  <a:tcPr/>
                </a:tc>
                <a:tc>
                  <a:txBody>
                    <a:bodyPr/>
                    <a:lstStyle/>
                    <a:p>
                      <a:r>
                        <a:rPr lang="es-ES" dirty="0"/>
                        <a:t>30</a:t>
                      </a:r>
                      <a:endParaRPr lang="es-MX" dirty="0"/>
                    </a:p>
                  </a:txBody>
                  <a:tcPr/>
                </a:tc>
                <a:extLst>
                  <a:ext uri="{0D108BD9-81ED-4DB2-BD59-A6C34878D82A}">
                    <a16:rowId xmlns:a16="http://schemas.microsoft.com/office/drawing/2014/main" val="1343776285"/>
                  </a:ext>
                </a:extLst>
              </a:tr>
              <a:tr h="374454">
                <a:tc>
                  <a:txBody>
                    <a:bodyPr/>
                    <a:lstStyle/>
                    <a:p>
                      <a:r>
                        <a:rPr lang="es-ES" dirty="0"/>
                        <a:t>Andrés</a:t>
                      </a:r>
                      <a:endParaRPr lang="es-MX" dirty="0"/>
                    </a:p>
                  </a:txBody>
                  <a:tcPr/>
                </a:tc>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335725482"/>
                  </a:ext>
                </a:extLst>
              </a:tr>
              <a:tr h="374454">
                <a:tc>
                  <a:txBody>
                    <a:bodyPr/>
                    <a:lstStyle/>
                    <a:p>
                      <a:r>
                        <a:rPr lang="es-MX" dirty="0"/>
                        <a:t>Ana</a:t>
                      </a:r>
                    </a:p>
                  </a:txBody>
                  <a:tcPr/>
                </a:tc>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3600898387"/>
                  </a:ext>
                </a:extLst>
              </a:tr>
            </a:tbl>
          </a:graphicData>
        </a:graphic>
      </p:graphicFrame>
      <p:sp>
        <p:nvSpPr>
          <p:cNvPr id="13" name="CuadroTexto 12">
            <a:extLst>
              <a:ext uri="{FF2B5EF4-FFF2-40B4-BE49-F238E27FC236}">
                <a16:creationId xmlns:a16="http://schemas.microsoft.com/office/drawing/2014/main" id="{04BEB355-0470-2616-E7A8-13DA3F996967}"/>
              </a:ext>
            </a:extLst>
          </p:cNvPr>
          <p:cNvSpPr txBox="1"/>
          <p:nvPr/>
        </p:nvSpPr>
        <p:spPr>
          <a:xfrm>
            <a:off x="334108" y="2970671"/>
            <a:ext cx="3323491" cy="369332"/>
          </a:xfrm>
          <a:prstGeom prst="rect">
            <a:avLst/>
          </a:prstGeom>
          <a:noFill/>
        </p:spPr>
        <p:txBody>
          <a:bodyPr wrap="square">
            <a:spAutoFit/>
          </a:bodyPr>
          <a:lstStyle/>
          <a:p>
            <a:r>
              <a:rPr lang="es-MX" dirty="0"/>
              <a:t>Tabla empleados</a:t>
            </a:r>
          </a:p>
        </p:txBody>
      </p:sp>
      <p:graphicFrame>
        <p:nvGraphicFramePr>
          <p:cNvPr id="14" name="Tabla 13">
            <a:extLst>
              <a:ext uri="{FF2B5EF4-FFF2-40B4-BE49-F238E27FC236}">
                <a16:creationId xmlns:a16="http://schemas.microsoft.com/office/drawing/2014/main" id="{43C1E250-C9AD-55E8-D481-0580CDC1B87C}"/>
              </a:ext>
            </a:extLst>
          </p:cNvPr>
          <p:cNvGraphicFramePr>
            <a:graphicFrameLocks noGrp="1"/>
          </p:cNvGraphicFramePr>
          <p:nvPr/>
        </p:nvGraphicFramePr>
        <p:xfrm>
          <a:off x="8121460" y="3360835"/>
          <a:ext cx="1227549" cy="879284"/>
        </p:xfrm>
        <a:graphic>
          <a:graphicData uri="http://schemas.openxmlformats.org/drawingml/2006/table">
            <a:tbl>
              <a:tblPr firstRow="1" bandRow="1">
                <a:tableStyleId>{5C22544A-7EE6-4342-B048-85BDC9FD1C3A}</a:tableStyleId>
              </a:tblPr>
              <a:tblGrid>
                <a:gridCol w="1227549">
                  <a:extLst>
                    <a:ext uri="{9D8B030D-6E8A-4147-A177-3AD203B41FA5}">
                      <a16:colId xmlns:a16="http://schemas.microsoft.com/office/drawing/2014/main" val="210104553"/>
                    </a:ext>
                  </a:extLst>
                </a:gridCol>
              </a:tblGrid>
              <a:tr h="504830">
                <a:tc>
                  <a:txBody>
                    <a:bodyPr/>
                    <a:lstStyle/>
                    <a:p>
                      <a:r>
                        <a:rPr lang="es-MX" dirty="0" err="1">
                          <a:solidFill>
                            <a:schemeClr val="tx1"/>
                          </a:solidFill>
                        </a:rPr>
                        <a:t>count</a:t>
                      </a:r>
                      <a:endParaRPr lang="es-MX" dirty="0">
                        <a:solidFill>
                          <a:schemeClr val="tx1"/>
                        </a:solidFill>
                      </a:endParaRPr>
                    </a:p>
                  </a:txBody>
                  <a:tcPr/>
                </a:tc>
                <a:extLst>
                  <a:ext uri="{0D108BD9-81ED-4DB2-BD59-A6C34878D82A}">
                    <a16:rowId xmlns:a16="http://schemas.microsoft.com/office/drawing/2014/main" val="3669690173"/>
                  </a:ext>
                </a:extLst>
              </a:tr>
              <a:tr h="374454">
                <a:tc>
                  <a:txBody>
                    <a:bodyPr/>
                    <a:lstStyle/>
                    <a:p>
                      <a:r>
                        <a:rPr lang="es-ES" dirty="0"/>
                        <a:t>6</a:t>
                      </a:r>
                      <a:endParaRPr lang="es-MX" dirty="0"/>
                    </a:p>
                  </a:txBody>
                  <a:tcPr/>
                </a:tc>
                <a:extLst>
                  <a:ext uri="{0D108BD9-81ED-4DB2-BD59-A6C34878D82A}">
                    <a16:rowId xmlns:a16="http://schemas.microsoft.com/office/drawing/2014/main" val="774062901"/>
                  </a:ext>
                </a:extLst>
              </a:tr>
            </a:tbl>
          </a:graphicData>
        </a:graphic>
      </p:graphicFrame>
      <p:sp>
        <p:nvSpPr>
          <p:cNvPr id="16" name="Título 1">
            <a:extLst>
              <a:ext uri="{FF2B5EF4-FFF2-40B4-BE49-F238E27FC236}">
                <a16:creationId xmlns:a16="http://schemas.microsoft.com/office/drawing/2014/main" id="{7656DB40-417B-44A3-F120-9BA77B8B37E5}"/>
              </a:ext>
            </a:extLst>
          </p:cNvPr>
          <p:cNvSpPr txBox="1">
            <a:spLocks/>
          </p:cNvSpPr>
          <p:nvPr/>
        </p:nvSpPr>
        <p:spPr>
          <a:xfrm>
            <a:off x="422975" y="886566"/>
            <a:ext cx="139702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a:t>COUNT</a:t>
            </a:r>
            <a:endParaRPr lang="en-US" sz="1800" dirty="0"/>
          </a:p>
        </p:txBody>
      </p:sp>
      <p:pic>
        <p:nvPicPr>
          <p:cNvPr id="17" name="Imagen 16">
            <a:extLst>
              <a:ext uri="{FF2B5EF4-FFF2-40B4-BE49-F238E27FC236}">
                <a16:creationId xmlns:a16="http://schemas.microsoft.com/office/drawing/2014/main" id="{2D96BF5C-1FF7-30C6-0FD0-A5C56C1C5B52}"/>
              </a:ext>
            </a:extLst>
          </p:cNvPr>
          <p:cNvPicPr>
            <a:picLocks noChangeAspect="1"/>
          </p:cNvPicPr>
          <p:nvPr/>
        </p:nvPicPr>
        <p:blipFill>
          <a:blip r:embed="rId4"/>
          <a:srcRect l="2327" t="8509" b="12727"/>
          <a:stretch/>
        </p:blipFill>
        <p:spPr>
          <a:xfrm>
            <a:off x="425122" y="1562323"/>
            <a:ext cx="4464099" cy="654520"/>
          </a:xfrm>
          <a:prstGeom prst="rect">
            <a:avLst/>
          </a:prstGeom>
        </p:spPr>
      </p:pic>
      <p:sp>
        <p:nvSpPr>
          <p:cNvPr id="18" name="CuadroTexto 17">
            <a:extLst>
              <a:ext uri="{FF2B5EF4-FFF2-40B4-BE49-F238E27FC236}">
                <a16:creationId xmlns:a16="http://schemas.microsoft.com/office/drawing/2014/main" id="{C7993FDF-D4D0-2EB9-F33E-B72B179FDCC6}"/>
              </a:ext>
            </a:extLst>
          </p:cNvPr>
          <p:cNvSpPr txBox="1"/>
          <p:nvPr/>
        </p:nvSpPr>
        <p:spPr>
          <a:xfrm>
            <a:off x="7316802" y="1402870"/>
            <a:ext cx="3632451" cy="923330"/>
          </a:xfrm>
          <a:prstGeom prst="rect">
            <a:avLst/>
          </a:prstGeom>
          <a:noFill/>
        </p:spPr>
        <p:txBody>
          <a:bodyPr wrap="square">
            <a:spAutoFit/>
          </a:bodyPr>
          <a:lstStyle/>
          <a:p>
            <a:r>
              <a:rPr lang="es-ES" dirty="0"/>
              <a:t>Se utiliza para contar el número de filas en una columna específica o en toda la tabla.</a:t>
            </a:r>
            <a:endParaRPr lang="es-MX" dirty="0"/>
          </a:p>
        </p:txBody>
      </p:sp>
    </p:spTree>
    <p:extLst>
      <p:ext uri="{BB962C8B-B14F-4D97-AF65-F5344CB8AC3E}">
        <p14:creationId xmlns:p14="http://schemas.microsoft.com/office/powerpoint/2010/main" val="2624839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D6220-CF0D-890D-433D-C4D1E7625929}"/>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D50839D2-B0F8-B9F6-6B6C-0E9BC68D7F66}"/>
              </a:ext>
            </a:extLst>
          </p:cNvPr>
          <p:cNvSpPr txBox="1">
            <a:spLocks/>
          </p:cNvSpPr>
          <p:nvPr/>
        </p:nvSpPr>
        <p:spPr>
          <a:xfrm>
            <a:off x="4333870" y="96774"/>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Función</a:t>
            </a:r>
            <a:r>
              <a:rPr lang="en-US" sz="2000" dirty="0"/>
              <a:t> de </a:t>
            </a:r>
            <a:r>
              <a:rPr lang="en-US" sz="2000" dirty="0" err="1"/>
              <a:t>agregación</a:t>
            </a:r>
            <a:r>
              <a:rPr lang="en-US" sz="2000" dirty="0"/>
              <a:t> </a:t>
            </a:r>
          </a:p>
        </p:txBody>
      </p:sp>
      <p:sp>
        <p:nvSpPr>
          <p:cNvPr id="4" name="CuadroTexto 3">
            <a:extLst>
              <a:ext uri="{FF2B5EF4-FFF2-40B4-BE49-F238E27FC236}">
                <a16:creationId xmlns:a16="http://schemas.microsoft.com/office/drawing/2014/main" id="{307BA526-CBE8-C388-4E01-E4267E0B2A45}"/>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99CA8640-2653-6AAC-4921-909CD5DFC78E}"/>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82A358E6-AAA8-525A-E223-C5B135024CC0}"/>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E0A0028F-00BB-6B04-51C9-B749C8FD8E0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graphicFrame>
        <p:nvGraphicFramePr>
          <p:cNvPr id="11" name="Tabla 10">
            <a:extLst>
              <a:ext uri="{FF2B5EF4-FFF2-40B4-BE49-F238E27FC236}">
                <a16:creationId xmlns:a16="http://schemas.microsoft.com/office/drawing/2014/main" id="{172E1C78-E73D-218E-73E9-514F4DA50A0C}"/>
              </a:ext>
            </a:extLst>
          </p:cNvPr>
          <p:cNvGraphicFramePr>
            <a:graphicFrameLocks noGrp="1"/>
          </p:cNvGraphicFramePr>
          <p:nvPr>
            <p:extLst>
              <p:ext uri="{D42A27DB-BD31-4B8C-83A1-F6EECF244321}">
                <p14:modId xmlns:p14="http://schemas.microsoft.com/office/powerpoint/2010/main" val="3583091499"/>
              </p:ext>
            </p:extLst>
          </p:nvPr>
        </p:nvGraphicFramePr>
        <p:xfrm>
          <a:off x="422975" y="3412961"/>
          <a:ext cx="5081912" cy="2818409"/>
        </p:xfrm>
        <a:graphic>
          <a:graphicData uri="http://schemas.openxmlformats.org/drawingml/2006/table">
            <a:tbl>
              <a:tblPr firstRow="1" bandRow="1">
                <a:tableStyleId>{5C22544A-7EE6-4342-B048-85BDC9FD1C3A}</a:tableStyleId>
              </a:tblPr>
              <a:tblGrid>
                <a:gridCol w="1412027">
                  <a:extLst>
                    <a:ext uri="{9D8B030D-6E8A-4147-A177-3AD203B41FA5}">
                      <a16:colId xmlns:a16="http://schemas.microsoft.com/office/drawing/2014/main" val="2348856314"/>
                    </a:ext>
                  </a:extLst>
                </a:gridCol>
                <a:gridCol w="2442336">
                  <a:extLst>
                    <a:ext uri="{9D8B030D-6E8A-4147-A177-3AD203B41FA5}">
                      <a16:colId xmlns:a16="http://schemas.microsoft.com/office/drawing/2014/main" val="397937798"/>
                    </a:ext>
                  </a:extLst>
                </a:gridCol>
                <a:gridCol w="1227549">
                  <a:extLst>
                    <a:ext uri="{9D8B030D-6E8A-4147-A177-3AD203B41FA5}">
                      <a16:colId xmlns:a16="http://schemas.microsoft.com/office/drawing/2014/main" val="210104553"/>
                    </a:ext>
                  </a:extLst>
                </a:gridCol>
              </a:tblGrid>
              <a:tr h="504830">
                <a:tc>
                  <a:txBody>
                    <a:bodyPr/>
                    <a:lstStyle/>
                    <a:p>
                      <a:r>
                        <a:rPr lang="es-ES" dirty="0">
                          <a:solidFill>
                            <a:schemeClr val="tx1"/>
                          </a:solidFill>
                        </a:rPr>
                        <a:t>nombre</a:t>
                      </a:r>
                      <a:endParaRPr lang="es-MX" dirty="0">
                        <a:solidFill>
                          <a:schemeClr val="tx1"/>
                        </a:solidFill>
                      </a:endParaRPr>
                    </a:p>
                  </a:txBody>
                  <a:tcPr/>
                </a:tc>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Juan</a:t>
                      </a:r>
                      <a:endParaRPr lang="es-MX" dirty="0"/>
                    </a:p>
                  </a:txBody>
                  <a:tcPr/>
                </a:tc>
                <a:tc>
                  <a:txBody>
                    <a:bodyPr/>
                    <a:lstStyle/>
                    <a:p>
                      <a:r>
                        <a:rPr lang="es-MX" dirty="0"/>
                        <a:t>A1</a:t>
                      </a:r>
                    </a:p>
                  </a:txBody>
                  <a:tcPr/>
                </a:tc>
                <a:tc>
                  <a:txBody>
                    <a:bodyPr/>
                    <a:lstStyle/>
                    <a:p>
                      <a:r>
                        <a:rPr lang="es-ES" dirty="0"/>
                        <a:t>29</a:t>
                      </a:r>
                      <a:endParaRPr lang="es-MX" dirty="0"/>
                    </a:p>
                  </a:txBody>
                  <a:tcPr/>
                </a:tc>
                <a:extLst>
                  <a:ext uri="{0D108BD9-81ED-4DB2-BD59-A6C34878D82A}">
                    <a16:rowId xmlns:a16="http://schemas.microsoft.com/office/drawing/2014/main" val="774062901"/>
                  </a:ext>
                </a:extLst>
              </a:tr>
              <a:tr h="441309">
                <a:tc>
                  <a:txBody>
                    <a:bodyPr/>
                    <a:lstStyle/>
                    <a:p>
                      <a:r>
                        <a:rPr lang="es-ES" dirty="0"/>
                        <a:t>María</a:t>
                      </a:r>
                      <a:endParaRPr lang="es-MX" dirty="0"/>
                    </a:p>
                  </a:txBody>
                  <a:tcPr/>
                </a:tc>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1805615777"/>
                  </a:ext>
                </a:extLst>
              </a:tr>
              <a:tr h="374454">
                <a:tc>
                  <a:txBody>
                    <a:bodyPr/>
                    <a:lstStyle/>
                    <a:p>
                      <a:r>
                        <a:rPr lang="es-ES" dirty="0"/>
                        <a:t>Pedro</a:t>
                      </a:r>
                      <a:endParaRPr lang="es-MX" dirty="0"/>
                    </a:p>
                  </a:txBody>
                  <a:tcPr/>
                </a:tc>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3358495792"/>
                  </a:ext>
                </a:extLst>
              </a:tr>
              <a:tr h="374454">
                <a:tc>
                  <a:txBody>
                    <a:bodyPr/>
                    <a:lstStyle/>
                    <a:p>
                      <a:r>
                        <a:rPr lang="es-ES" dirty="0"/>
                        <a:t>Laura</a:t>
                      </a:r>
                      <a:endParaRPr lang="es-MX" dirty="0"/>
                    </a:p>
                  </a:txBody>
                  <a:tcPr/>
                </a:tc>
                <a:tc>
                  <a:txBody>
                    <a:bodyPr/>
                    <a:lstStyle/>
                    <a:p>
                      <a:r>
                        <a:rPr lang="es-MX" dirty="0"/>
                        <a:t>A1</a:t>
                      </a:r>
                    </a:p>
                  </a:txBody>
                  <a:tcPr/>
                </a:tc>
                <a:tc>
                  <a:txBody>
                    <a:bodyPr/>
                    <a:lstStyle/>
                    <a:p>
                      <a:r>
                        <a:rPr lang="es-ES" dirty="0"/>
                        <a:t>30</a:t>
                      </a:r>
                      <a:endParaRPr lang="es-MX" dirty="0"/>
                    </a:p>
                  </a:txBody>
                  <a:tcPr/>
                </a:tc>
                <a:extLst>
                  <a:ext uri="{0D108BD9-81ED-4DB2-BD59-A6C34878D82A}">
                    <a16:rowId xmlns:a16="http://schemas.microsoft.com/office/drawing/2014/main" val="1343776285"/>
                  </a:ext>
                </a:extLst>
              </a:tr>
              <a:tr h="374454">
                <a:tc>
                  <a:txBody>
                    <a:bodyPr/>
                    <a:lstStyle/>
                    <a:p>
                      <a:r>
                        <a:rPr lang="es-ES" dirty="0"/>
                        <a:t>Andrés</a:t>
                      </a:r>
                      <a:endParaRPr lang="es-MX" dirty="0"/>
                    </a:p>
                  </a:txBody>
                  <a:tcPr/>
                </a:tc>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335725482"/>
                  </a:ext>
                </a:extLst>
              </a:tr>
              <a:tr h="374454">
                <a:tc>
                  <a:txBody>
                    <a:bodyPr/>
                    <a:lstStyle/>
                    <a:p>
                      <a:r>
                        <a:rPr lang="es-MX" dirty="0"/>
                        <a:t>Ana</a:t>
                      </a:r>
                    </a:p>
                  </a:txBody>
                  <a:tcPr/>
                </a:tc>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3600898387"/>
                  </a:ext>
                </a:extLst>
              </a:tr>
            </a:tbl>
          </a:graphicData>
        </a:graphic>
      </p:graphicFrame>
      <p:sp>
        <p:nvSpPr>
          <p:cNvPr id="13" name="CuadroTexto 12">
            <a:extLst>
              <a:ext uri="{FF2B5EF4-FFF2-40B4-BE49-F238E27FC236}">
                <a16:creationId xmlns:a16="http://schemas.microsoft.com/office/drawing/2014/main" id="{9727BA7A-43FC-52DB-4053-044C76532893}"/>
              </a:ext>
            </a:extLst>
          </p:cNvPr>
          <p:cNvSpPr txBox="1"/>
          <p:nvPr/>
        </p:nvSpPr>
        <p:spPr>
          <a:xfrm>
            <a:off x="334108" y="2970671"/>
            <a:ext cx="3323491" cy="369332"/>
          </a:xfrm>
          <a:prstGeom prst="rect">
            <a:avLst/>
          </a:prstGeom>
          <a:noFill/>
        </p:spPr>
        <p:txBody>
          <a:bodyPr wrap="square">
            <a:spAutoFit/>
          </a:bodyPr>
          <a:lstStyle/>
          <a:p>
            <a:r>
              <a:rPr lang="es-MX" dirty="0"/>
              <a:t>Tabla empleados</a:t>
            </a:r>
          </a:p>
        </p:txBody>
      </p:sp>
      <p:graphicFrame>
        <p:nvGraphicFramePr>
          <p:cNvPr id="14" name="Tabla 13">
            <a:extLst>
              <a:ext uri="{FF2B5EF4-FFF2-40B4-BE49-F238E27FC236}">
                <a16:creationId xmlns:a16="http://schemas.microsoft.com/office/drawing/2014/main" id="{5BAB674D-D8EC-AB6D-FD94-C3DB76DA6CA7}"/>
              </a:ext>
            </a:extLst>
          </p:cNvPr>
          <p:cNvGraphicFramePr>
            <a:graphicFrameLocks noGrp="1"/>
          </p:cNvGraphicFramePr>
          <p:nvPr>
            <p:extLst>
              <p:ext uri="{D42A27DB-BD31-4B8C-83A1-F6EECF244321}">
                <p14:modId xmlns:p14="http://schemas.microsoft.com/office/powerpoint/2010/main" val="543502330"/>
              </p:ext>
            </p:extLst>
          </p:nvPr>
        </p:nvGraphicFramePr>
        <p:xfrm>
          <a:off x="8121460" y="3360835"/>
          <a:ext cx="1227549" cy="879284"/>
        </p:xfrm>
        <a:graphic>
          <a:graphicData uri="http://schemas.openxmlformats.org/drawingml/2006/table">
            <a:tbl>
              <a:tblPr firstRow="1" bandRow="1">
                <a:tableStyleId>{5C22544A-7EE6-4342-B048-85BDC9FD1C3A}</a:tableStyleId>
              </a:tblPr>
              <a:tblGrid>
                <a:gridCol w="1227549">
                  <a:extLst>
                    <a:ext uri="{9D8B030D-6E8A-4147-A177-3AD203B41FA5}">
                      <a16:colId xmlns:a16="http://schemas.microsoft.com/office/drawing/2014/main" val="210104553"/>
                    </a:ext>
                  </a:extLst>
                </a:gridCol>
              </a:tblGrid>
              <a:tr h="504830">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185</a:t>
                      </a:r>
                      <a:endParaRPr lang="es-MX" dirty="0"/>
                    </a:p>
                  </a:txBody>
                  <a:tcPr/>
                </a:tc>
                <a:extLst>
                  <a:ext uri="{0D108BD9-81ED-4DB2-BD59-A6C34878D82A}">
                    <a16:rowId xmlns:a16="http://schemas.microsoft.com/office/drawing/2014/main" val="774062901"/>
                  </a:ext>
                </a:extLst>
              </a:tr>
            </a:tbl>
          </a:graphicData>
        </a:graphic>
      </p:graphicFrame>
      <p:sp>
        <p:nvSpPr>
          <p:cNvPr id="19" name="Título 1">
            <a:extLst>
              <a:ext uri="{FF2B5EF4-FFF2-40B4-BE49-F238E27FC236}">
                <a16:creationId xmlns:a16="http://schemas.microsoft.com/office/drawing/2014/main" id="{37BB3CC4-7A4C-908D-EE86-075D41F5D48F}"/>
              </a:ext>
            </a:extLst>
          </p:cNvPr>
          <p:cNvSpPr txBox="1">
            <a:spLocks/>
          </p:cNvSpPr>
          <p:nvPr/>
        </p:nvSpPr>
        <p:spPr>
          <a:xfrm>
            <a:off x="422975" y="958678"/>
            <a:ext cx="1239712"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a:t>SUM</a:t>
            </a:r>
            <a:endParaRPr lang="en-US" sz="1800" dirty="0"/>
          </a:p>
        </p:txBody>
      </p:sp>
      <p:pic>
        <p:nvPicPr>
          <p:cNvPr id="22" name="Imagen 21">
            <a:extLst>
              <a:ext uri="{FF2B5EF4-FFF2-40B4-BE49-F238E27FC236}">
                <a16:creationId xmlns:a16="http://schemas.microsoft.com/office/drawing/2014/main" id="{00B80655-A6F5-402C-0036-3E0D23729062}"/>
              </a:ext>
            </a:extLst>
          </p:cNvPr>
          <p:cNvPicPr>
            <a:picLocks noChangeAspect="1"/>
          </p:cNvPicPr>
          <p:nvPr/>
        </p:nvPicPr>
        <p:blipFill>
          <a:blip r:embed="rId4"/>
          <a:srcRect r="752" b="23934"/>
          <a:stretch/>
        </p:blipFill>
        <p:spPr>
          <a:xfrm>
            <a:off x="458491" y="1514877"/>
            <a:ext cx="4854243" cy="568539"/>
          </a:xfrm>
          <a:prstGeom prst="rect">
            <a:avLst/>
          </a:prstGeom>
        </p:spPr>
      </p:pic>
      <p:sp>
        <p:nvSpPr>
          <p:cNvPr id="23" name="CuadroTexto 22">
            <a:extLst>
              <a:ext uri="{FF2B5EF4-FFF2-40B4-BE49-F238E27FC236}">
                <a16:creationId xmlns:a16="http://schemas.microsoft.com/office/drawing/2014/main" id="{E8EE7FB9-6DFF-BAFC-8363-A5807CD952EF}"/>
              </a:ext>
            </a:extLst>
          </p:cNvPr>
          <p:cNvSpPr txBox="1"/>
          <p:nvPr/>
        </p:nvSpPr>
        <p:spPr>
          <a:xfrm>
            <a:off x="7529102" y="1411207"/>
            <a:ext cx="3176914" cy="923330"/>
          </a:xfrm>
          <a:prstGeom prst="rect">
            <a:avLst/>
          </a:prstGeom>
          <a:noFill/>
        </p:spPr>
        <p:txBody>
          <a:bodyPr wrap="square">
            <a:spAutoFit/>
          </a:bodyPr>
          <a:lstStyle/>
          <a:p>
            <a:r>
              <a:rPr lang="es-ES" dirty="0"/>
              <a:t>Devuelve la suma de los valores de una columna numérica.</a:t>
            </a:r>
            <a:endParaRPr lang="es-MX" dirty="0"/>
          </a:p>
        </p:txBody>
      </p:sp>
    </p:spTree>
    <p:extLst>
      <p:ext uri="{BB962C8B-B14F-4D97-AF65-F5344CB8AC3E}">
        <p14:creationId xmlns:p14="http://schemas.microsoft.com/office/powerpoint/2010/main" val="421240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90460-C8C6-277F-8A80-A65BA6CFB689}"/>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F856E6BE-97E4-DD36-2071-19E1D161606A}"/>
              </a:ext>
            </a:extLst>
          </p:cNvPr>
          <p:cNvSpPr txBox="1">
            <a:spLocks/>
          </p:cNvSpPr>
          <p:nvPr/>
        </p:nvSpPr>
        <p:spPr>
          <a:xfrm>
            <a:off x="4088598" y="-31952"/>
            <a:ext cx="350996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Funciones</a:t>
            </a:r>
            <a:r>
              <a:rPr lang="en-US" sz="2000" dirty="0"/>
              <a:t> de </a:t>
            </a:r>
            <a:r>
              <a:rPr lang="en-US" sz="2000" dirty="0" err="1"/>
              <a:t>agregaciÓn</a:t>
            </a:r>
            <a:endParaRPr lang="en-US" sz="2000" dirty="0"/>
          </a:p>
        </p:txBody>
      </p:sp>
      <p:sp>
        <p:nvSpPr>
          <p:cNvPr id="17" name="Título 1">
            <a:extLst>
              <a:ext uri="{FF2B5EF4-FFF2-40B4-BE49-F238E27FC236}">
                <a16:creationId xmlns:a16="http://schemas.microsoft.com/office/drawing/2014/main" id="{4C160EA5-F262-8AD6-DC9D-53ACB76B1FBC}"/>
              </a:ext>
            </a:extLst>
          </p:cNvPr>
          <p:cNvSpPr txBox="1">
            <a:spLocks/>
          </p:cNvSpPr>
          <p:nvPr/>
        </p:nvSpPr>
        <p:spPr>
          <a:xfrm>
            <a:off x="329875" y="901841"/>
            <a:ext cx="1239712"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A</a:t>
            </a:r>
            <a:r>
              <a:rPr lang="es-MX" sz="1800" dirty="0"/>
              <a:t>VG()</a:t>
            </a:r>
            <a:endParaRPr lang="en-US" sz="1800" dirty="0"/>
          </a:p>
        </p:txBody>
      </p:sp>
      <p:pic>
        <p:nvPicPr>
          <p:cNvPr id="21" name="Imagen 20">
            <a:extLst>
              <a:ext uri="{FF2B5EF4-FFF2-40B4-BE49-F238E27FC236}">
                <a16:creationId xmlns:a16="http://schemas.microsoft.com/office/drawing/2014/main" id="{A68AACE6-125A-B4E0-E2F0-C8DFFE62A01A}"/>
              </a:ext>
            </a:extLst>
          </p:cNvPr>
          <p:cNvPicPr>
            <a:picLocks noChangeAspect="1"/>
          </p:cNvPicPr>
          <p:nvPr/>
        </p:nvPicPr>
        <p:blipFill>
          <a:blip r:embed="rId2"/>
          <a:stretch>
            <a:fillRect/>
          </a:stretch>
        </p:blipFill>
        <p:spPr>
          <a:xfrm>
            <a:off x="329875" y="1396536"/>
            <a:ext cx="4615265" cy="591404"/>
          </a:xfrm>
          <a:prstGeom prst="rect">
            <a:avLst/>
          </a:prstGeom>
        </p:spPr>
      </p:pic>
      <p:sp>
        <p:nvSpPr>
          <p:cNvPr id="6" name="CuadroTexto 5">
            <a:extLst>
              <a:ext uri="{FF2B5EF4-FFF2-40B4-BE49-F238E27FC236}">
                <a16:creationId xmlns:a16="http://schemas.microsoft.com/office/drawing/2014/main" id="{7252D41B-4322-6730-52C2-E3A643DEFC88}"/>
              </a:ext>
            </a:extLst>
          </p:cNvPr>
          <p:cNvSpPr txBox="1"/>
          <p:nvPr/>
        </p:nvSpPr>
        <p:spPr>
          <a:xfrm>
            <a:off x="7873231" y="1149188"/>
            <a:ext cx="3632451" cy="646331"/>
          </a:xfrm>
          <a:prstGeom prst="rect">
            <a:avLst/>
          </a:prstGeom>
          <a:noFill/>
        </p:spPr>
        <p:txBody>
          <a:bodyPr wrap="square">
            <a:spAutoFit/>
          </a:bodyPr>
          <a:lstStyle/>
          <a:p>
            <a:r>
              <a:rPr lang="es-ES" dirty="0"/>
              <a:t>Devuelve el valor promedio de una columna numérica.</a:t>
            </a:r>
            <a:endParaRPr lang="es-MX" dirty="0"/>
          </a:p>
        </p:txBody>
      </p:sp>
      <p:cxnSp>
        <p:nvCxnSpPr>
          <p:cNvPr id="5" name="Conector recto 4">
            <a:extLst>
              <a:ext uri="{FF2B5EF4-FFF2-40B4-BE49-F238E27FC236}">
                <a16:creationId xmlns:a16="http://schemas.microsoft.com/office/drawing/2014/main" id="{90AEE697-3C24-7D44-F3D6-86960699BA1C}"/>
              </a:ext>
            </a:extLst>
          </p:cNvPr>
          <p:cNvCxnSpPr>
            <a:cxnSpLocks/>
          </p:cNvCxnSpPr>
          <p:nvPr/>
        </p:nvCxnSpPr>
        <p:spPr>
          <a:xfrm>
            <a:off x="36725" y="526067"/>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8" name="CuadroTexto 7">
            <a:extLst>
              <a:ext uri="{FF2B5EF4-FFF2-40B4-BE49-F238E27FC236}">
                <a16:creationId xmlns:a16="http://schemas.microsoft.com/office/drawing/2014/main" id="{252FAF42-75A9-A249-AFB4-1A5DFB1663BF}"/>
              </a:ext>
            </a:extLst>
          </p:cNvPr>
          <p:cNvSpPr txBox="1"/>
          <p:nvPr/>
        </p:nvSpPr>
        <p:spPr>
          <a:xfrm>
            <a:off x="-33370"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2" name="Picture 2">
            <a:extLst>
              <a:ext uri="{FF2B5EF4-FFF2-40B4-BE49-F238E27FC236}">
                <a16:creationId xmlns:a16="http://schemas.microsoft.com/office/drawing/2014/main" id="{19A3F700-79FC-BBF7-7EFE-A030A1A5105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5" name="CuadroTexto 14">
            <a:extLst>
              <a:ext uri="{FF2B5EF4-FFF2-40B4-BE49-F238E27FC236}">
                <a16:creationId xmlns:a16="http://schemas.microsoft.com/office/drawing/2014/main" id="{9F2363F8-0376-DB70-0C36-A30425434368}"/>
              </a:ext>
            </a:extLst>
          </p:cNvPr>
          <p:cNvSpPr txBox="1"/>
          <p:nvPr/>
        </p:nvSpPr>
        <p:spPr>
          <a:xfrm>
            <a:off x="334108" y="2970671"/>
            <a:ext cx="3323491" cy="369332"/>
          </a:xfrm>
          <a:prstGeom prst="rect">
            <a:avLst/>
          </a:prstGeom>
          <a:noFill/>
        </p:spPr>
        <p:txBody>
          <a:bodyPr wrap="square">
            <a:spAutoFit/>
          </a:bodyPr>
          <a:lstStyle/>
          <a:p>
            <a:r>
              <a:rPr lang="es-MX" dirty="0"/>
              <a:t>Tabla empleados</a:t>
            </a:r>
          </a:p>
        </p:txBody>
      </p:sp>
      <p:graphicFrame>
        <p:nvGraphicFramePr>
          <p:cNvPr id="18" name="Tabla 17">
            <a:extLst>
              <a:ext uri="{FF2B5EF4-FFF2-40B4-BE49-F238E27FC236}">
                <a16:creationId xmlns:a16="http://schemas.microsoft.com/office/drawing/2014/main" id="{0121E69D-1252-0A24-C4ED-2A973015AF17}"/>
              </a:ext>
            </a:extLst>
          </p:cNvPr>
          <p:cNvGraphicFramePr>
            <a:graphicFrameLocks noGrp="1"/>
          </p:cNvGraphicFramePr>
          <p:nvPr>
            <p:extLst>
              <p:ext uri="{D42A27DB-BD31-4B8C-83A1-F6EECF244321}">
                <p14:modId xmlns:p14="http://schemas.microsoft.com/office/powerpoint/2010/main" val="27934196"/>
              </p:ext>
            </p:extLst>
          </p:nvPr>
        </p:nvGraphicFramePr>
        <p:xfrm>
          <a:off x="422975" y="3412961"/>
          <a:ext cx="5081912" cy="2818409"/>
        </p:xfrm>
        <a:graphic>
          <a:graphicData uri="http://schemas.openxmlformats.org/drawingml/2006/table">
            <a:tbl>
              <a:tblPr firstRow="1" bandRow="1">
                <a:tableStyleId>{5C22544A-7EE6-4342-B048-85BDC9FD1C3A}</a:tableStyleId>
              </a:tblPr>
              <a:tblGrid>
                <a:gridCol w="1412027">
                  <a:extLst>
                    <a:ext uri="{9D8B030D-6E8A-4147-A177-3AD203B41FA5}">
                      <a16:colId xmlns:a16="http://schemas.microsoft.com/office/drawing/2014/main" val="2348856314"/>
                    </a:ext>
                  </a:extLst>
                </a:gridCol>
                <a:gridCol w="2442336">
                  <a:extLst>
                    <a:ext uri="{9D8B030D-6E8A-4147-A177-3AD203B41FA5}">
                      <a16:colId xmlns:a16="http://schemas.microsoft.com/office/drawing/2014/main" val="397937798"/>
                    </a:ext>
                  </a:extLst>
                </a:gridCol>
                <a:gridCol w="1227549">
                  <a:extLst>
                    <a:ext uri="{9D8B030D-6E8A-4147-A177-3AD203B41FA5}">
                      <a16:colId xmlns:a16="http://schemas.microsoft.com/office/drawing/2014/main" val="210104553"/>
                    </a:ext>
                  </a:extLst>
                </a:gridCol>
              </a:tblGrid>
              <a:tr h="504830">
                <a:tc>
                  <a:txBody>
                    <a:bodyPr/>
                    <a:lstStyle/>
                    <a:p>
                      <a:r>
                        <a:rPr lang="es-ES" dirty="0">
                          <a:solidFill>
                            <a:schemeClr val="tx1"/>
                          </a:solidFill>
                        </a:rPr>
                        <a:t>nombre</a:t>
                      </a:r>
                      <a:endParaRPr lang="es-MX" dirty="0">
                        <a:solidFill>
                          <a:schemeClr val="tx1"/>
                        </a:solidFill>
                      </a:endParaRPr>
                    </a:p>
                  </a:txBody>
                  <a:tcPr/>
                </a:tc>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Juan</a:t>
                      </a:r>
                      <a:endParaRPr lang="es-MX" dirty="0"/>
                    </a:p>
                  </a:txBody>
                  <a:tcPr/>
                </a:tc>
                <a:tc>
                  <a:txBody>
                    <a:bodyPr/>
                    <a:lstStyle/>
                    <a:p>
                      <a:r>
                        <a:rPr lang="es-MX" dirty="0"/>
                        <a:t>A1</a:t>
                      </a:r>
                    </a:p>
                  </a:txBody>
                  <a:tcPr/>
                </a:tc>
                <a:tc>
                  <a:txBody>
                    <a:bodyPr/>
                    <a:lstStyle/>
                    <a:p>
                      <a:r>
                        <a:rPr lang="es-ES" dirty="0"/>
                        <a:t>29</a:t>
                      </a:r>
                      <a:endParaRPr lang="es-MX" dirty="0"/>
                    </a:p>
                  </a:txBody>
                  <a:tcPr/>
                </a:tc>
                <a:extLst>
                  <a:ext uri="{0D108BD9-81ED-4DB2-BD59-A6C34878D82A}">
                    <a16:rowId xmlns:a16="http://schemas.microsoft.com/office/drawing/2014/main" val="774062901"/>
                  </a:ext>
                </a:extLst>
              </a:tr>
              <a:tr h="441309">
                <a:tc>
                  <a:txBody>
                    <a:bodyPr/>
                    <a:lstStyle/>
                    <a:p>
                      <a:r>
                        <a:rPr lang="es-ES" dirty="0"/>
                        <a:t>María</a:t>
                      </a:r>
                      <a:endParaRPr lang="es-MX" dirty="0"/>
                    </a:p>
                  </a:txBody>
                  <a:tcPr/>
                </a:tc>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1805615777"/>
                  </a:ext>
                </a:extLst>
              </a:tr>
              <a:tr h="374454">
                <a:tc>
                  <a:txBody>
                    <a:bodyPr/>
                    <a:lstStyle/>
                    <a:p>
                      <a:r>
                        <a:rPr lang="es-ES" dirty="0"/>
                        <a:t>Pedro</a:t>
                      </a:r>
                      <a:endParaRPr lang="es-MX" dirty="0"/>
                    </a:p>
                  </a:txBody>
                  <a:tcPr/>
                </a:tc>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3358495792"/>
                  </a:ext>
                </a:extLst>
              </a:tr>
              <a:tr h="374454">
                <a:tc>
                  <a:txBody>
                    <a:bodyPr/>
                    <a:lstStyle/>
                    <a:p>
                      <a:r>
                        <a:rPr lang="es-ES" dirty="0"/>
                        <a:t>Laura</a:t>
                      </a:r>
                      <a:endParaRPr lang="es-MX" dirty="0"/>
                    </a:p>
                  </a:txBody>
                  <a:tcPr/>
                </a:tc>
                <a:tc>
                  <a:txBody>
                    <a:bodyPr/>
                    <a:lstStyle/>
                    <a:p>
                      <a:r>
                        <a:rPr lang="es-MX" dirty="0"/>
                        <a:t>A1</a:t>
                      </a:r>
                    </a:p>
                  </a:txBody>
                  <a:tcPr/>
                </a:tc>
                <a:tc>
                  <a:txBody>
                    <a:bodyPr/>
                    <a:lstStyle/>
                    <a:p>
                      <a:r>
                        <a:rPr lang="es-ES" dirty="0"/>
                        <a:t>30</a:t>
                      </a:r>
                      <a:endParaRPr lang="es-MX" dirty="0"/>
                    </a:p>
                  </a:txBody>
                  <a:tcPr/>
                </a:tc>
                <a:extLst>
                  <a:ext uri="{0D108BD9-81ED-4DB2-BD59-A6C34878D82A}">
                    <a16:rowId xmlns:a16="http://schemas.microsoft.com/office/drawing/2014/main" val="1343776285"/>
                  </a:ext>
                </a:extLst>
              </a:tr>
              <a:tr h="374454">
                <a:tc>
                  <a:txBody>
                    <a:bodyPr/>
                    <a:lstStyle/>
                    <a:p>
                      <a:r>
                        <a:rPr lang="es-ES" dirty="0"/>
                        <a:t>Andrés</a:t>
                      </a:r>
                      <a:endParaRPr lang="es-MX" dirty="0"/>
                    </a:p>
                  </a:txBody>
                  <a:tcPr/>
                </a:tc>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335725482"/>
                  </a:ext>
                </a:extLst>
              </a:tr>
              <a:tr h="374454">
                <a:tc>
                  <a:txBody>
                    <a:bodyPr/>
                    <a:lstStyle/>
                    <a:p>
                      <a:r>
                        <a:rPr lang="es-MX" dirty="0"/>
                        <a:t>Ana</a:t>
                      </a:r>
                    </a:p>
                  </a:txBody>
                  <a:tcPr/>
                </a:tc>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3600898387"/>
                  </a:ext>
                </a:extLst>
              </a:tr>
            </a:tbl>
          </a:graphicData>
        </a:graphic>
      </p:graphicFrame>
      <p:graphicFrame>
        <p:nvGraphicFramePr>
          <p:cNvPr id="20" name="Tabla 19">
            <a:extLst>
              <a:ext uri="{FF2B5EF4-FFF2-40B4-BE49-F238E27FC236}">
                <a16:creationId xmlns:a16="http://schemas.microsoft.com/office/drawing/2014/main" id="{AC5C2814-FD6B-E2DE-D19A-3F2BD900BCD4}"/>
              </a:ext>
            </a:extLst>
          </p:cNvPr>
          <p:cNvGraphicFramePr>
            <a:graphicFrameLocks noGrp="1"/>
          </p:cNvGraphicFramePr>
          <p:nvPr>
            <p:extLst>
              <p:ext uri="{D42A27DB-BD31-4B8C-83A1-F6EECF244321}">
                <p14:modId xmlns:p14="http://schemas.microsoft.com/office/powerpoint/2010/main" val="327233178"/>
              </p:ext>
            </p:extLst>
          </p:nvPr>
        </p:nvGraphicFramePr>
        <p:xfrm>
          <a:off x="8121460" y="3360835"/>
          <a:ext cx="1227549" cy="879284"/>
        </p:xfrm>
        <a:graphic>
          <a:graphicData uri="http://schemas.openxmlformats.org/drawingml/2006/table">
            <a:tbl>
              <a:tblPr firstRow="1" bandRow="1">
                <a:tableStyleId>{5C22544A-7EE6-4342-B048-85BDC9FD1C3A}</a:tableStyleId>
              </a:tblPr>
              <a:tblGrid>
                <a:gridCol w="1227549">
                  <a:extLst>
                    <a:ext uri="{9D8B030D-6E8A-4147-A177-3AD203B41FA5}">
                      <a16:colId xmlns:a16="http://schemas.microsoft.com/office/drawing/2014/main" val="210104553"/>
                    </a:ext>
                  </a:extLst>
                </a:gridCol>
              </a:tblGrid>
              <a:tr h="504830">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30.83</a:t>
                      </a:r>
                      <a:endParaRPr lang="es-MX" dirty="0"/>
                    </a:p>
                  </a:txBody>
                  <a:tcPr/>
                </a:tc>
                <a:extLst>
                  <a:ext uri="{0D108BD9-81ED-4DB2-BD59-A6C34878D82A}">
                    <a16:rowId xmlns:a16="http://schemas.microsoft.com/office/drawing/2014/main" val="774062901"/>
                  </a:ext>
                </a:extLst>
              </a:tr>
            </a:tbl>
          </a:graphicData>
        </a:graphic>
      </p:graphicFrame>
    </p:spTree>
    <p:extLst>
      <p:ext uri="{BB962C8B-B14F-4D97-AF65-F5344CB8AC3E}">
        <p14:creationId xmlns:p14="http://schemas.microsoft.com/office/powerpoint/2010/main" val="2572099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1280F-E821-B1AF-15E7-6F5CFD835CD2}"/>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273E5CF3-5408-7F2F-3666-02391A5919B9}"/>
              </a:ext>
            </a:extLst>
          </p:cNvPr>
          <p:cNvSpPr txBox="1">
            <a:spLocks/>
          </p:cNvSpPr>
          <p:nvPr/>
        </p:nvSpPr>
        <p:spPr>
          <a:xfrm>
            <a:off x="4333870" y="96774"/>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Función</a:t>
            </a:r>
            <a:r>
              <a:rPr lang="en-US" sz="2000" dirty="0"/>
              <a:t> de </a:t>
            </a:r>
            <a:r>
              <a:rPr lang="en-US" sz="2000" dirty="0" err="1"/>
              <a:t>agregación</a:t>
            </a:r>
            <a:r>
              <a:rPr lang="en-US" sz="2000" dirty="0"/>
              <a:t> </a:t>
            </a:r>
          </a:p>
        </p:txBody>
      </p:sp>
      <p:sp>
        <p:nvSpPr>
          <p:cNvPr id="4" name="CuadroTexto 3">
            <a:extLst>
              <a:ext uri="{FF2B5EF4-FFF2-40B4-BE49-F238E27FC236}">
                <a16:creationId xmlns:a16="http://schemas.microsoft.com/office/drawing/2014/main" id="{FBA05432-3F30-7FDE-AD10-4462D1211D8F}"/>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21" name="Título 1">
            <a:extLst>
              <a:ext uri="{FF2B5EF4-FFF2-40B4-BE49-F238E27FC236}">
                <a16:creationId xmlns:a16="http://schemas.microsoft.com/office/drawing/2014/main" id="{61C2272F-F615-316B-2FE3-37A7E23A67BA}"/>
              </a:ext>
            </a:extLst>
          </p:cNvPr>
          <p:cNvSpPr txBox="1">
            <a:spLocks/>
          </p:cNvSpPr>
          <p:nvPr/>
        </p:nvSpPr>
        <p:spPr>
          <a:xfrm>
            <a:off x="422975" y="1148271"/>
            <a:ext cx="107152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a:t>MAX</a:t>
            </a:r>
            <a:endParaRPr lang="en-US" sz="1800" dirty="0"/>
          </a:p>
        </p:txBody>
      </p:sp>
      <p:pic>
        <p:nvPicPr>
          <p:cNvPr id="15" name="Imagen 14">
            <a:extLst>
              <a:ext uri="{FF2B5EF4-FFF2-40B4-BE49-F238E27FC236}">
                <a16:creationId xmlns:a16="http://schemas.microsoft.com/office/drawing/2014/main" id="{3C5AB2BA-82BD-A2EA-BF6E-7A4421602CCF}"/>
              </a:ext>
            </a:extLst>
          </p:cNvPr>
          <p:cNvPicPr>
            <a:picLocks noChangeAspect="1"/>
          </p:cNvPicPr>
          <p:nvPr/>
        </p:nvPicPr>
        <p:blipFill>
          <a:blip r:embed="rId2"/>
          <a:stretch>
            <a:fillRect/>
          </a:stretch>
        </p:blipFill>
        <p:spPr>
          <a:xfrm>
            <a:off x="422975" y="1774769"/>
            <a:ext cx="4444293" cy="611090"/>
          </a:xfrm>
          <a:prstGeom prst="rect">
            <a:avLst/>
          </a:prstGeom>
        </p:spPr>
      </p:pic>
      <p:sp>
        <p:nvSpPr>
          <p:cNvPr id="6" name="CuadroTexto 5">
            <a:extLst>
              <a:ext uri="{FF2B5EF4-FFF2-40B4-BE49-F238E27FC236}">
                <a16:creationId xmlns:a16="http://schemas.microsoft.com/office/drawing/2014/main" id="{7D155951-83D2-B661-FBD7-84561AE06B3E}"/>
              </a:ext>
            </a:extLst>
          </p:cNvPr>
          <p:cNvSpPr txBox="1"/>
          <p:nvPr/>
        </p:nvSpPr>
        <p:spPr>
          <a:xfrm>
            <a:off x="7416071" y="1524726"/>
            <a:ext cx="4021205" cy="646331"/>
          </a:xfrm>
          <a:prstGeom prst="rect">
            <a:avLst/>
          </a:prstGeom>
          <a:noFill/>
        </p:spPr>
        <p:txBody>
          <a:bodyPr wrap="square">
            <a:spAutoFit/>
          </a:bodyPr>
          <a:lstStyle/>
          <a:p>
            <a:r>
              <a:rPr lang="es-ES" dirty="0"/>
              <a:t>Devuelve el valor máximo de una columna numérica o de fecha.</a:t>
            </a:r>
          </a:p>
        </p:txBody>
      </p:sp>
      <p:cxnSp>
        <p:nvCxnSpPr>
          <p:cNvPr id="2" name="Conector recto 1">
            <a:extLst>
              <a:ext uri="{FF2B5EF4-FFF2-40B4-BE49-F238E27FC236}">
                <a16:creationId xmlns:a16="http://schemas.microsoft.com/office/drawing/2014/main" id="{C77F2867-96D9-9CF1-692E-97FE7F957178}"/>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571171A9-26F6-7628-FB48-70C6E5AD0F64}"/>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7323980B-18CA-C03F-2CF4-CF5C26AA755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graphicFrame>
        <p:nvGraphicFramePr>
          <p:cNvPr id="11" name="Tabla 10">
            <a:extLst>
              <a:ext uri="{FF2B5EF4-FFF2-40B4-BE49-F238E27FC236}">
                <a16:creationId xmlns:a16="http://schemas.microsoft.com/office/drawing/2014/main" id="{BE577DCD-0D95-B43C-43E2-420C6D5AF7C0}"/>
              </a:ext>
            </a:extLst>
          </p:cNvPr>
          <p:cNvGraphicFramePr>
            <a:graphicFrameLocks noGrp="1"/>
          </p:cNvGraphicFramePr>
          <p:nvPr/>
        </p:nvGraphicFramePr>
        <p:xfrm>
          <a:off x="422975" y="3412961"/>
          <a:ext cx="5081912" cy="2818409"/>
        </p:xfrm>
        <a:graphic>
          <a:graphicData uri="http://schemas.openxmlformats.org/drawingml/2006/table">
            <a:tbl>
              <a:tblPr firstRow="1" bandRow="1">
                <a:tableStyleId>{5C22544A-7EE6-4342-B048-85BDC9FD1C3A}</a:tableStyleId>
              </a:tblPr>
              <a:tblGrid>
                <a:gridCol w="1412027">
                  <a:extLst>
                    <a:ext uri="{9D8B030D-6E8A-4147-A177-3AD203B41FA5}">
                      <a16:colId xmlns:a16="http://schemas.microsoft.com/office/drawing/2014/main" val="2348856314"/>
                    </a:ext>
                  </a:extLst>
                </a:gridCol>
                <a:gridCol w="2442336">
                  <a:extLst>
                    <a:ext uri="{9D8B030D-6E8A-4147-A177-3AD203B41FA5}">
                      <a16:colId xmlns:a16="http://schemas.microsoft.com/office/drawing/2014/main" val="397937798"/>
                    </a:ext>
                  </a:extLst>
                </a:gridCol>
                <a:gridCol w="1227549">
                  <a:extLst>
                    <a:ext uri="{9D8B030D-6E8A-4147-A177-3AD203B41FA5}">
                      <a16:colId xmlns:a16="http://schemas.microsoft.com/office/drawing/2014/main" val="210104553"/>
                    </a:ext>
                  </a:extLst>
                </a:gridCol>
              </a:tblGrid>
              <a:tr h="504830">
                <a:tc>
                  <a:txBody>
                    <a:bodyPr/>
                    <a:lstStyle/>
                    <a:p>
                      <a:r>
                        <a:rPr lang="es-ES" dirty="0">
                          <a:solidFill>
                            <a:schemeClr val="tx1"/>
                          </a:solidFill>
                        </a:rPr>
                        <a:t>nombre</a:t>
                      </a:r>
                      <a:endParaRPr lang="es-MX" dirty="0">
                        <a:solidFill>
                          <a:schemeClr val="tx1"/>
                        </a:solidFill>
                      </a:endParaRPr>
                    </a:p>
                  </a:txBody>
                  <a:tcPr/>
                </a:tc>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Juan</a:t>
                      </a:r>
                      <a:endParaRPr lang="es-MX" dirty="0"/>
                    </a:p>
                  </a:txBody>
                  <a:tcPr/>
                </a:tc>
                <a:tc>
                  <a:txBody>
                    <a:bodyPr/>
                    <a:lstStyle/>
                    <a:p>
                      <a:r>
                        <a:rPr lang="es-MX" dirty="0"/>
                        <a:t>A1</a:t>
                      </a:r>
                    </a:p>
                  </a:txBody>
                  <a:tcPr/>
                </a:tc>
                <a:tc>
                  <a:txBody>
                    <a:bodyPr/>
                    <a:lstStyle/>
                    <a:p>
                      <a:r>
                        <a:rPr lang="es-ES" dirty="0"/>
                        <a:t>29</a:t>
                      </a:r>
                      <a:endParaRPr lang="es-MX" dirty="0"/>
                    </a:p>
                  </a:txBody>
                  <a:tcPr/>
                </a:tc>
                <a:extLst>
                  <a:ext uri="{0D108BD9-81ED-4DB2-BD59-A6C34878D82A}">
                    <a16:rowId xmlns:a16="http://schemas.microsoft.com/office/drawing/2014/main" val="774062901"/>
                  </a:ext>
                </a:extLst>
              </a:tr>
              <a:tr h="441309">
                <a:tc>
                  <a:txBody>
                    <a:bodyPr/>
                    <a:lstStyle/>
                    <a:p>
                      <a:r>
                        <a:rPr lang="es-ES" dirty="0"/>
                        <a:t>María</a:t>
                      </a:r>
                      <a:endParaRPr lang="es-MX" dirty="0"/>
                    </a:p>
                  </a:txBody>
                  <a:tcPr/>
                </a:tc>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1805615777"/>
                  </a:ext>
                </a:extLst>
              </a:tr>
              <a:tr h="374454">
                <a:tc>
                  <a:txBody>
                    <a:bodyPr/>
                    <a:lstStyle/>
                    <a:p>
                      <a:r>
                        <a:rPr lang="es-ES" dirty="0"/>
                        <a:t>Pedro</a:t>
                      </a:r>
                      <a:endParaRPr lang="es-MX" dirty="0"/>
                    </a:p>
                  </a:txBody>
                  <a:tcPr/>
                </a:tc>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3358495792"/>
                  </a:ext>
                </a:extLst>
              </a:tr>
              <a:tr h="374454">
                <a:tc>
                  <a:txBody>
                    <a:bodyPr/>
                    <a:lstStyle/>
                    <a:p>
                      <a:r>
                        <a:rPr lang="es-ES" dirty="0"/>
                        <a:t>Laura</a:t>
                      </a:r>
                      <a:endParaRPr lang="es-MX" dirty="0"/>
                    </a:p>
                  </a:txBody>
                  <a:tcPr/>
                </a:tc>
                <a:tc>
                  <a:txBody>
                    <a:bodyPr/>
                    <a:lstStyle/>
                    <a:p>
                      <a:r>
                        <a:rPr lang="es-MX" dirty="0"/>
                        <a:t>A1</a:t>
                      </a:r>
                    </a:p>
                  </a:txBody>
                  <a:tcPr/>
                </a:tc>
                <a:tc>
                  <a:txBody>
                    <a:bodyPr/>
                    <a:lstStyle/>
                    <a:p>
                      <a:r>
                        <a:rPr lang="es-ES" dirty="0"/>
                        <a:t>30</a:t>
                      </a:r>
                      <a:endParaRPr lang="es-MX" dirty="0"/>
                    </a:p>
                  </a:txBody>
                  <a:tcPr/>
                </a:tc>
                <a:extLst>
                  <a:ext uri="{0D108BD9-81ED-4DB2-BD59-A6C34878D82A}">
                    <a16:rowId xmlns:a16="http://schemas.microsoft.com/office/drawing/2014/main" val="1343776285"/>
                  </a:ext>
                </a:extLst>
              </a:tr>
              <a:tr h="374454">
                <a:tc>
                  <a:txBody>
                    <a:bodyPr/>
                    <a:lstStyle/>
                    <a:p>
                      <a:r>
                        <a:rPr lang="es-ES" dirty="0"/>
                        <a:t>Andrés</a:t>
                      </a:r>
                      <a:endParaRPr lang="es-MX" dirty="0"/>
                    </a:p>
                  </a:txBody>
                  <a:tcPr/>
                </a:tc>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335725482"/>
                  </a:ext>
                </a:extLst>
              </a:tr>
              <a:tr h="374454">
                <a:tc>
                  <a:txBody>
                    <a:bodyPr/>
                    <a:lstStyle/>
                    <a:p>
                      <a:r>
                        <a:rPr lang="es-MX" dirty="0"/>
                        <a:t>Ana</a:t>
                      </a:r>
                    </a:p>
                  </a:txBody>
                  <a:tcPr/>
                </a:tc>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3600898387"/>
                  </a:ext>
                </a:extLst>
              </a:tr>
            </a:tbl>
          </a:graphicData>
        </a:graphic>
      </p:graphicFrame>
      <p:sp>
        <p:nvSpPr>
          <p:cNvPr id="13" name="CuadroTexto 12">
            <a:extLst>
              <a:ext uri="{FF2B5EF4-FFF2-40B4-BE49-F238E27FC236}">
                <a16:creationId xmlns:a16="http://schemas.microsoft.com/office/drawing/2014/main" id="{1D531874-45DA-0469-E571-4D586346EF97}"/>
              </a:ext>
            </a:extLst>
          </p:cNvPr>
          <p:cNvSpPr txBox="1"/>
          <p:nvPr/>
        </p:nvSpPr>
        <p:spPr>
          <a:xfrm>
            <a:off x="334108" y="2970671"/>
            <a:ext cx="3323491" cy="369332"/>
          </a:xfrm>
          <a:prstGeom prst="rect">
            <a:avLst/>
          </a:prstGeom>
          <a:noFill/>
        </p:spPr>
        <p:txBody>
          <a:bodyPr wrap="square">
            <a:spAutoFit/>
          </a:bodyPr>
          <a:lstStyle/>
          <a:p>
            <a:r>
              <a:rPr lang="es-MX" dirty="0"/>
              <a:t>Tabla empleados</a:t>
            </a:r>
          </a:p>
        </p:txBody>
      </p:sp>
      <p:graphicFrame>
        <p:nvGraphicFramePr>
          <p:cNvPr id="14" name="Tabla 13">
            <a:extLst>
              <a:ext uri="{FF2B5EF4-FFF2-40B4-BE49-F238E27FC236}">
                <a16:creationId xmlns:a16="http://schemas.microsoft.com/office/drawing/2014/main" id="{83AC8982-4DCA-D345-0BD1-157346A72DA1}"/>
              </a:ext>
            </a:extLst>
          </p:cNvPr>
          <p:cNvGraphicFramePr>
            <a:graphicFrameLocks noGrp="1"/>
          </p:cNvGraphicFramePr>
          <p:nvPr/>
        </p:nvGraphicFramePr>
        <p:xfrm>
          <a:off x="8121460" y="3360835"/>
          <a:ext cx="1227549" cy="879284"/>
        </p:xfrm>
        <a:graphic>
          <a:graphicData uri="http://schemas.openxmlformats.org/drawingml/2006/table">
            <a:tbl>
              <a:tblPr firstRow="1" bandRow="1">
                <a:tableStyleId>{5C22544A-7EE6-4342-B048-85BDC9FD1C3A}</a:tableStyleId>
              </a:tblPr>
              <a:tblGrid>
                <a:gridCol w="1227549">
                  <a:extLst>
                    <a:ext uri="{9D8B030D-6E8A-4147-A177-3AD203B41FA5}">
                      <a16:colId xmlns:a16="http://schemas.microsoft.com/office/drawing/2014/main" val="210104553"/>
                    </a:ext>
                  </a:extLst>
                </a:gridCol>
              </a:tblGrid>
              <a:tr h="504830">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40</a:t>
                      </a:r>
                      <a:endParaRPr lang="es-MX" dirty="0"/>
                    </a:p>
                  </a:txBody>
                  <a:tcPr/>
                </a:tc>
                <a:extLst>
                  <a:ext uri="{0D108BD9-81ED-4DB2-BD59-A6C34878D82A}">
                    <a16:rowId xmlns:a16="http://schemas.microsoft.com/office/drawing/2014/main" val="774062901"/>
                  </a:ext>
                </a:extLst>
              </a:tr>
            </a:tbl>
          </a:graphicData>
        </a:graphic>
      </p:graphicFrame>
    </p:spTree>
    <p:extLst>
      <p:ext uri="{BB962C8B-B14F-4D97-AF65-F5344CB8AC3E}">
        <p14:creationId xmlns:p14="http://schemas.microsoft.com/office/powerpoint/2010/main" val="667183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2969-EB97-EC96-C97E-0728D1121C3C}"/>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43F6A6C8-9008-A778-9C4F-EFBBEAF4E6CE}"/>
              </a:ext>
            </a:extLst>
          </p:cNvPr>
          <p:cNvSpPr txBox="1">
            <a:spLocks/>
          </p:cNvSpPr>
          <p:nvPr/>
        </p:nvSpPr>
        <p:spPr>
          <a:xfrm>
            <a:off x="4333870" y="96774"/>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Función</a:t>
            </a:r>
            <a:r>
              <a:rPr lang="en-US" sz="2000" dirty="0"/>
              <a:t> de </a:t>
            </a:r>
            <a:r>
              <a:rPr lang="en-US" sz="2000" dirty="0" err="1"/>
              <a:t>agregación</a:t>
            </a:r>
            <a:r>
              <a:rPr lang="en-US" sz="2000" dirty="0"/>
              <a:t> </a:t>
            </a:r>
          </a:p>
        </p:txBody>
      </p:sp>
      <p:sp>
        <p:nvSpPr>
          <p:cNvPr id="4" name="CuadroTexto 3">
            <a:extLst>
              <a:ext uri="{FF2B5EF4-FFF2-40B4-BE49-F238E27FC236}">
                <a16:creationId xmlns:a16="http://schemas.microsoft.com/office/drawing/2014/main" id="{574A917B-5AAF-AC4A-C1B5-9C5F159B90CF}"/>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20" name="Título 1">
            <a:extLst>
              <a:ext uri="{FF2B5EF4-FFF2-40B4-BE49-F238E27FC236}">
                <a16:creationId xmlns:a16="http://schemas.microsoft.com/office/drawing/2014/main" id="{844236D4-FFA0-9DE2-0A7B-56DDAD1B07DC}"/>
              </a:ext>
            </a:extLst>
          </p:cNvPr>
          <p:cNvSpPr txBox="1">
            <a:spLocks/>
          </p:cNvSpPr>
          <p:nvPr/>
        </p:nvSpPr>
        <p:spPr>
          <a:xfrm>
            <a:off x="482585" y="1084782"/>
            <a:ext cx="915006"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a:t>MIN</a:t>
            </a:r>
            <a:endParaRPr lang="en-US" sz="1800" dirty="0"/>
          </a:p>
        </p:txBody>
      </p:sp>
      <p:pic>
        <p:nvPicPr>
          <p:cNvPr id="10" name="Imagen 9">
            <a:extLst>
              <a:ext uri="{FF2B5EF4-FFF2-40B4-BE49-F238E27FC236}">
                <a16:creationId xmlns:a16="http://schemas.microsoft.com/office/drawing/2014/main" id="{3C044CE5-6950-956A-34F4-DCE498EAD5E9}"/>
              </a:ext>
            </a:extLst>
          </p:cNvPr>
          <p:cNvPicPr>
            <a:picLocks noChangeAspect="1"/>
          </p:cNvPicPr>
          <p:nvPr/>
        </p:nvPicPr>
        <p:blipFill>
          <a:blip r:embed="rId2"/>
          <a:srcRect t="19505"/>
          <a:stretch/>
        </p:blipFill>
        <p:spPr>
          <a:xfrm>
            <a:off x="422975" y="1608353"/>
            <a:ext cx="4620973" cy="666055"/>
          </a:xfrm>
          <a:prstGeom prst="rect">
            <a:avLst/>
          </a:prstGeom>
        </p:spPr>
      </p:pic>
      <p:sp>
        <p:nvSpPr>
          <p:cNvPr id="8" name="CuadroTexto 7">
            <a:extLst>
              <a:ext uri="{FF2B5EF4-FFF2-40B4-BE49-F238E27FC236}">
                <a16:creationId xmlns:a16="http://schemas.microsoft.com/office/drawing/2014/main" id="{675AE8D3-6B7E-6CD0-1236-A4A1F46753A7}"/>
              </a:ext>
            </a:extLst>
          </p:cNvPr>
          <p:cNvSpPr txBox="1"/>
          <p:nvPr/>
        </p:nvSpPr>
        <p:spPr>
          <a:xfrm>
            <a:off x="7472123" y="1459349"/>
            <a:ext cx="3323491" cy="923330"/>
          </a:xfrm>
          <a:prstGeom prst="rect">
            <a:avLst/>
          </a:prstGeom>
          <a:noFill/>
        </p:spPr>
        <p:txBody>
          <a:bodyPr wrap="square">
            <a:spAutoFit/>
          </a:bodyPr>
          <a:lstStyle/>
          <a:p>
            <a:r>
              <a:rPr lang="es-ES" dirty="0"/>
              <a:t>Devuelve el valor mínimo de una columna numérica o de fecha.</a:t>
            </a:r>
            <a:endParaRPr lang="es-MX" dirty="0"/>
          </a:p>
        </p:txBody>
      </p:sp>
      <p:cxnSp>
        <p:nvCxnSpPr>
          <p:cNvPr id="2" name="Conector recto 1">
            <a:extLst>
              <a:ext uri="{FF2B5EF4-FFF2-40B4-BE49-F238E27FC236}">
                <a16:creationId xmlns:a16="http://schemas.microsoft.com/office/drawing/2014/main" id="{AA66B278-FBA6-26AF-3BC9-E6C520D8992A}"/>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647FF5FD-41AC-BB2C-3278-06180F15ED17}"/>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9" name="Picture 2">
            <a:extLst>
              <a:ext uri="{FF2B5EF4-FFF2-40B4-BE49-F238E27FC236}">
                <a16:creationId xmlns:a16="http://schemas.microsoft.com/office/drawing/2014/main" id="{1C606021-FC90-609F-BA1A-321DA40ECA0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graphicFrame>
        <p:nvGraphicFramePr>
          <p:cNvPr id="5" name="Tabla 4">
            <a:extLst>
              <a:ext uri="{FF2B5EF4-FFF2-40B4-BE49-F238E27FC236}">
                <a16:creationId xmlns:a16="http://schemas.microsoft.com/office/drawing/2014/main" id="{626AB0D5-80EA-BBB3-A1A9-A48E25ED3CFA}"/>
              </a:ext>
            </a:extLst>
          </p:cNvPr>
          <p:cNvGraphicFramePr>
            <a:graphicFrameLocks noGrp="1"/>
          </p:cNvGraphicFramePr>
          <p:nvPr>
            <p:extLst>
              <p:ext uri="{D42A27DB-BD31-4B8C-83A1-F6EECF244321}">
                <p14:modId xmlns:p14="http://schemas.microsoft.com/office/powerpoint/2010/main" val="3962999930"/>
              </p:ext>
            </p:extLst>
          </p:nvPr>
        </p:nvGraphicFramePr>
        <p:xfrm>
          <a:off x="422975" y="3412961"/>
          <a:ext cx="5081912" cy="2818409"/>
        </p:xfrm>
        <a:graphic>
          <a:graphicData uri="http://schemas.openxmlformats.org/drawingml/2006/table">
            <a:tbl>
              <a:tblPr firstRow="1" bandRow="1">
                <a:tableStyleId>{5C22544A-7EE6-4342-B048-85BDC9FD1C3A}</a:tableStyleId>
              </a:tblPr>
              <a:tblGrid>
                <a:gridCol w="1412027">
                  <a:extLst>
                    <a:ext uri="{9D8B030D-6E8A-4147-A177-3AD203B41FA5}">
                      <a16:colId xmlns:a16="http://schemas.microsoft.com/office/drawing/2014/main" val="2348856314"/>
                    </a:ext>
                  </a:extLst>
                </a:gridCol>
                <a:gridCol w="2442336">
                  <a:extLst>
                    <a:ext uri="{9D8B030D-6E8A-4147-A177-3AD203B41FA5}">
                      <a16:colId xmlns:a16="http://schemas.microsoft.com/office/drawing/2014/main" val="397937798"/>
                    </a:ext>
                  </a:extLst>
                </a:gridCol>
                <a:gridCol w="1227549">
                  <a:extLst>
                    <a:ext uri="{9D8B030D-6E8A-4147-A177-3AD203B41FA5}">
                      <a16:colId xmlns:a16="http://schemas.microsoft.com/office/drawing/2014/main" val="210104553"/>
                    </a:ext>
                  </a:extLst>
                </a:gridCol>
              </a:tblGrid>
              <a:tr h="504830">
                <a:tc>
                  <a:txBody>
                    <a:bodyPr/>
                    <a:lstStyle/>
                    <a:p>
                      <a:r>
                        <a:rPr lang="es-ES" dirty="0">
                          <a:solidFill>
                            <a:schemeClr val="tx1"/>
                          </a:solidFill>
                        </a:rPr>
                        <a:t>nombre</a:t>
                      </a:r>
                      <a:endParaRPr lang="es-MX" dirty="0">
                        <a:solidFill>
                          <a:schemeClr val="tx1"/>
                        </a:solidFill>
                      </a:endParaRPr>
                    </a:p>
                  </a:txBody>
                  <a:tcPr/>
                </a:tc>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Juan</a:t>
                      </a:r>
                      <a:endParaRPr lang="es-MX" dirty="0"/>
                    </a:p>
                  </a:txBody>
                  <a:tcPr/>
                </a:tc>
                <a:tc>
                  <a:txBody>
                    <a:bodyPr/>
                    <a:lstStyle/>
                    <a:p>
                      <a:r>
                        <a:rPr lang="es-MX" dirty="0"/>
                        <a:t>A1</a:t>
                      </a:r>
                    </a:p>
                  </a:txBody>
                  <a:tcPr/>
                </a:tc>
                <a:tc>
                  <a:txBody>
                    <a:bodyPr/>
                    <a:lstStyle/>
                    <a:p>
                      <a:r>
                        <a:rPr lang="es-ES" dirty="0"/>
                        <a:t>29</a:t>
                      </a:r>
                      <a:endParaRPr lang="es-MX" dirty="0"/>
                    </a:p>
                  </a:txBody>
                  <a:tcPr/>
                </a:tc>
                <a:extLst>
                  <a:ext uri="{0D108BD9-81ED-4DB2-BD59-A6C34878D82A}">
                    <a16:rowId xmlns:a16="http://schemas.microsoft.com/office/drawing/2014/main" val="774062901"/>
                  </a:ext>
                </a:extLst>
              </a:tr>
              <a:tr h="441309">
                <a:tc>
                  <a:txBody>
                    <a:bodyPr/>
                    <a:lstStyle/>
                    <a:p>
                      <a:r>
                        <a:rPr lang="es-ES" dirty="0"/>
                        <a:t>María</a:t>
                      </a:r>
                      <a:endParaRPr lang="es-MX" dirty="0"/>
                    </a:p>
                  </a:txBody>
                  <a:tcPr/>
                </a:tc>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1805615777"/>
                  </a:ext>
                </a:extLst>
              </a:tr>
              <a:tr h="374454">
                <a:tc>
                  <a:txBody>
                    <a:bodyPr/>
                    <a:lstStyle/>
                    <a:p>
                      <a:r>
                        <a:rPr lang="es-ES" dirty="0"/>
                        <a:t>Pedro</a:t>
                      </a:r>
                      <a:endParaRPr lang="es-MX" dirty="0"/>
                    </a:p>
                  </a:txBody>
                  <a:tcPr/>
                </a:tc>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3358495792"/>
                  </a:ext>
                </a:extLst>
              </a:tr>
              <a:tr h="374454">
                <a:tc>
                  <a:txBody>
                    <a:bodyPr/>
                    <a:lstStyle/>
                    <a:p>
                      <a:r>
                        <a:rPr lang="es-ES" dirty="0"/>
                        <a:t>Laura</a:t>
                      </a:r>
                      <a:endParaRPr lang="es-MX" dirty="0"/>
                    </a:p>
                  </a:txBody>
                  <a:tcPr/>
                </a:tc>
                <a:tc>
                  <a:txBody>
                    <a:bodyPr/>
                    <a:lstStyle/>
                    <a:p>
                      <a:r>
                        <a:rPr lang="es-MX" dirty="0"/>
                        <a:t>A1</a:t>
                      </a:r>
                    </a:p>
                  </a:txBody>
                  <a:tcPr/>
                </a:tc>
                <a:tc>
                  <a:txBody>
                    <a:bodyPr/>
                    <a:lstStyle/>
                    <a:p>
                      <a:r>
                        <a:rPr lang="es-ES" dirty="0"/>
                        <a:t>30</a:t>
                      </a:r>
                      <a:endParaRPr lang="es-MX" dirty="0"/>
                    </a:p>
                  </a:txBody>
                  <a:tcPr/>
                </a:tc>
                <a:extLst>
                  <a:ext uri="{0D108BD9-81ED-4DB2-BD59-A6C34878D82A}">
                    <a16:rowId xmlns:a16="http://schemas.microsoft.com/office/drawing/2014/main" val="1343776285"/>
                  </a:ext>
                </a:extLst>
              </a:tr>
              <a:tr h="374454">
                <a:tc>
                  <a:txBody>
                    <a:bodyPr/>
                    <a:lstStyle/>
                    <a:p>
                      <a:r>
                        <a:rPr lang="es-ES" dirty="0"/>
                        <a:t>Andrés</a:t>
                      </a:r>
                      <a:endParaRPr lang="es-MX" dirty="0"/>
                    </a:p>
                  </a:txBody>
                  <a:tcPr/>
                </a:tc>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335725482"/>
                  </a:ext>
                </a:extLst>
              </a:tr>
              <a:tr h="374454">
                <a:tc>
                  <a:txBody>
                    <a:bodyPr/>
                    <a:lstStyle/>
                    <a:p>
                      <a:r>
                        <a:rPr lang="es-MX" dirty="0"/>
                        <a:t>Ana</a:t>
                      </a:r>
                    </a:p>
                  </a:txBody>
                  <a:tcPr/>
                </a:tc>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3600898387"/>
                  </a:ext>
                </a:extLst>
              </a:tr>
            </a:tbl>
          </a:graphicData>
        </a:graphic>
      </p:graphicFrame>
      <p:sp>
        <p:nvSpPr>
          <p:cNvPr id="12" name="CuadroTexto 11">
            <a:extLst>
              <a:ext uri="{FF2B5EF4-FFF2-40B4-BE49-F238E27FC236}">
                <a16:creationId xmlns:a16="http://schemas.microsoft.com/office/drawing/2014/main" id="{367441E0-E2DD-ECDC-7107-02F840843F48}"/>
              </a:ext>
            </a:extLst>
          </p:cNvPr>
          <p:cNvSpPr txBox="1"/>
          <p:nvPr/>
        </p:nvSpPr>
        <p:spPr>
          <a:xfrm>
            <a:off x="334108" y="2970671"/>
            <a:ext cx="3323491" cy="369332"/>
          </a:xfrm>
          <a:prstGeom prst="rect">
            <a:avLst/>
          </a:prstGeom>
          <a:noFill/>
        </p:spPr>
        <p:txBody>
          <a:bodyPr wrap="square">
            <a:spAutoFit/>
          </a:bodyPr>
          <a:lstStyle/>
          <a:p>
            <a:r>
              <a:rPr lang="es-MX" dirty="0"/>
              <a:t>Tabla empleados</a:t>
            </a:r>
          </a:p>
        </p:txBody>
      </p:sp>
      <p:graphicFrame>
        <p:nvGraphicFramePr>
          <p:cNvPr id="13" name="Tabla 12">
            <a:extLst>
              <a:ext uri="{FF2B5EF4-FFF2-40B4-BE49-F238E27FC236}">
                <a16:creationId xmlns:a16="http://schemas.microsoft.com/office/drawing/2014/main" id="{25BF6930-3303-472B-E69B-F3759F12AB31}"/>
              </a:ext>
            </a:extLst>
          </p:cNvPr>
          <p:cNvGraphicFramePr>
            <a:graphicFrameLocks noGrp="1"/>
          </p:cNvGraphicFramePr>
          <p:nvPr>
            <p:extLst>
              <p:ext uri="{D42A27DB-BD31-4B8C-83A1-F6EECF244321}">
                <p14:modId xmlns:p14="http://schemas.microsoft.com/office/powerpoint/2010/main" val="3077285390"/>
              </p:ext>
            </p:extLst>
          </p:nvPr>
        </p:nvGraphicFramePr>
        <p:xfrm>
          <a:off x="8121460" y="3360835"/>
          <a:ext cx="1227549" cy="879284"/>
        </p:xfrm>
        <a:graphic>
          <a:graphicData uri="http://schemas.openxmlformats.org/drawingml/2006/table">
            <a:tbl>
              <a:tblPr firstRow="1" bandRow="1">
                <a:tableStyleId>{5C22544A-7EE6-4342-B048-85BDC9FD1C3A}</a:tableStyleId>
              </a:tblPr>
              <a:tblGrid>
                <a:gridCol w="1227549">
                  <a:extLst>
                    <a:ext uri="{9D8B030D-6E8A-4147-A177-3AD203B41FA5}">
                      <a16:colId xmlns:a16="http://schemas.microsoft.com/office/drawing/2014/main" val="210104553"/>
                    </a:ext>
                  </a:extLst>
                </a:gridCol>
              </a:tblGrid>
              <a:tr h="504830">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74454">
                <a:tc>
                  <a:txBody>
                    <a:bodyPr/>
                    <a:lstStyle/>
                    <a:p>
                      <a:r>
                        <a:rPr lang="es-ES" dirty="0"/>
                        <a:t>27</a:t>
                      </a:r>
                      <a:endParaRPr lang="es-MX" dirty="0"/>
                    </a:p>
                  </a:txBody>
                  <a:tcPr/>
                </a:tc>
                <a:extLst>
                  <a:ext uri="{0D108BD9-81ED-4DB2-BD59-A6C34878D82A}">
                    <a16:rowId xmlns:a16="http://schemas.microsoft.com/office/drawing/2014/main" val="774062901"/>
                  </a:ext>
                </a:extLst>
              </a:tr>
            </a:tbl>
          </a:graphicData>
        </a:graphic>
      </p:graphicFrame>
    </p:spTree>
    <p:extLst>
      <p:ext uri="{BB962C8B-B14F-4D97-AF65-F5344CB8AC3E}">
        <p14:creationId xmlns:p14="http://schemas.microsoft.com/office/powerpoint/2010/main" val="1199287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AF418-F13E-5E2D-E208-C179F92F4240}"/>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D4871137-1397-4097-9289-49E72C65388B}"/>
              </a:ext>
            </a:extLst>
          </p:cNvPr>
          <p:cNvSpPr txBox="1">
            <a:spLocks/>
          </p:cNvSpPr>
          <p:nvPr/>
        </p:nvSpPr>
        <p:spPr>
          <a:xfrm>
            <a:off x="4278501" y="129390"/>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Función</a:t>
            </a:r>
            <a:r>
              <a:rPr lang="en-US" sz="2000" dirty="0"/>
              <a:t> de </a:t>
            </a:r>
            <a:r>
              <a:rPr lang="en-US" sz="2000" dirty="0" err="1"/>
              <a:t>agregación</a:t>
            </a:r>
            <a:r>
              <a:rPr lang="en-US" sz="2000" dirty="0"/>
              <a:t> </a:t>
            </a:r>
          </a:p>
        </p:txBody>
      </p:sp>
      <p:sp>
        <p:nvSpPr>
          <p:cNvPr id="4" name="CuadroTexto 3">
            <a:extLst>
              <a:ext uri="{FF2B5EF4-FFF2-40B4-BE49-F238E27FC236}">
                <a16:creationId xmlns:a16="http://schemas.microsoft.com/office/drawing/2014/main" id="{03E5B2EF-DBB1-EDD7-4245-0CD38F019F3A}"/>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20" name="Título 1">
            <a:extLst>
              <a:ext uri="{FF2B5EF4-FFF2-40B4-BE49-F238E27FC236}">
                <a16:creationId xmlns:a16="http://schemas.microsoft.com/office/drawing/2014/main" id="{40085F4B-3E22-D5E7-6621-08DFD18588F7}"/>
              </a:ext>
            </a:extLst>
          </p:cNvPr>
          <p:cNvSpPr txBox="1">
            <a:spLocks/>
          </p:cNvSpPr>
          <p:nvPr/>
        </p:nvSpPr>
        <p:spPr>
          <a:xfrm>
            <a:off x="482584" y="1084782"/>
            <a:ext cx="1410223"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Group</a:t>
            </a:r>
            <a:r>
              <a:rPr lang="es-MX" sz="1800" dirty="0"/>
              <a:t> </a:t>
            </a:r>
            <a:r>
              <a:rPr lang="es-MX" sz="1800" dirty="0" err="1"/>
              <a:t>by</a:t>
            </a:r>
            <a:endParaRPr lang="en-US" sz="1800" dirty="0"/>
          </a:p>
        </p:txBody>
      </p:sp>
      <p:pic>
        <p:nvPicPr>
          <p:cNvPr id="7" name="Imagen 6">
            <a:extLst>
              <a:ext uri="{FF2B5EF4-FFF2-40B4-BE49-F238E27FC236}">
                <a16:creationId xmlns:a16="http://schemas.microsoft.com/office/drawing/2014/main" id="{B86623E5-4CED-E62F-D86B-0E3406FA1ABC}"/>
              </a:ext>
            </a:extLst>
          </p:cNvPr>
          <p:cNvPicPr>
            <a:picLocks noChangeAspect="1"/>
          </p:cNvPicPr>
          <p:nvPr/>
        </p:nvPicPr>
        <p:blipFill>
          <a:blip r:embed="rId2"/>
          <a:stretch>
            <a:fillRect/>
          </a:stretch>
        </p:blipFill>
        <p:spPr>
          <a:xfrm>
            <a:off x="422975" y="1621430"/>
            <a:ext cx="6175921" cy="928343"/>
          </a:xfrm>
          <a:prstGeom prst="rect">
            <a:avLst/>
          </a:prstGeom>
        </p:spPr>
      </p:pic>
      <p:graphicFrame>
        <p:nvGraphicFramePr>
          <p:cNvPr id="9" name="Tabla 8">
            <a:extLst>
              <a:ext uri="{FF2B5EF4-FFF2-40B4-BE49-F238E27FC236}">
                <a16:creationId xmlns:a16="http://schemas.microsoft.com/office/drawing/2014/main" id="{E9304CAF-E381-B4EE-2D80-2E113A7E9C0F}"/>
              </a:ext>
            </a:extLst>
          </p:cNvPr>
          <p:cNvGraphicFramePr>
            <a:graphicFrameLocks noGrp="1"/>
          </p:cNvGraphicFramePr>
          <p:nvPr>
            <p:extLst>
              <p:ext uri="{D42A27DB-BD31-4B8C-83A1-F6EECF244321}">
                <p14:modId xmlns:p14="http://schemas.microsoft.com/office/powerpoint/2010/main" val="1741878626"/>
              </p:ext>
            </p:extLst>
          </p:nvPr>
        </p:nvGraphicFramePr>
        <p:xfrm>
          <a:off x="422975" y="3568528"/>
          <a:ext cx="4580468" cy="2752972"/>
        </p:xfrm>
        <a:graphic>
          <a:graphicData uri="http://schemas.openxmlformats.org/drawingml/2006/table">
            <a:tbl>
              <a:tblPr firstRow="1" bandRow="1">
                <a:tableStyleId>{5C22544A-7EE6-4342-B048-85BDC9FD1C3A}</a:tableStyleId>
              </a:tblPr>
              <a:tblGrid>
                <a:gridCol w="1272699">
                  <a:extLst>
                    <a:ext uri="{9D8B030D-6E8A-4147-A177-3AD203B41FA5}">
                      <a16:colId xmlns:a16="http://schemas.microsoft.com/office/drawing/2014/main" val="2348856314"/>
                    </a:ext>
                  </a:extLst>
                </a:gridCol>
                <a:gridCol w="2201345">
                  <a:extLst>
                    <a:ext uri="{9D8B030D-6E8A-4147-A177-3AD203B41FA5}">
                      <a16:colId xmlns:a16="http://schemas.microsoft.com/office/drawing/2014/main" val="397937798"/>
                    </a:ext>
                  </a:extLst>
                </a:gridCol>
                <a:gridCol w="1106424">
                  <a:extLst>
                    <a:ext uri="{9D8B030D-6E8A-4147-A177-3AD203B41FA5}">
                      <a16:colId xmlns:a16="http://schemas.microsoft.com/office/drawing/2014/main" val="210104553"/>
                    </a:ext>
                  </a:extLst>
                </a:gridCol>
              </a:tblGrid>
              <a:tr h="493109">
                <a:tc>
                  <a:txBody>
                    <a:bodyPr/>
                    <a:lstStyle/>
                    <a:p>
                      <a:r>
                        <a:rPr lang="es-ES" dirty="0">
                          <a:solidFill>
                            <a:schemeClr val="tx1"/>
                          </a:solidFill>
                        </a:rPr>
                        <a:t>nombre</a:t>
                      </a:r>
                      <a:endParaRPr lang="es-MX" dirty="0">
                        <a:solidFill>
                          <a:schemeClr val="tx1"/>
                        </a:solidFill>
                      </a:endParaRPr>
                    </a:p>
                  </a:txBody>
                  <a:tcPr/>
                </a:tc>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3669690173"/>
                  </a:ext>
                </a:extLst>
              </a:tr>
              <a:tr h="340654">
                <a:tc>
                  <a:txBody>
                    <a:bodyPr/>
                    <a:lstStyle/>
                    <a:p>
                      <a:r>
                        <a:rPr lang="es-ES" dirty="0">
                          <a:highlight>
                            <a:srgbClr val="FFFF00"/>
                          </a:highlight>
                        </a:rPr>
                        <a:t>Juan</a:t>
                      </a:r>
                      <a:endParaRPr lang="es-MX" dirty="0">
                        <a:highlight>
                          <a:srgbClr val="FFFF00"/>
                        </a:highlight>
                      </a:endParaRPr>
                    </a:p>
                  </a:txBody>
                  <a:tcPr/>
                </a:tc>
                <a:tc>
                  <a:txBody>
                    <a:bodyPr/>
                    <a:lstStyle/>
                    <a:p>
                      <a:r>
                        <a:rPr lang="es-MX" dirty="0">
                          <a:highlight>
                            <a:srgbClr val="FFFF00"/>
                          </a:highlight>
                        </a:rPr>
                        <a:t>A1</a:t>
                      </a:r>
                    </a:p>
                  </a:txBody>
                  <a:tcPr/>
                </a:tc>
                <a:tc>
                  <a:txBody>
                    <a:bodyPr/>
                    <a:lstStyle/>
                    <a:p>
                      <a:r>
                        <a:rPr lang="es-ES" dirty="0">
                          <a:highlight>
                            <a:srgbClr val="FFFF00"/>
                          </a:highlight>
                        </a:rPr>
                        <a:t>29</a:t>
                      </a:r>
                      <a:endParaRPr lang="es-MX" dirty="0">
                        <a:highlight>
                          <a:srgbClr val="FFFF00"/>
                        </a:highlight>
                      </a:endParaRPr>
                    </a:p>
                  </a:txBody>
                  <a:tcPr/>
                </a:tc>
                <a:extLst>
                  <a:ext uri="{0D108BD9-81ED-4DB2-BD59-A6C34878D82A}">
                    <a16:rowId xmlns:a16="http://schemas.microsoft.com/office/drawing/2014/main" val="774062901"/>
                  </a:ext>
                </a:extLst>
              </a:tr>
              <a:tr h="431063">
                <a:tc>
                  <a:txBody>
                    <a:bodyPr/>
                    <a:lstStyle/>
                    <a:p>
                      <a:r>
                        <a:rPr lang="es-ES" dirty="0"/>
                        <a:t>María</a:t>
                      </a:r>
                      <a:endParaRPr lang="es-MX" dirty="0"/>
                    </a:p>
                  </a:txBody>
                  <a:tcPr/>
                </a:tc>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1805615777"/>
                  </a:ext>
                </a:extLst>
              </a:tr>
              <a:tr h="340654">
                <a:tc>
                  <a:txBody>
                    <a:bodyPr/>
                    <a:lstStyle/>
                    <a:p>
                      <a:r>
                        <a:rPr lang="es-ES" dirty="0"/>
                        <a:t>Pedro</a:t>
                      </a:r>
                      <a:endParaRPr lang="es-MX" dirty="0"/>
                    </a:p>
                  </a:txBody>
                  <a:tcPr/>
                </a:tc>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3358495792"/>
                  </a:ext>
                </a:extLst>
              </a:tr>
              <a:tr h="340654">
                <a:tc>
                  <a:txBody>
                    <a:bodyPr/>
                    <a:lstStyle/>
                    <a:p>
                      <a:r>
                        <a:rPr lang="es-ES" dirty="0">
                          <a:highlight>
                            <a:srgbClr val="FFFF00"/>
                          </a:highlight>
                        </a:rPr>
                        <a:t>Laura</a:t>
                      </a:r>
                      <a:endParaRPr lang="es-MX" dirty="0">
                        <a:highlight>
                          <a:srgbClr val="FFFF00"/>
                        </a:highlight>
                      </a:endParaRPr>
                    </a:p>
                  </a:txBody>
                  <a:tcPr/>
                </a:tc>
                <a:tc>
                  <a:txBody>
                    <a:bodyPr/>
                    <a:lstStyle/>
                    <a:p>
                      <a:r>
                        <a:rPr lang="es-MX" dirty="0">
                          <a:highlight>
                            <a:srgbClr val="FFFF00"/>
                          </a:highlight>
                        </a:rPr>
                        <a:t>A1</a:t>
                      </a:r>
                    </a:p>
                  </a:txBody>
                  <a:tcPr/>
                </a:tc>
                <a:tc>
                  <a:txBody>
                    <a:bodyPr/>
                    <a:lstStyle/>
                    <a:p>
                      <a:r>
                        <a:rPr lang="es-ES" dirty="0">
                          <a:highlight>
                            <a:srgbClr val="FFFF00"/>
                          </a:highlight>
                        </a:rPr>
                        <a:t>30</a:t>
                      </a:r>
                      <a:endParaRPr lang="es-MX" dirty="0">
                        <a:highlight>
                          <a:srgbClr val="FFFF00"/>
                        </a:highlight>
                      </a:endParaRPr>
                    </a:p>
                  </a:txBody>
                  <a:tcPr/>
                </a:tc>
                <a:extLst>
                  <a:ext uri="{0D108BD9-81ED-4DB2-BD59-A6C34878D82A}">
                    <a16:rowId xmlns:a16="http://schemas.microsoft.com/office/drawing/2014/main" val="1343776285"/>
                  </a:ext>
                </a:extLst>
              </a:tr>
              <a:tr h="340654">
                <a:tc>
                  <a:txBody>
                    <a:bodyPr/>
                    <a:lstStyle/>
                    <a:p>
                      <a:r>
                        <a:rPr lang="es-ES" dirty="0"/>
                        <a:t>Andrés</a:t>
                      </a:r>
                      <a:endParaRPr lang="es-MX" dirty="0"/>
                    </a:p>
                  </a:txBody>
                  <a:tcPr/>
                </a:tc>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335725482"/>
                  </a:ext>
                </a:extLst>
              </a:tr>
              <a:tr h="340654">
                <a:tc>
                  <a:txBody>
                    <a:bodyPr/>
                    <a:lstStyle/>
                    <a:p>
                      <a:r>
                        <a:rPr lang="es-MX" dirty="0"/>
                        <a:t>Ana</a:t>
                      </a:r>
                    </a:p>
                  </a:txBody>
                  <a:tcPr/>
                </a:tc>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3600898387"/>
                  </a:ext>
                </a:extLst>
              </a:tr>
            </a:tbl>
          </a:graphicData>
        </a:graphic>
      </p:graphicFrame>
      <p:graphicFrame>
        <p:nvGraphicFramePr>
          <p:cNvPr id="11" name="Tabla 10">
            <a:extLst>
              <a:ext uri="{FF2B5EF4-FFF2-40B4-BE49-F238E27FC236}">
                <a16:creationId xmlns:a16="http://schemas.microsoft.com/office/drawing/2014/main" id="{8F909DC1-CD36-5364-1037-C5C0F8263354}"/>
              </a:ext>
            </a:extLst>
          </p:cNvPr>
          <p:cNvGraphicFramePr>
            <a:graphicFrameLocks noGrp="1"/>
          </p:cNvGraphicFramePr>
          <p:nvPr>
            <p:extLst>
              <p:ext uri="{D42A27DB-BD31-4B8C-83A1-F6EECF244321}">
                <p14:modId xmlns:p14="http://schemas.microsoft.com/office/powerpoint/2010/main" val="325113012"/>
              </p:ext>
            </p:extLst>
          </p:nvPr>
        </p:nvGraphicFramePr>
        <p:xfrm>
          <a:off x="6371815" y="3104806"/>
          <a:ext cx="4798143" cy="2387212"/>
        </p:xfrm>
        <a:graphic>
          <a:graphicData uri="http://schemas.openxmlformats.org/drawingml/2006/table">
            <a:tbl>
              <a:tblPr firstRow="1" bandRow="1">
                <a:tableStyleId>{5C22544A-7EE6-4342-B048-85BDC9FD1C3A}</a:tableStyleId>
              </a:tblPr>
              <a:tblGrid>
                <a:gridCol w="3193200">
                  <a:extLst>
                    <a:ext uri="{9D8B030D-6E8A-4147-A177-3AD203B41FA5}">
                      <a16:colId xmlns:a16="http://schemas.microsoft.com/office/drawing/2014/main" val="1863411107"/>
                    </a:ext>
                  </a:extLst>
                </a:gridCol>
                <a:gridCol w="1604943">
                  <a:extLst>
                    <a:ext uri="{9D8B030D-6E8A-4147-A177-3AD203B41FA5}">
                      <a16:colId xmlns:a16="http://schemas.microsoft.com/office/drawing/2014/main" val="2275355872"/>
                    </a:ext>
                  </a:extLst>
                </a:gridCol>
              </a:tblGrid>
              <a:tr h="493109">
                <a:tc>
                  <a:txBody>
                    <a:bodyPr/>
                    <a:lstStyle/>
                    <a:p>
                      <a:r>
                        <a:rPr lang="es-MX" dirty="0"/>
                        <a:t>departamento</a:t>
                      </a:r>
                    </a:p>
                  </a:txBody>
                  <a:tcPr/>
                </a:tc>
                <a:tc>
                  <a:txBody>
                    <a:bodyPr/>
                    <a:lstStyle/>
                    <a:p>
                      <a:r>
                        <a:rPr lang="es-ES" dirty="0" err="1">
                          <a:solidFill>
                            <a:schemeClr val="tx1"/>
                          </a:solidFill>
                        </a:rPr>
                        <a:t>Total_salario</a:t>
                      </a:r>
                      <a:endParaRPr lang="es-MX" dirty="0">
                        <a:solidFill>
                          <a:schemeClr val="tx1"/>
                        </a:solidFill>
                      </a:endParaRPr>
                    </a:p>
                  </a:txBody>
                  <a:tcPr/>
                </a:tc>
                <a:extLst>
                  <a:ext uri="{0D108BD9-81ED-4DB2-BD59-A6C34878D82A}">
                    <a16:rowId xmlns:a16="http://schemas.microsoft.com/office/drawing/2014/main" val="1006795218"/>
                  </a:ext>
                </a:extLst>
              </a:tr>
              <a:tr h="340654">
                <a:tc>
                  <a:txBody>
                    <a:bodyPr/>
                    <a:lstStyle/>
                    <a:p>
                      <a:r>
                        <a:rPr lang="es-MX" dirty="0"/>
                        <a:t>A1</a:t>
                      </a:r>
                    </a:p>
                  </a:txBody>
                  <a:tcPr/>
                </a:tc>
                <a:tc>
                  <a:txBody>
                    <a:bodyPr/>
                    <a:lstStyle/>
                    <a:p>
                      <a:r>
                        <a:rPr lang="es-ES" dirty="0"/>
                        <a:t>59</a:t>
                      </a:r>
                      <a:endParaRPr lang="es-MX" dirty="0"/>
                    </a:p>
                  </a:txBody>
                  <a:tcPr/>
                </a:tc>
                <a:extLst>
                  <a:ext uri="{0D108BD9-81ED-4DB2-BD59-A6C34878D82A}">
                    <a16:rowId xmlns:a16="http://schemas.microsoft.com/office/drawing/2014/main" val="1361315924"/>
                  </a:ext>
                </a:extLst>
              </a:tr>
              <a:tr h="431063">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20066783"/>
                  </a:ext>
                </a:extLst>
              </a:tr>
              <a:tr h="340654">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652576954"/>
                  </a:ext>
                </a:extLst>
              </a:tr>
              <a:tr h="340654">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942344272"/>
                  </a:ext>
                </a:extLst>
              </a:tr>
              <a:tr h="340654">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1029573966"/>
                  </a:ext>
                </a:extLst>
              </a:tr>
            </a:tbl>
          </a:graphicData>
        </a:graphic>
      </p:graphicFrame>
      <p:sp>
        <p:nvSpPr>
          <p:cNvPr id="13" name="CuadroTexto 12">
            <a:extLst>
              <a:ext uri="{FF2B5EF4-FFF2-40B4-BE49-F238E27FC236}">
                <a16:creationId xmlns:a16="http://schemas.microsoft.com/office/drawing/2014/main" id="{7DC6C7E0-354A-C0CE-831A-A3450E4D3470}"/>
              </a:ext>
            </a:extLst>
          </p:cNvPr>
          <p:cNvSpPr txBox="1"/>
          <p:nvPr/>
        </p:nvSpPr>
        <p:spPr>
          <a:xfrm>
            <a:off x="5869859" y="6065085"/>
            <a:ext cx="4929000" cy="646331"/>
          </a:xfrm>
          <a:prstGeom prst="rect">
            <a:avLst/>
          </a:prstGeom>
          <a:noFill/>
        </p:spPr>
        <p:txBody>
          <a:bodyPr wrap="square">
            <a:spAutoFit/>
          </a:bodyPr>
          <a:lstStyle/>
          <a:p>
            <a:r>
              <a:rPr lang="es-ES" sz="1800" b="0" i="0" u="none" strike="noStrike" baseline="0" dirty="0"/>
              <a:t>Agrupar los resultados por una columna. </a:t>
            </a:r>
          </a:p>
          <a:p>
            <a:endParaRPr lang="es-MX" dirty="0"/>
          </a:p>
        </p:txBody>
      </p:sp>
      <p:cxnSp>
        <p:nvCxnSpPr>
          <p:cNvPr id="2" name="Conector recto 1">
            <a:extLst>
              <a:ext uri="{FF2B5EF4-FFF2-40B4-BE49-F238E27FC236}">
                <a16:creationId xmlns:a16="http://schemas.microsoft.com/office/drawing/2014/main" id="{8DB49CA4-5CD6-BA64-8785-3CAE38948A1B}"/>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43643950-9E7E-172A-7317-ED49299AEA5B}"/>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8" name="Picture 2">
            <a:extLst>
              <a:ext uri="{FF2B5EF4-FFF2-40B4-BE49-F238E27FC236}">
                <a16:creationId xmlns:a16="http://schemas.microsoft.com/office/drawing/2014/main" id="{096EFE56-3A8E-9C19-3DB3-407F48D43F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0" name="CuadroTexto 9">
            <a:extLst>
              <a:ext uri="{FF2B5EF4-FFF2-40B4-BE49-F238E27FC236}">
                <a16:creationId xmlns:a16="http://schemas.microsoft.com/office/drawing/2014/main" id="{DF78A1DB-E743-D493-8658-6516B47DCDF3}"/>
              </a:ext>
            </a:extLst>
          </p:cNvPr>
          <p:cNvSpPr txBox="1"/>
          <p:nvPr/>
        </p:nvSpPr>
        <p:spPr>
          <a:xfrm>
            <a:off x="353447" y="3104806"/>
            <a:ext cx="3323491" cy="369332"/>
          </a:xfrm>
          <a:prstGeom prst="rect">
            <a:avLst/>
          </a:prstGeom>
          <a:noFill/>
        </p:spPr>
        <p:txBody>
          <a:bodyPr wrap="square">
            <a:spAutoFit/>
          </a:bodyPr>
          <a:lstStyle/>
          <a:p>
            <a:r>
              <a:rPr lang="es-MX" dirty="0"/>
              <a:t>Tabla empleados</a:t>
            </a:r>
          </a:p>
        </p:txBody>
      </p:sp>
    </p:spTree>
    <p:extLst>
      <p:ext uri="{BB962C8B-B14F-4D97-AF65-F5344CB8AC3E}">
        <p14:creationId xmlns:p14="http://schemas.microsoft.com/office/powerpoint/2010/main" val="38789195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B1E84-C51E-82D8-405F-3309E48A3AF9}"/>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3517D977-D7B8-696F-2C29-B2D1F8B7ED5E}"/>
              </a:ext>
            </a:extLst>
          </p:cNvPr>
          <p:cNvSpPr txBox="1">
            <a:spLocks/>
          </p:cNvSpPr>
          <p:nvPr/>
        </p:nvSpPr>
        <p:spPr>
          <a:xfrm>
            <a:off x="4343703" y="98180"/>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Función</a:t>
            </a:r>
            <a:r>
              <a:rPr lang="en-US" sz="2000" dirty="0"/>
              <a:t> de </a:t>
            </a:r>
            <a:r>
              <a:rPr lang="en-US" sz="2000" dirty="0" err="1"/>
              <a:t>agregación</a:t>
            </a:r>
            <a:r>
              <a:rPr lang="en-US" sz="2000" dirty="0"/>
              <a:t> </a:t>
            </a:r>
          </a:p>
        </p:txBody>
      </p:sp>
      <p:sp>
        <p:nvSpPr>
          <p:cNvPr id="4" name="CuadroTexto 3">
            <a:extLst>
              <a:ext uri="{FF2B5EF4-FFF2-40B4-BE49-F238E27FC236}">
                <a16:creationId xmlns:a16="http://schemas.microsoft.com/office/drawing/2014/main" id="{4450A968-01A8-C2BC-BD52-ABF560EAD0AE}"/>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20" name="Título 1">
            <a:extLst>
              <a:ext uri="{FF2B5EF4-FFF2-40B4-BE49-F238E27FC236}">
                <a16:creationId xmlns:a16="http://schemas.microsoft.com/office/drawing/2014/main" id="{00245615-4F15-4DA8-D62C-5226E5D7FC68}"/>
              </a:ext>
            </a:extLst>
          </p:cNvPr>
          <p:cNvSpPr txBox="1">
            <a:spLocks/>
          </p:cNvSpPr>
          <p:nvPr/>
        </p:nvSpPr>
        <p:spPr>
          <a:xfrm>
            <a:off x="407253" y="853348"/>
            <a:ext cx="1410223"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1800" dirty="0" err="1"/>
              <a:t>having</a:t>
            </a:r>
            <a:endParaRPr lang="en-US" sz="1800" dirty="0"/>
          </a:p>
        </p:txBody>
      </p:sp>
      <p:graphicFrame>
        <p:nvGraphicFramePr>
          <p:cNvPr id="11" name="Tabla 10">
            <a:extLst>
              <a:ext uri="{FF2B5EF4-FFF2-40B4-BE49-F238E27FC236}">
                <a16:creationId xmlns:a16="http://schemas.microsoft.com/office/drawing/2014/main" id="{CF1184D9-A4EE-6C25-F34E-6E0F90C32382}"/>
              </a:ext>
            </a:extLst>
          </p:cNvPr>
          <p:cNvGraphicFramePr>
            <a:graphicFrameLocks noGrp="1"/>
          </p:cNvGraphicFramePr>
          <p:nvPr>
            <p:extLst>
              <p:ext uri="{D42A27DB-BD31-4B8C-83A1-F6EECF244321}">
                <p14:modId xmlns:p14="http://schemas.microsoft.com/office/powerpoint/2010/main" val="2317300610"/>
              </p:ext>
            </p:extLst>
          </p:nvPr>
        </p:nvGraphicFramePr>
        <p:xfrm>
          <a:off x="6398416" y="3840865"/>
          <a:ext cx="4718681" cy="858869"/>
        </p:xfrm>
        <a:graphic>
          <a:graphicData uri="http://schemas.openxmlformats.org/drawingml/2006/table">
            <a:tbl>
              <a:tblPr firstRow="1" bandRow="1">
                <a:tableStyleId>{5C22544A-7EE6-4342-B048-85BDC9FD1C3A}</a:tableStyleId>
              </a:tblPr>
              <a:tblGrid>
                <a:gridCol w="3140317">
                  <a:extLst>
                    <a:ext uri="{9D8B030D-6E8A-4147-A177-3AD203B41FA5}">
                      <a16:colId xmlns:a16="http://schemas.microsoft.com/office/drawing/2014/main" val="1863411107"/>
                    </a:ext>
                  </a:extLst>
                </a:gridCol>
                <a:gridCol w="1578364">
                  <a:extLst>
                    <a:ext uri="{9D8B030D-6E8A-4147-A177-3AD203B41FA5}">
                      <a16:colId xmlns:a16="http://schemas.microsoft.com/office/drawing/2014/main" val="2275355872"/>
                    </a:ext>
                  </a:extLst>
                </a:gridCol>
              </a:tblGrid>
              <a:tr h="493109">
                <a:tc>
                  <a:txBody>
                    <a:bodyPr/>
                    <a:lstStyle/>
                    <a:p>
                      <a:r>
                        <a:rPr lang="es-MX" dirty="0"/>
                        <a:t>departamento</a:t>
                      </a:r>
                    </a:p>
                  </a:txBody>
                  <a:tcPr/>
                </a:tc>
                <a:tc>
                  <a:txBody>
                    <a:bodyPr/>
                    <a:lstStyle/>
                    <a:p>
                      <a:r>
                        <a:rPr lang="es-ES" dirty="0" err="1">
                          <a:solidFill>
                            <a:schemeClr val="tx1"/>
                          </a:solidFill>
                        </a:rPr>
                        <a:t>Total_salario</a:t>
                      </a:r>
                      <a:endParaRPr lang="es-MX" dirty="0">
                        <a:solidFill>
                          <a:schemeClr val="tx1"/>
                        </a:solidFill>
                      </a:endParaRPr>
                    </a:p>
                  </a:txBody>
                  <a:tcPr/>
                </a:tc>
                <a:extLst>
                  <a:ext uri="{0D108BD9-81ED-4DB2-BD59-A6C34878D82A}">
                    <a16:rowId xmlns:a16="http://schemas.microsoft.com/office/drawing/2014/main" val="1006795218"/>
                  </a:ext>
                </a:extLst>
              </a:tr>
              <a:tr h="340654">
                <a:tc>
                  <a:txBody>
                    <a:bodyPr/>
                    <a:lstStyle/>
                    <a:p>
                      <a:r>
                        <a:rPr lang="es-MX" dirty="0"/>
                        <a:t>A1</a:t>
                      </a:r>
                    </a:p>
                  </a:txBody>
                  <a:tcPr/>
                </a:tc>
                <a:tc>
                  <a:txBody>
                    <a:bodyPr/>
                    <a:lstStyle/>
                    <a:p>
                      <a:r>
                        <a:rPr lang="es-ES" dirty="0"/>
                        <a:t>79</a:t>
                      </a:r>
                      <a:endParaRPr lang="es-MX" dirty="0"/>
                    </a:p>
                  </a:txBody>
                  <a:tcPr/>
                </a:tc>
                <a:extLst>
                  <a:ext uri="{0D108BD9-81ED-4DB2-BD59-A6C34878D82A}">
                    <a16:rowId xmlns:a16="http://schemas.microsoft.com/office/drawing/2014/main" val="1361315924"/>
                  </a:ext>
                </a:extLst>
              </a:tr>
            </a:tbl>
          </a:graphicData>
        </a:graphic>
      </p:graphicFrame>
      <p:sp>
        <p:nvSpPr>
          <p:cNvPr id="6" name="CuadroTexto 5">
            <a:extLst>
              <a:ext uri="{FF2B5EF4-FFF2-40B4-BE49-F238E27FC236}">
                <a16:creationId xmlns:a16="http://schemas.microsoft.com/office/drawing/2014/main" id="{0946EBE4-7B13-B6FF-7D09-E5EEBB29102D}"/>
              </a:ext>
            </a:extLst>
          </p:cNvPr>
          <p:cNvSpPr txBox="1"/>
          <p:nvPr/>
        </p:nvSpPr>
        <p:spPr>
          <a:xfrm>
            <a:off x="4702646" y="5621260"/>
            <a:ext cx="6094476" cy="923330"/>
          </a:xfrm>
          <a:prstGeom prst="rect">
            <a:avLst/>
          </a:prstGeom>
          <a:noFill/>
        </p:spPr>
        <p:txBody>
          <a:bodyPr wrap="square">
            <a:spAutoFit/>
          </a:bodyPr>
          <a:lstStyle/>
          <a:p>
            <a:r>
              <a:rPr lang="es-ES" dirty="0"/>
              <a:t>Se usa para filtrar los resultados de la consulta después de que se ha realizado la agrupación, a diferencia del </a:t>
            </a:r>
            <a:r>
              <a:rPr lang="es-ES" b="1" dirty="0"/>
              <a:t>WHERE</a:t>
            </a:r>
            <a:r>
              <a:rPr lang="es-ES" dirty="0"/>
              <a:t> que filtra antes de la agrupación.</a:t>
            </a:r>
            <a:endParaRPr lang="es-MX" dirty="0"/>
          </a:p>
        </p:txBody>
      </p:sp>
      <p:pic>
        <p:nvPicPr>
          <p:cNvPr id="13" name="Imagen 12">
            <a:extLst>
              <a:ext uri="{FF2B5EF4-FFF2-40B4-BE49-F238E27FC236}">
                <a16:creationId xmlns:a16="http://schemas.microsoft.com/office/drawing/2014/main" id="{CDCF30F8-69B0-97BE-B011-818C76A2D447}"/>
              </a:ext>
            </a:extLst>
          </p:cNvPr>
          <p:cNvPicPr>
            <a:picLocks noChangeAspect="1"/>
          </p:cNvPicPr>
          <p:nvPr/>
        </p:nvPicPr>
        <p:blipFill>
          <a:blip r:embed="rId2"/>
          <a:stretch>
            <a:fillRect/>
          </a:stretch>
        </p:blipFill>
        <p:spPr>
          <a:xfrm>
            <a:off x="407253" y="1374417"/>
            <a:ext cx="5991163" cy="1270571"/>
          </a:xfrm>
          <a:prstGeom prst="rect">
            <a:avLst/>
          </a:prstGeom>
        </p:spPr>
      </p:pic>
      <p:graphicFrame>
        <p:nvGraphicFramePr>
          <p:cNvPr id="14" name="Tabla 13">
            <a:extLst>
              <a:ext uri="{FF2B5EF4-FFF2-40B4-BE49-F238E27FC236}">
                <a16:creationId xmlns:a16="http://schemas.microsoft.com/office/drawing/2014/main" id="{11D173C6-70F3-8D79-2D9D-33A9E22CF82E}"/>
              </a:ext>
            </a:extLst>
          </p:cNvPr>
          <p:cNvGraphicFramePr>
            <a:graphicFrameLocks noGrp="1"/>
          </p:cNvGraphicFramePr>
          <p:nvPr>
            <p:extLst>
              <p:ext uri="{D42A27DB-BD31-4B8C-83A1-F6EECF244321}">
                <p14:modId xmlns:p14="http://schemas.microsoft.com/office/powerpoint/2010/main" val="1379788226"/>
              </p:ext>
            </p:extLst>
          </p:nvPr>
        </p:nvGraphicFramePr>
        <p:xfrm>
          <a:off x="422975" y="3572252"/>
          <a:ext cx="3307769" cy="2752972"/>
        </p:xfrm>
        <a:graphic>
          <a:graphicData uri="http://schemas.openxmlformats.org/drawingml/2006/table">
            <a:tbl>
              <a:tblPr firstRow="1" bandRow="1">
                <a:tableStyleId>{5C22544A-7EE6-4342-B048-85BDC9FD1C3A}</a:tableStyleId>
              </a:tblPr>
              <a:tblGrid>
                <a:gridCol w="2201345">
                  <a:extLst>
                    <a:ext uri="{9D8B030D-6E8A-4147-A177-3AD203B41FA5}">
                      <a16:colId xmlns:a16="http://schemas.microsoft.com/office/drawing/2014/main" val="1863411107"/>
                    </a:ext>
                  </a:extLst>
                </a:gridCol>
                <a:gridCol w="1106424">
                  <a:extLst>
                    <a:ext uri="{9D8B030D-6E8A-4147-A177-3AD203B41FA5}">
                      <a16:colId xmlns:a16="http://schemas.microsoft.com/office/drawing/2014/main" val="2275355872"/>
                    </a:ext>
                  </a:extLst>
                </a:gridCol>
              </a:tblGrid>
              <a:tr h="493109">
                <a:tc>
                  <a:txBody>
                    <a:bodyPr/>
                    <a:lstStyle/>
                    <a:p>
                      <a:r>
                        <a:rPr lang="es-MX" dirty="0"/>
                        <a:t>departamento</a:t>
                      </a:r>
                    </a:p>
                  </a:txBody>
                  <a:tcPr/>
                </a:tc>
                <a:tc>
                  <a:txBody>
                    <a:bodyPr/>
                    <a:lstStyle/>
                    <a:p>
                      <a:r>
                        <a:rPr lang="es-MX" dirty="0">
                          <a:solidFill>
                            <a:schemeClr val="tx1"/>
                          </a:solidFill>
                        </a:rPr>
                        <a:t>salario</a:t>
                      </a:r>
                    </a:p>
                  </a:txBody>
                  <a:tcPr/>
                </a:tc>
                <a:extLst>
                  <a:ext uri="{0D108BD9-81ED-4DB2-BD59-A6C34878D82A}">
                    <a16:rowId xmlns:a16="http://schemas.microsoft.com/office/drawing/2014/main" val="1006795218"/>
                  </a:ext>
                </a:extLst>
              </a:tr>
              <a:tr h="340654">
                <a:tc>
                  <a:txBody>
                    <a:bodyPr/>
                    <a:lstStyle/>
                    <a:p>
                      <a:r>
                        <a:rPr lang="es-MX" dirty="0">
                          <a:highlight>
                            <a:srgbClr val="FFFF00"/>
                          </a:highlight>
                        </a:rPr>
                        <a:t>A1</a:t>
                      </a:r>
                    </a:p>
                  </a:txBody>
                  <a:tcPr/>
                </a:tc>
                <a:tc>
                  <a:txBody>
                    <a:bodyPr/>
                    <a:lstStyle/>
                    <a:p>
                      <a:r>
                        <a:rPr lang="es-ES" dirty="0">
                          <a:highlight>
                            <a:srgbClr val="FFFF00"/>
                          </a:highlight>
                        </a:rPr>
                        <a:t>59</a:t>
                      </a:r>
                      <a:endParaRPr lang="es-MX" dirty="0">
                        <a:highlight>
                          <a:srgbClr val="FFFF00"/>
                        </a:highlight>
                      </a:endParaRPr>
                    </a:p>
                  </a:txBody>
                  <a:tcPr/>
                </a:tc>
                <a:extLst>
                  <a:ext uri="{0D108BD9-81ED-4DB2-BD59-A6C34878D82A}">
                    <a16:rowId xmlns:a16="http://schemas.microsoft.com/office/drawing/2014/main" val="1361315924"/>
                  </a:ext>
                </a:extLst>
              </a:tr>
              <a:tr h="431063">
                <a:tc>
                  <a:txBody>
                    <a:bodyPr/>
                    <a:lstStyle/>
                    <a:p>
                      <a:r>
                        <a:rPr lang="es-ES" dirty="0"/>
                        <a:t>A3</a:t>
                      </a:r>
                      <a:endParaRPr lang="es-MX" dirty="0"/>
                    </a:p>
                  </a:txBody>
                  <a:tcPr/>
                </a:tc>
                <a:tc>
                  <a:txBody>
                    <a:bodyPr/>
                    <a:lstStyle/>
                    <a:p>
                      <a:r>
                        <a:rPr lang="es-ES" dirty="0"/>
                        <a:t>34</a:t>
                      </a:r>
                      <a:endParaRPr lang="es-MX" dirty="0"/>
                    </a:p>
                  </a:txBody>
                  <a:tcPr/>
                </a:tc>
                <a:extLst>
                  <a:ext uri="{0D108BD9-81ED-4DB2-BD59-A6C34878D82A}">
                    <a16:rowId xmlns:a16="http://schemas.microsoft.com/office/drawing/2014/main" val="20066783"/>
                  </a:ext>
                </a:extLst>
              </a:tr>
              <a:tr h="340654">
                <a:tc>
                  <a:txBody>
                    <a:bodyPr/>
                    <a:lstStyle/>
                    <a:p>
                      <a:r>
                        <a:rPr lang="es-ES" dirty="0"/>
                        <a:t>B1</a:t>
                      </a:r>
                    </a:p>
                  </a:txBody>
                  <a:tcPr/>
                </a:tc>
                <a:tc>
                  <a:txBody>
                    <a:bodyPr/>
                    <a:lstStyle/>
                    <a:p>
                      <a:r>
                        <a:rPr lang="es-ES" dirty="0"/>
                        <a:t>25</a:t>
                      </a:r>
                      <a:endParaRPr lang="es-MX" dirty="0"/>
                    </a:p>
                  </a:txBody>
                  <a:tcPr/>
                </a:tc>
                <a:extLst>
                  <a:ext uri="{0D108BD9-81ED-4DB2-BD59-A6C34878D82A}">
                    <a16:rowId xmlns:a16="http://schemas.microsoft.com/office/drawing/2014/main" val="652576954"/>
                  </a:ext>
                </a:extLst>
              </a:tr>
              <a:tr h="340654">
                <a:tc>
                  <a:txBody>
                    <a:bodyPr/>
                    <a:lstStyle/>
                    <a:p>
                      <a:r>
                        <a:rPr lang="es-MX" dirty="0"/>
                        <a:t>B2</a:t>
                      </a:r>
                    </a:p>
                  </a:txBody>
                  <a:tcPr/>
                </a:tc>
                <a:tc>
                  <a:txBody>
                    <a:bodyPr/>
                    <a:lstStyle/>
                    <a:p>
                      <a:r>
                        <a:rPr lang="es-ES" dirty="0"/>
                        <a:t>40</a:t>
                      </a:r>
                      <a:endParaRPr lang="es-MX" dirty="0"/>
                    </a:p>
                  </a:txBody>
                  <a:tcPr/>
                </a:tc>
                <a:extLst>
                  <a:ext uri="{0D108BD9-81ED-4DB2-BD59-A6C34878D82A}">
                    <a16:rowId xmlns:a16="http://schemas.microsoft.com/office/drawing/2014/main" val="3942344272"/>
                  </a:ext>
                </a:extLst>
              </a:tr>
              <a:tr h="340654">
                <a:tc>
                  <a:txBody>
                    <a:bodyPr/>
                    <a:lstStyle/>
                    <a:p>
                      <a:r>
                        <a:rPr lang="es-MX" dirty="0"/>
                        <a:t>B3</a:t>
                      </a:r>
                    </a:p>
                  </a:txBody>
                  <a:tcPr/>
                </a:tc>
                <a:tc>
                  <a:txBody>
                    <a:bodyPr/>
                    <a:lstStyle/>
                    <a:p>
                      <a:r>
                        <a:rPr lang="es-MX" dirty="0"/>
                        <a:t>27</a:t>
                      </a:r>
                    </a:p>
                  </a:txBody>
                  <a:tcPr/>
                </a:tc>
                <a:extLst>
                  <a:ext uri="{0D108BD9-81ED-4DB2-BD59-A6C34878D82A}">
                    <a16:rowId xmlns:a16="http://schemas.microsoft.com/office/drawing/2014/main" val="1029573966"/>
                  </a:ext>
                </a:extLst>
              </a:tr>
              <a:tr h="340654">
                <a:tc>
                  <a:txBody>
                    <a:bodyPr/>
                    <a:lstStyle/>
                    <a:p>
                      <a:r>
                        <a:rPr lang="es-ES" dirty="0">
                          <a:highlight>
                            <a:srgbClr val="FFFF00"/>
                          </a:highlight>
                        </a:rPr>
                        <a:t>A1</a:t>
                      </a:r>
                      <a:endParaRPr lang="es-MX" dirty="0">
                        <a:highlight>
                          <a:srgbClr val="FFFF00"/>
                        </a:highlight>
                      </a:endParaRPr>
                    </a:p>
                  </a:txBody>
                  <a:tcPr/>
                </a:tc>
                <a:tc>
                  <a:txBody>
                    <a:bodyPr/>
                    <a:lstStyle/>
                    <a:p>
                      <a:r>
                        <a:rPr lang="es-ES" dirty="0">
                          <a:highlight>
                            <a:srgbClr val="FFFF00"/>
                          </a:highlight>
                        </a:rPr>
                        <a:t>20</a:t>
                      </a:r>
                      <a:endParaRPr lang="es-MX" dirty="0">
                        <a:highlight>
                          <a:srgbClr val="FFFF00"/>
                        </a:highlight>
                      </a:endParaRPr>
                    </a:p>
                  </a:txBody>
                  <a:tcPr/>
                </a:tc>
                <a:extLst>
                  <a:ext uri="{0D108BD9-81ED-4DB2-BD59-A6C34878D82A}">
                    <a16:rowId xmlns:a16="http://schemas.microsoft.com/office/drawing/2014/main" val="3060798068"/>
                  </a:ext>
                </a:extLst>
              </a:tr>
            </a:tbl>
          </a:graphicData>
        </a:graphic>
      </p:graphicFrame>
      <p:cxnSp>
        <p:nvCxnSpPr>
          <p:cNvPr id="2" name="Conector recto 1">
            <a:extLst>
              <a:ext uri="{FF2B5EF4-FFF2-40B4-BE49-F238E27FC236}">
                <a16:creationId xmlns:a16="http://schemas.microsoft.com/office/drawing/2014/main" id="{BF708A7D-B98B-7383-D4FC-E7256D3F3663}"/>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7D78E243-9FC4-2197-1076-B433623101A8}"/>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7" name="Picture 2">
            <a:extLst>
              <a:ext uri="{FF2B5EF4-FFF2-40B4-BE49-F238E27FC236}">
                <a16:creationId xmlns:a16="http://schemas.microsoft.com/office/drawing/2014/main" id="{836784A7-5515-7614-DCF7-9538D33C9A2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8" name="CuadroTexto 7">
            <a:extLst>
              <a:ext uri="{FF2B5EF4-FFF2-40B4-BE49-F238E27FC236}">
                <a16:creationId xmlns:a16="http://schemas.microsoft.com/office/drawing/2014/main" id="{0992D17A-2DA0-9C93-11EE-A8A390AF24F6}"/>
              </a:ext>
            </a:extLst>
          </p:cNvPr>
          <p:cNvSpPr txBox="1"/>
          <p:nvPr/>
        </p:nvSpPr>
        <p:spPr>
          <a:xfrm>
            <a:off x="299098" y="3006919"/>
            <a:ext cx="3323491" cy="369332"/>
          </a:xfrm>
          <a:prstGeom prst="rect">
            <a:avLst/>
          </a:prstGeom>
          <a:noFill/>
        </p:spPr>
        <p:txBody>
          <a:bodyPr wrap="square">
            <a:spAutoFit/>
          </a:bodyPr>
          <a:lstStyle/>
          <a:p>
            <a:r>
              <a:rPr lang="es-MX" dirty="0"/>
              <a:t>Tabla empleados</a:t>
            </a:r>
          </a:p>
        </p:txBody>
      </p:sp>
    </p:spTree>
    <p:extLst>
      <p:ext uri="{BB962C8B-B14F-4D97-AF65-F5344CB8AC3E}">
        <p14:creationId xmlns:p14="http://schemas.microsoft.com/office/powerpoint/2010/main" val="3488536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12FD-1585-AEBD-7C14-A8B21F9DBA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FE0644-B6A4-8FE8-FE3A-2EC650581D02}"/>
              </a:ext>
            </a:extLst>
          </p:cNvPr>
          <p:cNvSpPr txBox="1">
            <a:spLocks/>
          </p:cNvSpPr>
          <p:nvPr/>
        </p:nvSpPr>
        <p:spPr>
          <a:xfrm>
            <a:off x="3974921" y="69916"/>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BÁSICA DE SQL</a:t>
            </a:r>
          </a:p>
        </p:txBody>
      </p:sp>
      <p:sp>
        <p:nvSpPr>
          <p:cNvPr id="9" name="Título 1">
            <a:extLst>
              <a:ext uri="{FF2B5EF4-FFF2-40B4-BE49-F238E27FC236}">
                <a16:creationId xmlns:a16="http://schemas.microsoft.com/office/drawing/2014/main" id="{89ED824F-00B3-6D80-287A-AF6357295F2C}"/>
              </a:ext>
            </a:extLst>
          </p:cNvPr>
          <p:cNvSpPr txBox="1">
            <a:spLocks/>
          </p:cNvSpPr>
          <p:nvPr/>
        </p:nvSpPr>
        <p:spPr>
          <a:xfrm>
            <a:off x="205872" y="650970"/>
            <a:ext cx="2186137" cy="522514"/>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INSER TO </a:t>
            </a:r>
          </a:p>
        </p:txBody>
      </p:sp>
      <p:pic>
        <p:nvPicPr>
          <p:cNvPr id="5" name="Imagen 4">
            <a:extLst>
              <a:ext uri="{FF2B5EF4-FFF2-40B4-BE49-F238E27FC236}">
                <a16:creationId xmlns:a16="http://schemas.microsoft.com/office/drawing/2014/main" id="{B7656A87-B96B-A0EB-33EF-E2D969602BF8}"/>
              </a:ext>
            </a:extLst>
          </p:cNvPr>
          <p:cNvPicPr>
            <a:picLocks noChangeAspect="1"/>
          </p:cNvPicPr>
          <p:nvPr/>
        </p:nvPicPr>
        <p:blipFill>
          <a:blip r:embed="rId2"/>
          <a:srcRect t="1951" r="17320"/>
          <a:stretch/>
        </p:blipFill>
        <p:spPr>
          <a:xfrm>
            <a:off x="205872" y="1348836"/>
            <a:ext cx="7203802" cy="875071"/>
          </a:xfrm>
          <a:prstGeom prst="rect">
            <a:avLst/>
          </a:prstGeom>
        </p:spPr>
      </p:pic>
      <p:graphicFrame>
        <p:nvGraphicFramePr>
          <p:cNvPr id="10" name="Tabla 9">
            <a:extLst>
              <a:ext uri="{FF2B5EF4-FFF2-40B4-BE49-F238E27FC236}">
                <a16:creationId xmlns:a16="http://schemas.microsoft.com/office/drawing/2014/main" id="{08B673F5-F6E8-1EA9-D3DD-B8C2D972731F}"/>
              </a:ext>
            </a:extLst>
          </p:cNvPr>
          <p:cNvGraphicFramePr>
            <a:graphicFrameLocks noGrp="1"/>
          </p:cNvGraphicFramePr>
          <p:nvPr>
            <p:extLst>
              <p:ext uri="{D42A27DB-BD31-4B8C-83A1-F6EECF244321}">
                <p14:modId xmlns:p14="http://schemas.microsoft.com/office/powerpoint/2010/main" val="1781988893"/>
              </p:ext>
            </p:extLst>
          </p:nvPr>
        </p:nvGraphicFramePr>
        <p:xfrm>
          <a:off x="432656" y="2954042"/>
          <a:ext cx="7084530" cy="3272198"/>
        </p:xfrm>
        <a:graphic>
          <a:graphicData uri="http://schemas.openxmlformats.org/drawingml/2006/table">
            <a:tbl>
              <a:tblPr firstRow="1" bandRow="1">
                <a:tableStyleId>{5C22544A-7EE6-4342-B048-85BDC9FD1C3A}</a:tableStyleId>
              </a:tblPr>
              <a:tblGrid>
                <a:gridCol w="1792896">
                  <a:extLst>
                    <a:ext uri="{9D8B030D-6E8A-4147-A177-3AD203B41FA5}">
                      <a16:colId xmlns:a16="http://schemas.microsoft.com/office/drawing/2014/main" val="1272988732"/>
                    </a:ext>
                  </a:extLst>
                </a:gridCol>
                <a:gridCol w="1321945">
                  <a:extLst>
                    <a:ext uri="{9D8B030D-6E8A-4147-A177-3AD203B41FA5}">
                      <a16:colId xmlns:a16="http://schemas.microsoft.com/office/drawing/2014/main" val="2348856314"/>
                    </a:ext>
                  </a:extLst>
                </a:gridCol>
                <a:gridCol w="1321945">
                  <a:extLst>
                    <a:ext uri="{9D8B030D-6E8A-4147-A177-3AD203B41FA5}">
                      <a16:colId xmlns:a16="http://schemas.microsoft.com/office/drawing/2014/main" val="397937798"/>
                    </a:ext>
                  </a:extLst>
                </a:gridCol>
                <a:gridCol w="1243322">
                  <a:extLst>
                    <a:ext uri="{9D8B030D-6E8A-4147-A177-3AD203B41FA5}">
                      <a16:colId xmlns:a16="http://schemas.microsoft.com/office/drawing/2014/main" val="210104553"/>
                    </a:ext>
                  </a:extLst>
                </a:gridCol>
                <a:gridCol w="1404422">
                  <a:extLst>
                    <a:ext uri="{9D8B030D-6E8A-4147-A177-3AD203B41FA5}">
                      <a16:colId xmlns:a16="http://schemas.microsoft.com/office/drawing/2014/main" val="1080918545"/>
                    </a:ext>
                  </a:extLst>
                </a:gridCol>
              </a:tblGrid>
              <a:tr h="450381">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450381">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err="1"/>
                        <a:t>Madird</a:t>
                      </a:r>
                      <a:endParaRPr lang="es-ES" dirty="0"/>
                    </a:p>
                  </a:txBody>
                  <a:tcPr/>
                </a:tc>
                <a:extLst>
                  <a:ext uri="{0D108BD9-81ED-4DB2-BD59-A6C34878D82A}">
                    <a16:rowId xmlns:a16="http://schemas.microsoft.com/office/drawing/2014/main" val="774062901"/>
                  </a:ext>
                </a:extLst>
              </a:tr>
              <a:tr h="569912">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450381">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450381">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450381">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r h="450381">
                <a:tc>
                  <a:txBody>
                    <a:bodyPr/>
                    <a:lstStyle/>
                    <a:p>
                      <a:r>
                        <a:rPr lang="es-MX" dirty="0">
                          <a:highlight>
                            <a:srgbClr val="FFFF00"/>
                          </a:highlight>
                        </a:rPr>
                        <a:t>6</a:t>
                      </a:r>
                    </a:p>
                  </a:txBody>
                  <a:tcPr/>
                </a:tc>
                <a:tc>
                  <a:txBody>
                    <a:bodyPr/>
                    <a:lstStyle/>
                    <a:p>
                      <a:r>
                        <a:rPr lang="es-MX" dirty="0">
                          <a:highlight>
                            <a:srgbClr val="FFFF00"/>
                          </a:highlight>
                        </a:rPr>
                        <a:t>Ana</a:t>
                      </a:r>
                    </a:p>
                  </a:txBody>
                  <a:tcPr/>
                </a:tc>
                <a:tc>
                  <a:txBody>
                    <a:bodyPr/>
                    <a:lstStyle/>
                    <a:p>
                      <a:r>
                        <a:rPr lang="es-MX" dirty="0">
                          <a:highlight>
                            <a:srgbClr val="FFFF00"/>
                          </a:highlight>
                        </a:rPr>
                        <a:t>Martinez</a:t>
                      </a:r>
                    </a:p>
                  </a:txBody>
                  <a:tcPr/>
                </a:tc>
                <a:tc>
                  <a:txBody>
                    <a:bodyPr/>
                    <a:lstStyle/>
                    <a:p>
                      <a:r>
                        <a:rPr lang="es-MX" dirty="0">
                          <a:highlight>
                            <a:srgbClr val="FFFF00"/>
                          </a:highlight>
                        </a:rPr>
                        <a:t>27</a:t>
                      </a:r>
                    </a:p>
                  </a:txBody>
                  <a:tcPr/>
                </a:tc>
                <a:tc>
                  <a:txBody>
                    <a:bodyPr/>
                    <a:lstStyle/>
                    <a:p>
                      <a:r>
                        <a:rPr lang="es-MX" dirty="0">
                          <a:highlight>
                            <a:srgbClr val="FFFF00"/>
                          </a:highlight>
                        </a:rPr>
                        <a:t>Bilbao</a:t>
                      </a:r>
                    </a:p>
                  </a:txBody>
                  <a:tcPr/>
                </a:tc>
                <a:extLst>
                  <a:ext uri="{0D108BD9-81ED-4DB2-BD59-A6C34878D82A}">
                    <a16:rowId xmlns:a16="http://schemas.microsoft.com/office/drawing/2014/main" val="3600898387"/>
                  </a:ext>
                </a:extLst>
              </a:tr>
            </a:tbl>
          </a:graphicData>
        </a:graphic>
      </p:graphicFrame>
      <p:sp>
        <p:nvSpPr>
          <p:cNvPr id="3" name="CuadroTexto 2">
            <a:extLst>
              <a:ext uri="{FF2B5EF4-FFF2-40B4-BE49-F238E27FC236}">
                <a16:creationId xmlns:a16="http://schemas.microsoft.com/office/drawing/2014/main" id="{ACA3A579-86FC-27C4-6435-74FFBCE35FB6}"/>
              </a:ext>
            </a:extLst>
          </p:cNvPr>
          <p:cNvSpPr txBox="1"/>
          <p:nvPr/>
        </p:nvSpPr>
        <p:spPr>
          <a:xfrm>
            <a:off x="8116999" y="5198293"/>
            <a:ext cx="4021205" cy="646331"/>
          </a:xfrm>
          <a:prstGeom prst="rect">
            <a:avLst/>
          </a:prstGeom>
          <a:noFill/>
        </p:spPr>
        <p:txBody>
          <a:bodyPr wrap="square">
            <a:spAutoFit/>
          </a:bodyPr>
          <a:lstStyle/>
          <a:p>
            <a:r>
              <a:rPr lang="es-ES" dirty="0"/>
              <a:t>Agrega a las columnas información.</a:t>
            </a:r>
          </a:p>
        </p:txBody>
      </p:sp>
      <p:cxnSp>
        <p:nvCxnSpPr>
          <p:cNvPr id="4" name="Conector recto 3">
            <a:extLst>
              <a:ext uri="{FF2B5EF4-FFF2-40B4-BE49-F238E27FC236}">
                <a16:creationId xmlns:a16="http://schemas.microsoft.com/office/drawing/2014/main" id="{E9B49FB0-BDEF-C47B-DB52-3B7E41FC2627}"/>
              </a:ext>
            </a:extLst>
          </p:cNvPr>
          <p:cNvCxnSpPr>
            <a:cxnSpLocks/>
          </p:cNvCxnSpPr>
          <p:nvPr/>
        </p:nvCxnSpPr>
        <p:spPr>
          <a:xfrm>
            <a:off x="0" y="612097"/>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6885E9F5-B86F-5936-D372-392BC7098854}"/>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7" name="Picture 2">
            <a:extLst>
              <a:ext uri="{FF2B5EF4-FFF2-40B4-BE49-F238E27FC236}">
                <a16:creationId xmlns:a16="http://schemas.microsoft.com/office/drawing/2014/main" id="{1D98960C-1144-087E-CB89-F7B68463C0F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42118" y="6279556"/>
            <a:ext cx="896086" cy="508528"/>
          </a:xfrm>
          <a:prstGeom prst="rect">
            <a:avLst/>
          </a:prstGeom>
          <a:noFill/>
        </p:spPr>
      </p:pic>
      <p:sp>
        <p:nvSpPr>
          <p:cNvPr id="8" name="CuadroTexto 7">
            <a:extLst>
              <a:ext uri="{FF2B5EF4-FFF2-40B4-BE49-F238E27FC236}">
                <a16:creationId xmlns:a16="http://schemas.microsoft.com/office/drawing/2014/main" id="{9CC708A8-A923-7F9F-00F2-41A9947B2FED}"/>
              </a:ext>
            </a:extLst>
          </p:cNvPr>
          <p:cNvSpPr txBox="1"/>
          <p:nvPr/>
        </p:nvSpPr>
        <p:spPr>
          <a:xfrm>
            <a:off x="432656" y="2535863"/>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2669581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6D5D-F5B7-D300-14D0-361959D972A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76ED0276-0801-ADD9-1653-5A050F4D6543}"/>
              </a:ext>
            </a:extLst>
          </p:cNvPr>
          <p:cNvSpPr txBox="1">
            <a:spLocks/>
          </p:cNvSpPr>
          <p:nvPr/>
        </p:nvSpPr>
        <p:spPr>
          <a:xfrm>
            <a:off x="860920" y="743095"/>
            <a:ext cx="2186137"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update </a:t>
            </a:r>
          </a:p>
        </p:txBody>
      </p:sp>
      <p:sp>
        <p:nvSpPr>
          <p:cNvPr id="8" name="CuadroTexto 7">
            <a:extLst>
              <a:ext uri="{FF2B5EF4-FFF2-40B4-BE49-F238E27FC236}">
                <a16:creationId xmlns:a16="http://schemas.microsoft.com/office/drawing/2014/main" id="{2C500547-9D84-9AE4-1D1D-886CEB0AA5DA}"/>
              </a:ext>
            </a:extLst>
          </p:cNvPr>
          <p:cNvSpPr txBox="1"/>
          <p:nvPr/>
        </p:nvSpPr>
        <p:spPr>
          <a:xfrm>
            <a:off x="6710841" y="5545418"/>
            <a:ext cx="5353339" cy="646331"/>
          </a:xfrm>
          <a:prstGeom prst="rect">
            <a:avLst/>
          </a:prstGeom>
          <a:noFill/>
        </p:spPr>
        <p:txBody>
          <a:bodyPr wrap="square">
            <a:spAutoFit/>
          </a:bodyPr>
          <a:lstStyle/>
          <a:p>
            <a:r>
              <a:rPr lang="es-ES" dirty="0"/>
              <a:t>Se usa para modificar registros existentes en una tabla.</a:t>
            </a:r>
            <a:endParaRPr lang="es-MX" dirty="0"/>
          </a:p>
        </p:txBody>
      </p:sp>
      <p:pic>
        <p:nvPicPr>
          <p:cNvPr id="10" name="Imagen 9">
            <a:extLst>
              <a:ext uri="{FF2B5EF4-FFF2-40B4-BE49-F238E27FC236}">
                <a16:creationId xmlns:a16="http://schemas.microsoft.com/office/drawing/2014/main" id="{98C21221-2396-C3AA-3039-1212D9E443B7}"/>
              </a:ext>
            </a:extLst>
          </p:cNvPr>
          <p:cNvPicPr>
            <a:picLocks noChangeAspect="1"/>
          </p:cNvPicPr>
          <p:nvPr/>
        </p:nvPicPr>
        <p:blipFill>
          <a:blip r:embed="rId2"/>
          <a:stretch>
            <a:fillRect/>
          </a:stretch>
        </p:blipFill>
        <p:spPr>
          <a:xfrm>
            <a:off x="2345524" y="743095"/>
            <a:ext cx="3317789" cy="1392652"/>
          </a:xfrm>
          <a:prstGeom prst="rect">
            <a:avLst/>
          </a:prstGeom>
        </p:spPr>
      </p:pic>
      <p:graphicFrame>
        <p:nvGraphicFramePr>
          <p:cNvPr id="11" name="Tabla 10">
            <a:extLst>
              <a:ext uri="{FF2B5EF4-FFF2-40B4-BE49-F238E27FC236}">
                <a16:creationId xmlns:a16="http://schemas.microsoft.com/office/drawing/2014/main" id="{0DBD1CA6-2A0D-4298-BC68-7BC10A2EEFC9}"/>
              </a:ext>
            </a:extLst>
          </p:cNvPr>
          <p:cNvGraphicFramePr>
            <a:graphicFrameLocks noGrp="1"/>
          </p:cNvGraphicFramePr>
          <p:nvPr>
            <p:extLst>
              <p:ext uri="{D42A27DB-BD31-4B8C-83A1-F6EECF244321}">
                <p14:modId xmlns:p14="http://schemas.microsoft.com/office/powerpoint/2010/main" val="3370936676"/>
              </p:ext>
            </p:extLst>
          </p:nvPr>
        </p:nvGraphicFramePr>
        <p:xfrm>
          <a:off x="144264" y="2960858"/>
          <a:ext cx="5951736" cy="3313155"/>
        </p:xfrm>
        <a:graphic>
          <a:graphicData uri="http://schemas.openxmlformats.org/drawingml/2006/table">
            <a:tbl>
              <a:tblPr firstRow="1" bandRow="1">
                <a:tableStyleId>{5C22544A-7EE6-4342-B048-85BDC9FD1C3A}</a:tableStyleId>
              </a:tblPr>
              <a:tblGrid>
                <a:gridCol w="1506218">
                  <a:extLst>
                    <a:ext uri="{9D8B030D-6E8A-4147-A177-3AD203B41FA5}">
                      <a16:colId xmlns:a16="http://schemas.microsoft.com/office/drawing/2014/main" val="1272988732"/>
                    </a:ext>
                  </a:extLst>
                </a:gridCol>
                <a:gridCol w="1110570">
                  <a:extLst>
                    <a:ext uri="{9D8B030D-6E8A-4147-A177-3AD203B41FA5}">
                      <a16:colId xmlns:a16="http://schemas.microsoft.com/office/drawing/2014/main" val="2348856314"/>
                    </a:ext>
                  </a:extLst>
                </a:gridCol>
                <a:gridCol w="1110570">
                  <a:extLst>
                    <a:ext uri="{9D8B030D-6E8A-4147-A177-3AD203B41FA5}">
                      <a16:colId xmlns:a16="http://schemas.microsoft.com/office/drawing/2014/main" val="397937798"/>
                    </a:ext>
                  </a:extLst>
                </a:gridCol>
                <a:gridCol w="1044519">
                  <a:extLst>
                    <a:ext uri="{9D8B030D-6E8A-4147-A177-3AD203B41FA5}">
                      <a16:colId xmlns:a16="http://schemas.microsoft.com/office/drawing/2014/main" val="210104553"/>
                    </a:ext>
                  </a:extLst>
                </a:gridCol>
                <a:gridCol w="1179859">
                  <a:extLst>
                    <a:ext uri="{9D8B030D-6E8A-4147-A177-3AD203B41FA5}">
                      <a16:colId xmlns:a16="http://schemas.microsoft.com/office/drawing/2014/main" val="1080918545"/>
                    </a:ext>
                  </a:extLst>
                </a:gridCol>
              </a:tblGrid>
              <a:tr h="445971">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522133">
                <a:tc>
                  <a:txBody>
                    <a:bodyPr/>
                    <a:lstStyle/>
                    <a:p>
                      <a:r>
                        <a:rPr lang="es-ES" dirty="0">
                          <a:highlight>
                            <a:srgbClr val="00FFFF"/>
                          </a:highlight>
                        </a:rPr>
                        <a:t>1</a:t>
                      </a:r>
                      <a:endParaRPr lang="es-MX" dirty="0">
                        <a:highlight>
                          <a:srgbClr val="00FFFF"/>
                        </a:highlight>
                      </a:endParaRPr>
                    </a:p>
                  </a:txBody>
                  <a:tcPr/>
                </a:tc>
                <a:tc>
                  <a:txBody>
                    <a:bodyPr/>
                    <a:lstStyle/>
                    <a:p>
                      <a:r>
                        <a:rPr lang="es-ES" dirty="0">
                          <a:highlight>
                            <a:srgbClr val="00FFFF"/>
                          </a:highlight>
                        </a:rPr>
                        <a:t>Juan</a:t>
                      </a:r>
                      <a:endParaRPr lang="es-MX" dirty="0">
                        <a:highlight>
                          <a:srgbClr val="00FFFF"/>
                        </a:highlight>
                      </a:endParaRPr>
                    </a:p>
                  </a:txBody>
                  <a:tcPr/>
                </a:tc>
                <a:tc>
                  <a:txBody>
                    <a:bodyPr/>
                    <a:lstStyle/>
                    <a:p>
                      <a:r>
                        <a:rPr lang="es-ES" dirty="0">
                          <a:highlight>
                            <a:srgbClr val="00FFFF"/>
                          </a:highlight>
                        </a:rPr>
                        <a:t>P</a:t>
                      </a:r>
                      <a:r>
                        <a:rPr lang="es-MX" dirty="0" err="1">
                          <a:highlight>
                            <a:srgbClr val="00FFFF"/>
                          </a:highlight>
                        </a:rPr>
                        <a:t>érez</a:t>
                      </a:r>
                      <a:endParaRPr lang="es-MX" dirty="0">
                        <a:highlight>
                          <a:srgbClr val="00FFFF"/>
                        </a:highlight>
                      </a:endParaRPr>
                    </a:p>
                  </a:txBody>
                  <a:tcPr/>
                </a:tc>
                <a:tc>
                  <a:txBody>
                    <a:bodyPr/>
                    <a:lstStyle/>
                    <a:p>
                      <a:r>
                        <a:rPr lang="es-ES" dirty="0">
                          <a:highlight>
                            <a:srgbClr val="FFFF00"/>
                          </a:highlight>
                        </a:rPr>
                        <a:t>28</a:t>
                      </a:r>
                      <a:endParaRPr lang="es-MX" dirty="0">
                        <a:highlight>
                          <a:srgbClr val="FFFF00"/>
                        </a:highlight>
                      </a:endParaRPr>
                    </a:p>
                  </a:txBody>
                  <a:tcPr/>
                </a:tc>
                <a:tc>
                  <a:txBody>
                    <a:bodyPr/>
                    <a:lstStyle/>
                    <a:p>
                      <a:r>
                        <a:rPr lang="es-ES" dirty="0" err="1">
                          <a:highlight>
                            <a:srgbClr val="00FFFF"/>
                          </a:highlight>
                        </a:rPr>
                        <a:t>Madird</a:t>
                      </a:r>
                      <a:endParaRPr lang="es-ES" dirty="0">
                        <a:highlight>
                          <a:srgbClr val="00FFFF"/>
                        </a:highlight>
                      </a:endParaRPr>
                    </a:p>
                  </a:txBody>
                  <a:tcPr/>
                </a:tc>
                <a:extLst>
                  <a:ext uri="{0D108BD9-81ED-4DB2-BD59-A6C34878D82A}">
                    <a16:rowId xmlns:a16="http://schemas.microsoft.com/office/drawing/2014/main" val="774062901"/>
                  </a:ext>
                </a:extLst>
              </a:tr>
              <a:tr h="660705">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522133">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522133">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522133">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graphicFrame>
        <p:nvGraphicFramePr>
          <p:cNvPr id="3" name="Tabla 2">
            <a:extLst>
              <a:ext uri="{FF2B5EF4-FFF2-40B4-BE49-F238E27FC236}">
                <a16:creationId xmlns:a16="http://schemas.microsoft.com/office/drawing/2014/main" id="{37FB6166-9162-3E05-3A46-B124ABF0C306}"/>
              </a:ext>
            </a:extLst>
          </p:cNvPr>
          <p:cNvGraphicFramePr>
            <a:graphicFrameLocks noGrp="1"/>
          </p:cNvGraphicFramePr>
          <p:nvPr>
            <p:extLst>
              <p:ext uri="{D42A27DB-BD31-4B8C-83A1-F6EECF244321}">
                <p14:modId xmlns:p14="http://schemas.microsoft.com/office/powerpoint/2010/main" val="609772107"/>
              </p:ext>
            </p:extLst>
          </p:nvPr>
        </p:nvGraphicFramePr>
        <p:xfrm>
          <a:off x="6550821" y="3557746"/>
          <a:ext cx="5584722" cy="804016"/>
        </p:xfrm>
        <a:graphic>
          <a:graphicData uri="http://schemas.openxmlformats.org/drawingml/2006/table">
            <a:tbl>
              <a:tblPr firstRow="1" bandRow="1">
                <a:tableStyleId>{5C22544A-7EE6-4342-B048-85BDC9FD1C3A}</a:tableStyleId>
              </a:tblPr>
              <a:tblGrid>
                <a:gridCol w="1361398">
                  <a:extLst>
                    <a:ext uri="{9D8B030D-6E8A-4147-A177-3AD203B41FA5}">
                      <a16:colId xmlns:a16="http://schemas.microsoft.com/office/drawing/2014/main" val="224078160"/>
                    </a:ext>
                  </a:extLst>
                </a:gridCol>
                <a:gridCol w="1094026">
                  <a:extLst>
                    <a:ext uri="{9D8B030D-6E8A-4147-A177-3AD203B41FA5}">
                      <a16:colId xmlns:a16="http://schemas.microsoft.com/office/drawing/2014/main" val="2639326504"/>
                    </a:ext>
                  </a:extLst>
                </a:gridCol>
                <a:gridCol w="1117758">
                  <a:extLst>
                    <a:ext uri="{9D8B030D-6E8A-4147-A177-3AD203B41FA5}">
                      <a16:colId xmlns:a16="http://schemas.microsoft.com/office/drawing/2014/main" val="466605655"/>
                    </a:ext>
                  </a:extLst>
                </a:gridCol>
                <a:gridCol w="912058">
                  <a:extLst>
                    <a:ext uri="{9D8B030D-6E8A-4147-A177-3AD203B41FA5}">
                      <a16:colId xmlns:a16="http://schemas.microsoft.com/office/drawing/2014/main" val="1478757787"/>
                    </a:ext>
                  </a:extLst>
                </a:gridCol>
                <a:gridCol w="1099482">
                  <a:extLst>
                    <a:ext uri="{9D8B030D-6E8A-4147-A177-3AD203B41FA5}">
                      <a16:colId xmlns:a16="http://schemas.microsoft.com/office/drawing/2014/main" val="585242057"/>
                    </a:ext>
                  </a:extLst>
                </a:gridCol>
              </a:tblGrid>
              <a:tr h="402008">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656939435"/>
                  </a:ext>
                </a:extLst>
              </a:tr>
              <a:tr h="402008">
                <a:tc>
                  <a:txBody>
                    <a:bodyPr/>
                    <a:lstStyle/>
                    <a:p>
                      <a:r>
                        <a:rPr lang="es-ES" dirty="0">
                          <a:highlight>
                            <a:srgbClr val="00FFFF"/>
                          </a:highlight>
                        </a:rPr>
                        <a:t>1</a:t>
                      </a:r>
                      <a:endParaRPr lang="es-MX" dirty="0">
                        <a:highlight>
                          <a:srgbClr val="00FFFF"/>
                        </a:highlight>
                      </a:endParaRPr>
                    </a:p>
                  </a:txBody>
                  <a:tcPr/>
                </a:tc>
                <a:tc>
                  <a:txBody>
                    <a:bodyPr/>
                    <a:lstStyle/>
                    <a:p>
                      <a:r>
                        <a:rPr lang="es-ES" dirty="0">
                          <a:highlight>
                            <a:srgbClr val="00FFFF"/>
                          </a:highlight>
                        </a:rPr>
                        <a:t>Juan</a:t>
                      </a:r>
                      <a:endParaRPr lang="es-MX" dirty="0">
                        <a:highlight>
                          <a:srgbClr val="00FFFF"/>
                        </a:highlight>
                      </a:endParaRPr>
                    </a:p>
                  </a:txBody>
                  <a:tcPr/>
                </a:tc>
                <a:tc>
                  <a:txBody>
                    <a:bodyPr/>
                    <a:lstStyle/>
                    <a:p>
                      <a:r>
                        <a:rPr lang="es-ES" dirty="0">
                          <a:highlight>
                            <a:srgbClr val="00FFFF"/>
                          </a:highlight>
                        </a:rPr>
                        <a:t>P</a:t>
                      </a:r>
                      <a:r>
                        <a:rPr lang="es-MX" dirty="0" err="1">
                          <a:highlight>
                            <a:srgbClr val="00FFFF"/>
                          </a:highlight>
                        </a:rPr>
                        <a:t>érez</a:t>
                      </a:r>
                      <a:endParaRPr lang="es-MX" dirty="0">
                        <a:highlight>
                          <a:srgbClr val="00FFFF"/>
                        </a:highlight>
                      </a:endParaRPr>
                    </a:p>
                  </a:txBody>
                  <a:tcPr/>
                </a:tc>
                <a:tc>
                  <a:txBody>
                    <a:bodyPr/>
                    <a:lstStyle/>
                    <a:p>
                      <a:r>
                        <a:rPr lang="es-ES" dirty="0">
                          <a:highlight>
                            <a:srgbClr val="FFFF00"/>
                          </a:highlight>
                        </a:rPr>
                        <a:t>29</a:t>
                      </a:r>
                      <a:endParaRPr lang="es-MX" dirty="0">
                        <a:highlight>
                          <a:srgbClr val="FFFF00"/>
                        </a:highlight>
                      </a:endParaRPr>
                    </a:p>
                  </a:txBody>
                  <a:tcPr/>
                </a:tc>
                <a:tc>
                  <a:txBody>
                    <a:bodyPr/>
                    <a:lstStyle/>
                    <a:p>
                      <a:r>
                        <a:rPr lang="es-ES" dirty="0" err="1">
                          <a:highlight>
                            <a:srgbClr val="00FFFF"/>
                          </a:highlight>
                        </a:rPr>
                        <a:t>Madird</a:t>
                      </a:r>
                      <a:endParaRPr lang="es-ES" dirty="0">
                        <a:highlight>
                          <a:srgbClr val="00FFFF"/>
                        </a:highlight>
                      </a:endParaRPr>
                    </a:p>
                  </a:txBody>
                  <a:tcPr/>
                </a:tc>
                <a:extLst>
                  <a:ext uri="{0D108BD9-81ED-4DB2-BD59-A6C34878D82A}">
                    <a16:rowId xmlns:a16="http://schemas.microsoft.com/office/drawing/2014/main" val="3888303196"/>
                  </a:ext>
                </a:extLst>
              </a:tr>
            </a:tbl>
          </a:graphicData>
        </a:graphic>
      </p:graphicFrame>
      <p:sp>
        <p:nvSpPr>
          <p:cNvPr id="4" name="Título 1">
            <a:extLst>
              <a:ext uri="{FF2B5EF4-FFF2-40B4-BE49-F238E27FC236}">
                <a16:creationId xmlns:a16="http://schemas.microsoft.com/office/drawing/2014/main" id="{AEE93411-38ED-42A6-7E07-6A700248D82E}"/>
              </a:ext>
            </a:extLst>
          </p:cNvPr>
          <p:cNvSpPr txBox="1">
            <a:spLocks/>
          </p:cNvSpPr>
          <p:nvPr/>
        </p:nvSpPr>
        <p:spPr>
          <a:xfrm>
            <a:off x="4004419" y="-29174"/>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a:t>
            </a:r>
            <a:r>
              <a:rPr lang="en-US" sz="2000" dirty="0" err="1"/>
              <a:t>BáSICA</a:t>
            </a:r>
            <a:r>
              <a:rPr lang="en-US" sz="2000" dirty="0"/>
              <a:t> DE SQL</a:t>
            </a:r>
          </a:p>
        </p:txBody>
      </p:sp>
      <p:cxnSp>
        <p:nvCxnSpPr>
          <p:cNvPr id="2" name="Conector recto 1">
            <a:extLst>
              <a:ext uri="{FF2B5EF4-FFF2-40B4-BE49-F238E27FC236}">
                <a16:creationId xmlns:a16="http://schemas.microsoft.com/office/drawing/2014/main" id="{81152AFC-33CB-CD98-D130-BAD122B472FD}"/>
              </a:ext>
            </a:extLst>
          </p:cNvPr>
          <p:cNvCxnSpPr>
            <a:cxnSpLocks/>
          </p:cNvCxnSpPr>
          <p:nvPr/>
        </p:nvCxnSpPr>
        <p:spPr>
          <a:xfrm>
            <a:off x="0" y="513007"/>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B30532E5-1FB5-E759-E8B9-95B1DB0EB411}"/>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7" name="Picture 2">
            <a:extLst>
              <a:ext uri="{FF2B5EF4-FFF2-40B4-BE49-F238E27FC236}">
                <a16:creationId xmlns:a16="http://schemas.microsoft.com/office/drawing/2014/main" id="{C44534D4-B2FF-6C74-97D2-B5DCAA83D6B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2" name="CuadroTexto 11">
            <a:extLst>
              <a:ext uri="{FF2B5EF4-FFF2-40B4-BE49-F238E27FC236}">
                <a16:creationId xmlns:a16="http://schemas.microsoft.com/office/drawing/2014/main" id="{8CE76631-8979-2720-802A-53DDD41101F4}"/>
              </a:ext>
            </a:extLst>
          </p:cNvPr>
          <p:cNvSpPr txBox="1"/>
          <p:nvPr/>
        </p:nvSpPr>
        <p:spPr>
          <a:xfrm>
            <a:off x="144264" y="2467037"/>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41160866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C10C-BB7C-15DC-1B11-0A1658619C28}"/>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7C46EE00-0180-8226-E621-B66EC3C03672}"/>
              </a:ext>
            </a:extLst>
          </p:cNvPr>
          <p:cNvSpPr txBox="1">
            <a:spLocks/>
          </p:cNvSpPr>
          <p:nvPr/>
        </p:nvSpPr>
        <p:spPr>
          <a:xfrm>
            <a:off x="144264" y="556102"/>
            <a:ext cx="373218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Update (multiples </a:t>
            </a:r>
            <a:r>
              <a:rPr lang="en-US" sz="1800" dirty="0" err="1"/>
              <a:t>columnas</a:t>
            </a:r>
            <a:r>
              <a:rPr lang="en-US" sz="1800" dirty="0"/>
              <a:t>) </a:t>
            </a:r>
          </a:p>
        </p:txBody>
      </p:sp>
      <p:graphicFrame>
        <p:nvGraphicFramePr>
          <p:cNvPr id="11" name="Tabla 10">
            <a:extLst>
              <a:ext uri="{FF2B5EF4-FFF2-40B4-BE49-F238E27FC236}">
                <a16:creationId xmlns:a16="http://schemas.microsoft.com/office/drawing/2014/main" id="{F7B628E0-A72D-6882-0242-CD152EF5B863}"/>
              </a:ext>
            </a:extLst>
          </p:cNvPr>
          <p:cNvGraphicFramePr>
            <a:graphicFrameLocks noGrp="1"/>
          </p:cNvGraphicFramePr>
          <p:nvPr>
            <p:extLst>
              <p:ext uri="{D42A27DB-BD31-4B8C-83A1-F6EECF244321}">
                <p14:modId xmlns:p14="http://schemas.microsoft.com/office/powerpoint/2010/main" val="4229182360"/>
              </p:ext>
            </p:extLst>
          </p:nvPr>
        </p:nvGraphicFramePr>
        <p:xfrm>
          <a:off x="6209845" y="1396180"/>
          <a:ext cx="5951736" cy="3638322"/>
        </p:xfrm>
        <a:graphic>
          <a:graphicData uri="http://schemas.openxmlformats.org/drawingml/2006/table">
            <a:tbl>
              <a:tblPr firstRow="1" bandRow="1">
                <a:tableStyleId>{5C22544A-7EE6-4342-B048-85BDC9FD1C3A}</a:tableStyleId>
              </a:tblPr>
              <a:tblGrid>
                <a:gridCol w="1380658">
                  <a:extLst>
                    <a:ext uri="{9D8B030D-6E8A-4147-A177-3AD203B41FA5}">
                      <a16:colId xmlns:a16="http://schemas.microsoft.com/office/drawing/2014/main" val="1272988732"/>
                    </a:ext>
                  </a:extLst>
                </a:gridCol>
                <a:gridCol w="1032387">
                  <a:extLst>
                    <a:ext uri="{9D8B030D-6E8A-4147-A177-3AD203B41FA5}">
                      <a16:colId xmlns:a16="http://schemas.microsoft.com/office/drawing/2014/main" val="2348856314"/>
                    </a:ext>
                  </a:extLst>
                </a:gridCol>
                <a:gridCol w="1297858">
                  <a:extLst>
                    <a:ext uri="{9D8B030D-6E8A-4147-A177-3AD203B41FA5}">
                      <a16:colId xmlns:a16="http://schemas.microsoft.com/office/drawing/2014/main" val="397937798"/>
                    </a:ext>
                  </a:extLst>
                </a:gridCol>
                <a:gridCol w="757084">
                  <a:extLst>
                    <a:ext uri="{9D8B030D-6E8A-4147-A177-3AD203B41FA5}">
                      <a16:colId xmlns:a16="http://schemas.microsoft.com/office/drawing/2014/main" val="210104553"/>
                    </a:ext>
                  </a:extLst>
                </a:gridCol>
                <a:gridCol w="1483749">
                  <a:extLst>
                    <a:ext uri="{9D8B030D-6E8A-4147-A177-3AD203B41FA5}">
                      <a16:colId xmlns:a16="http://schemas.microsoft.com/office/drawing/2014/main" val="1080918545"/>
                    </a:ext>
                  </a:extLst>
                </a:gridCol>
              </a:tblGrid>
              <a:tr h="580701">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580701">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734817">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580701">
                <a:tc>
                  <a:txBody>
                    <a:bodyPr/>
                    <a:lstStyle/>
                    <a:p>
                      <a:r>
                        <a:rPr lang="es-ES" dirty="0">
                          <a:highlight>
                            <a:srgbClr val="00FFFF"/>
                          </a:highlight>
                        </a:rPr>
                        <a:t>3</a:t>
                      </a:r>
                      <a:endParaRPr lang="es-MX" dirty="0">
                        <a:highlight>
                          <a:srgbClr val="00FFFF"/>
                        </a:highlight>
                      </a:endParaRPr>
                    </a:p>
                  </a:txBody>
                  <a:tcPr/>
                </a:tc>
                <a:tc>
                  <a:txBody>
                    <a:bodyPr/>
                    <a:lstStyle/>
                    <a:p>
                      <a:r>
                        <a:rPr lang="es-ES" dirty="0">
                          <a:highlight>
                            <a:srgbClr val="00FFFF"/>
                          </a:highlight>
                        </a:rPr>
                        <a:t>Pedro</a:t>
                      </a:r>
                      <a:endParaRPr lang="es-MX" dirty="0">
                        <a:highlight>
                          <a:srgbClr val="00FFFF"/>
                        </a:highlight>
                      </a:endParaRPr>
                    </a:p>
                  </a:txBody>
                  <a:tcPr/>
                </a:tc>
                <a:tc>
                  <a:txBody>
                    <a:bodyPr/>
                    <a:lstStyle/>
                    <a:p>
                      <a:r>
                        <a:rPr lang="es-ES" dirty="0">
                          <a:highlight>
                            <a:srgbClr val="00FFFF"/>
                          </a:highlight>
                        </a:rPr>
                        <a:t>López</a:t>
                      </a:r>
                    </a:p>
                  </a:txBody>
                  <a:tcPr/>
                </a:tc>
                <a:tc>
                  <a:txBody>
                    <a:bodyPr/>
                    <a:lstStyle/>
                    <a:p>
                      <a:r>
                        <a:rPr lang="es-ES" dirty="0">
                          <a:highlight>
                            <a:srgbClr val="FFFF00"/>
                          </a:highlight>
                        </a:rPr>
                        <a:t>25</a:t>
                      </a:r>
                      <a:endParaRPr lang="es-MX" dirty="0">
                        <a:highlight>
                          <a:srgbClr val="FFFF00"/>
                        </a:highlight>
                      </a:endParaRPr>
                    </a:p>
                  </a:txBody>
                  <a:tcPr/>
                </a:tc>
                <a:tc>
                  <a:txBody>
                    <a:bodyPr/>
                    <a:lstStyle/>
                    <a:p>
                      <a:r>
                        <a:rPr lang="es-ES" dirty="0">
                          <a:highlight>
                            <a:srgbClr val="00FFFF"/>
                          </a:highlight>
                        </a:rPr>
                        <a:t>Valencia</a:t>
                      </a:r>
                    </a:p>
                  </a:txBody>
                  <a:tcPr/>
                </a:tc>
                <a:extLst>
                  <a:ext uri="{0D108BD9-81ED-4DB2-BD59-A6C34878D82A}">
                    <a16:rowId xmlns:a16="http://schemas.microsoft.com/office/drawing/2014/main" val="3358495792"/>
                  </a:ext>
                </a:extLst>
              </a:tr>
              <a:tr h="580701">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580701">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pic>
        <p:nvPicPr>
          <p:cNvPr id="4" name="Imagen 3">
            <a:extLst>
              <a:ext uri="{FF2B5EF4-FFF2-40B4-BE49-F238E27FC236}">
                <a16:creationId xmlns:a16="http://schemas.microsoft.com/office/drawing/2014/main" id="{955A01E4-C2A6-E150-EFFD-6EB967549555}"/>
              </a:ext>
            </a:extLst>
          </p:cNvPr>
          <p:cNvPicPr>
            <a:picLocks noChangeAspect="1"/>
          </p:cNvPicPr>
          <p:nvPr/>
        </p:nvPicPr>
        <p:blipFill>
          <a:blip r:embed="rId2"/>
          <a:stretch>
            <a:fillRect/>
          </a:stretch>
        </p:blipFill>
        <p:spPr>
          <a:xfrm>
            <a:off x="144264" y="1146978"/>
            <a:ext cx="3820675" cy="1158824"/>
          </a:xfrm>
          <a:prstGeom prst="rect">
            <a:avLst/>
          </a:prstGeom>
        </p:spPr>
      </p:pic>
      <p:graphicFrame>
        <p:nvGraphicFramePr>
          <p:cNvPr id="5" name="Tabla 4">
            <a:extLst>
              <a:ext uri="{FF2B5EF4-FFF2-40B4-BE49-F238E27FC236}">
                <a16:creationId xmlns:a16="http://schemas.microsoft.com/office/drawing/2014/main" id="{1EEF0854-B784-7BD6-7D9C-0995B7740634}"/>
              </a:ext>
            </a:extLst>
          </p:cNvPr>
          <p:cNvGraphicFramePr>
            <a:graphicFrameLocks noGrp="1"/>
          </p:cNvGraphicFramePr>
          <p:nvPr>
            <p:extLst>
              <p:ext uri="{D42A27DB-BD31-4B8C-83A1-F6EECF244321}">
                <p14:modId xmlns:p14="http://schemas.microsoft.com/office/powerpoint/2010/main" val="69801800"/>
              </p:ext>
            </p:extLst>
          </p:nvPr>
        </p:nvGraphicFramePr>
        <p:xfrm>
          <a:off x="144264" y="3052852"/>
          <a:ext cx="5725594" cy="3638322"/>
        </p:xfrm>
        <a:graphic>
          <a:graphicData uri="http://schemas.openxmlformats.org/drawingml/2006/table">
            <a:tbl>
              <a:tblPr firstRow="1" bandRow="1">
                <a:tableStyleId>{5C22544A-7EE6-4342-B048-85BDC9FD1C3A}</a:tableStyleId>
              </a:tblPr>
              <a:tblGrid>
                <a:gridCol w="1346229">
                  <a:extLst>
                    <a:ext uri="{9D8B030D-6E8A-4147-A177-3AD203B41FA5}">
                      <a16:colId xmlns:a16="http://schemas.microsoft.com/office/drawing/2014/main" val="1272988732"/>
                    </a:ext>
                  </a:extLst>
                </a:gridCol>
                <a:gridCol w="1052095">
                  <a:extLst>
                    <a:ext uri="{9D8B030D-6E8A-4147-A177-3AD203B41FA5}">
                      <a16:colId xmlns:a16="http://schemas.microsoft.com/office/drawing/2014/main" val="2348856314"/>
                    </a:ext>
                  </a:extLst>
                </a:gridCol>
                <a:gridCol w="1274570">
                  <a:extLst>
                    <a:ext uri="{9D8B030D-6E8A-4147-A177-3AD203B41FA5}">
                      <a16:colId xmlns:a16="http://schemas.microsoft.com/office/drawing/2014/main" val="397937798"/>
                    </a:ext>
                  </a:extLst>
                </a:gridCol>
                <a:gridCol w="729794">
                  <a:extLst>
                    <a:ext uri="{9D8B030D-6E8A-4147-A177-3AD203B41FA5}">
                      <a16:colId xmlns:a16="http://schemas.microsoft.com/office/drawing/2014/main" val="210104553"/>
                    </a:ext>
                  </a:extLst>
                </a:gridCol>
                <a:gridCol w="1322906">
                  <a:extLst>
                    <a:ext uri="{9D8B030D-6E8A-4147-A177-3AD203B41FA5}">
                      <a16:colId xmlns:a16="http://schemas.microsoft.com/office/drawing/2014/main" val="1080918545"/>
                    </a:ext>
                  </a:extLst>
                </a:gridCol>
              </a:tblGrid>
              <a:tr h="580701">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580701">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734817">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580701">
                <a:tc>
                  <a:txBody>
                    <a:bodyPr/>
                    <a:lstStyle/>
                    <a:p>
                      <a:r>
                        <a:rPr lang="es-ES" dirty="0">
                          <a:highlight>
                            <a:srgbClr val="00FFFF"/>
                          </a:highlight>
                        </a:rPr>
                        <a:t>3</a:t>
                      </a:r>
                      <a:endParaRPr lang="es-MX" dirty="0">
                        <a:highlight>
                          <a:srgbClr val="00FFFF"/>
                        </a:highlight>
                      </a:endParaRPr>
                    </a:p>
                  </a:txBody>
                  <a:tcPr/>
                </a:tc>
                <a:tc>
                  <a:txBody>
                    <a:bodyPr/>
                    <a:lstStyle/>
                    <a:p>
                      <a:r>
                        <a:rPr lang="es-ES" dirty="0">
                          <a:highlight>
                            <a:srgbClr val="00FFFF"/>
                          </a:highlight>
                        </a:rPr>
                        <a:t>Pedro</a:t>
                      </a:r>
                      <a:endParaRPr lang="es-MX" dirty="0">
                        <a:highlight>
                          <a:srgbClr val="00FFFF"/>
                        </a:highlight>
                      </a:endParaRPr>
                    </a:p>
                  </a:txBody>
                  <a:tcPr/>
                </a:tc>
                <a:tc>
                  <a:txBody>
                    <a:bodyPr/>
                    <a:lstStyle/>
                    <a:p>
                      <a:r>
                        <a:rPr lang="es-ES" dirty="0">
                          <a:highlight>
                            <a:srgbClr val="00FFFF"/>
                          </a:highlight>
                        </a:rPr>
                        <a:t>López</a:t>
                      </a:r>
                    </a:p>
                  </a:txBody>
                  <a:tcPr/>
                </a:tc>
                <a:tc>
                  <a:txBody>
                    <a:bodyPr/>
                    <a:lstStyle/>
                    <a:p>
                      <a:r>
                        <a:rPr lang="es-ES" dirty="0">
                          <a:highlight>
                            <a:srgbClr val="FFFF00"/>
                          </a:highlight>
                        </a:rPr>
                        <a:t>26</a:t>
                      </a:r>
                      <a:endParaRPr lang="es-MX" dirty="0">
                        <a:highlight>
                          <a:srgbClr val="FFFF00"/>
                        </a:highlight>
                      </a:endParaRPr>
                    </a:p>
                  </a:txBody>
                  <a:tcPr/>
                </a:tc>
                <a:tc>
                  <a:txBody>
                    <a:bodyPr/>
                    <a:lstStyle/>
                    <a:p>
                      <a:r>
                        <a:rPr lang="es-ES" dirty="0">
                          <a:highlight>
                            <a:srgbClr val="00FFFF"/>
                          </a:highlight>
                        </a:rPr>
                        <a:t>Madrid</a:t>
                      </a:r>
                    </a:p>
                  </a:txBody>
                  <a:tcPr/>
                </a:tc>
                <a:extLst>
                  <a:ext uri="{0D108BD9-81ED-4DB2-BD59-A6C34878D82A}">
                    <a16:rowId xmlns:a16="http://schemas.microsoft.com/office/drawing/2014/main" val="3358495792"/>
                  </a:ext>
                </a:extLst>
              </a:tr>
              <a:tr h="580701">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580701">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3" name="Título 1">
            <a:extLst>
              <a:ext uri="{FF2B5EF4-FFF2-40B4-BE49-F238E27FC236}">
                <a16:creationId xmlns:a16="http://schemas.microsoft.com/office/drawing/2014/main" id="{CDC5EC6D-9EB9-B5B5-3926-8EAA736864B2}"/>
              </a:ext>
            </a:extLst>
          </p:cNvPr>
          <p:cNvSpPr txBox="1">
            <a:spLocks/>
          </p:cNvSpPr>
          <p:nvPr/>
        </p:nvSpPr>
        <p:spPr>
          <a:xfrm>
            <a:off x="3955258" y="-43100"/>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a:t>
            </a:r>
            <a:r>
              <a:rPr lang="en-US" sz="2000" dirty="0" err="1"/>
              <a:t>BáSICA</a:t>
            </a:r>
            <a:r>
              <a:rPr lang="en-US" sz="2000" dirty="0"/>
              <a:t> DE SQL</a:t>
            </a:r>
          </a:p>
        </p:txBody>
      </p:sp>
      <p:cxnSp>
        <p:nvCxnSpPr>
          <p:cNvPr id="2" name="Conector recto 1">
            <a:extLst>
              <a:ext uri="{FF2B5EF4-FFF2-40B4-BE49-F238E27FC236}">
                <a16:creationId xmlns:a16="http://schemas.microsoft.com/office/drawing/2014/main" id="{A1EC7FA1-BDB5-7D85-8E31-6ECAFD9E1E05}"/>
              </a:ext>
            </a:extLst>
          </p:cNvPr>
          <p:cNvCxnSpPr>
            <a:cxnSpLocks/>
          </p:cNvCxnSpPr>
          <p:nvPr/>
        </p:nvCxnSpPr>
        <p:spPr>
          <a:xfrm>
            <a:off x="0" y="548931"/>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DB6BF0B4-BBF9-585D-79EA-A4B74455937D}"/>
              </a:ext>
            </a:extLst>
          </p:cNvPr>
          <p:cNvSpPr txBox="1"/>
          <p:nvPr/>
        </p:nvSpPr>
        <p:spPr>
          <a:xfrm>
            <a:off x="8858344" y="6247989"/>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7" name="Picture 2">
            <a:extLst>
              <a:ext uri="{FF2B5EF4-FFF2-40B4-BE49-F238E27FC236}">
                <a16:creationId xmlns:a16="http://schemas.microsoft.com/office/drawing/2014/main" id="{ABF90078-92AC-CB54-62C1-E4140533462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436591" y="6287886"/>
            <a:ext cx="896086" cy="508528"/>
          </a:xfrm>
          <a:prstGeom prst="rect">
            <a:avLst/>
          </a:prstGeom>
          <a:noFill/>
        </p:spPr>
      </p:pic>
      <p:sp>
        <p:nvSpPr>
          <p:cNvPr id="8" name="CuadroTexto 7">
            <a:extLst>
              <a:ext uri="{FF2B5EF4-FFF2-40B4-BE49-F238E27FC236}">
                <a16:creationId xmlns:a16="http://schemas.microsoft.com/office/drawing/2014/main" id="{8051B784-9619-1021-FFA8-8E4F19AAC723}"/>
              </a:ext>
            </a:extLst>
          </p:cNvPr>
          <p:cNvSpPr txBox="1"/>
          <p:nvPr/>
        </p:nvSpPr>
        <p:spPr>
          <a:xfrm>
            <a:off x="6096000" y="929511"/>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35550578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A080E-A5CB-9481-8E70-B141487555C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4FBA311-FFC0-FC2B-1EF1-D7B84ECBFFE6}"/>
              </a:ext>
            </a:extLst>
          </p:cNvPr>
          <p:cNvSpPr txBox="1">
            <a:spLocks/>
          </p:cNvSpPr>
          <p:nvPr/>
        </p:nvSpPr>
        <p:spPr>
          <a:xfrm>
            <a:off x="146986" y="557314"/>
            <a:ext cx="3233429" cy="494695"/>
          </a:xfrm>
          <a:prstGeom prst="rect">
            <a:avLst/>
          </a:prstGeom>
        </p:spPr>
        <p:txBody>
          <a:bodyPr vert="horz" lIns="91440" tIns="45720" rIns="91440" bIns="45720" rtlCol="0" anchor="b">
            <a:normAutofit fontScale="9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Update (multiples </a:t>
            </a:r>
            <a:r>
              <a:rPr lang="en-US" sz="1800" dirty="0" err="1"/>
              <a:t>registros</a:t>
            </a:r>
            <a:r>
              <a:rPr lang="en-US" sz="1800" dirty="0"/>
              <a:t>) </a:t>
            </a:r>
          </a:p>
        </p:txBody>
      </p:sp>
      <p:graphicFrame>
        <p:nvGraphicFramePr>
          <p:cNvPr id="11" name="Tabla 10">
            <a:extLst>
              <a:ext uri="{FF2B5EF4-FFF2-40B4-BE49-F238E27FC236}">
                <a16:creationId xmlns:a16="http://schemas.microsoft.com/office/drawing/2014/main" id="{0DD3FA95-9559-57ED-FC51-FAEEF1E54B52}"/>
              </a:ext>
            </a:extLst>
          </p:cNvPr>
          <p:cNvGraphicFramePr>
            <a:graphicFrameLocks noGrp="1"/>
          </p:cNvGraphicFramePr>
          <p:nvPr>
            <p:extLst>
              <p:ext uri="{D42A27DB-BD31-4B8C-83A1-F6EECF244321}">
                <p14:modId xmlns:p14="http://schemas.microsoft.com/office/powerpoint/2010/main" val="3180770040"/>
              </p:ext>
            </p:extLst>
          </p:nvPr>
        </p:nvGraphicFramePr>
        <p:xfrm>
          <a:off x="6490714" y="1293071"/>
          <a:ext cx="5554300" cy="3756312"/>
        </p:xfrm>
        <a:graphic>
          <a:graphicData uri="http://schemas.openxmlformats.org/drawingml/2006/table">
            <a:tbl>
              <a:tblPr firstRow="1" bandRow="1">
                <a:tableStyleId>{5C22544A-7EE6-4342-B048-85BDC9FD1C3A}</a:tableStyleId>
              </a:tblPr>
              <a:tblGrid>
                <a:gridCol w="1337188">
                  <a:extLst>
                    <a:ext uri="{9D8B030D-6E8A-4147-A177-3AD203B41FA5}">
                      <a16:colId xmlns:a16="http://schemas.microsoft.com/office/drawing/2014/main" val="1272988732"/>
                    </a:ext>
                  </a:extLst>
                </a:gridCol>
                <a:gridCol w="1071718">
                  <a:extLst>
                    <a:ext uri="{9D8B030D-6E8A-4147-A177-3AD203B41FA5}">
                      <a16:colId xmlns:a16="http://schemas.microsoft.com/office/drawing/2014/main" val="2348856314"/>
                    </a:ext>
                  </a:extLst>
                </a:gridCol>
                <a:gridCol w="1219055">
                  <a:extLst>
                    <a:ext uri="{9D8B030D-6E8A-4147-A177-3AD203B41FA5}">
                      <a16:colId xmlns:a16="http://schemas.microsoft.com/office/drawing/2014/main" val="397937798"/>
                    </a:ext>
                  </a:extLst>
                </a:gridCol>
                <a:gridCol w="833618">
                  <a:extLst>
                    <a:ext uri="{9D8B030D-6E8A-4147-A177-3AD203B41FA5}">
                      <a16:colId xmlns:a16="http://schemas.microsoft.com/office/drawing/2014/main" val="210104553"/>
                    </a:ext>
                  </a:extLst>
                </a:gridCol>
                <a:gridCol w="1092721">
                  <a:extLst>
                    <a:ext uri="{9D8B030D-6E8A-4147-A177-3AD203B41FA5}">
                      <a16:colId xmlns:a16="http://schemas.microsoft.com/office/drawing/2014/main" val="1080918545"/>
                    </a:ext>
                  </a:extLst>
                </a:gridCol>
              </a:tblGrid>
              <a:tr h="599533">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599533">
                <a:tc>
                  <a:txBody>
                    <a:bodyPr/>
                    <a:lstStyle/>
                    <a:p>
                      <a:r>
                        <a:rPr lang="es-ES" dirty="0">
                          <a:highlight>
                            <a:srgbClr val="00FFFF"/>
                          </a:highlight>
                        </a:rPr>
                        <a:t>1</a:t>
                      </a:r>
                      <a:endParaRPr lang="es-MX" dirty="0">
                        <a:highlight>
                          <a:srgbClr val="00FFFF"/>
                        </a:highlight>
                      </a:endParaRPr>
                    </a:p>
                  </a:txBody>
                  <a:tcPr/>
                </a:tc>
                <a:tc>
                  <a:txBody>
                    <a:bodyPr/>
                    <a:lstStyle/>
                    <a:p>
                      <a:r>
                        <a:rPr lang="es-ES" dirty="0">
                          <a:highlight>
                            <a:srgbClr val="00FFFF"/>
                          </a:highlight>
                        </a:rPr>
                        <a:t>Juan</a:t>
                      </a:r>
                      <a:endParaRPr lang="es-MX" dirty="0">
                        <a:highlight>
                          <a:srgbClr val="00FFFF"/>
                        </a:highlight>
                      </a:endParaRPr>
                    </a:p>
                  </a:txBody>
                  <a:tcPr/>
                </a:tc>
                <a:tc>
                  <a:txBody>
                    <a:bodyPr/>
                    <a:lstStyle/>
                    <a:p>
                      <a:r>
                        <a:rPr lang="es-ES" dirty="0">
                          <a:highlight>
                            <a:srgbClr val="00FFFF"/>
                          </a:highlight>
                        </a:rPr>
                        <a:t>P</a:t>
                      </a:r>
                      <a:r>
                        <a:rPr lang="es-MX" dirty="0" err="1">
                          <a:highlight>
                            <a:srgbClr val="00FFFF"/>
                          </a:highlight>
                        </a:rPr>
                        <a:t>érez</a:t>
                      </a:r>
                      <a:endParaRPr lang="es-MX" dirty="0">
                        <a:highlight>
                          <a:srgbClr val="00FFFF"/>
                        </a:highlight>
                      </a:endParaRPr>
                    </a:p>
                  </a:txBody>
                  <a:tcPr/>
                </a:tc>
                <a:tc>
                  <a:txBody>
                    <a:bodyPr/>
                    <a:lstStyle/>
                    <a:p>
                      <a:r>
                        <a:rPr lang="es-ES" dirty="0">
                          <a:highlight>
                            <a:srgbClr val="FFFF00"/>
                          </a:highlight>
                        </a:rPr>
                        <a:t>29</a:t>
                      </a:r>
                      <a:endParaRPr lang="es-MX" dirty="0">
                        <a:highlight>
                          <a:srgbClr val="FFFF00"/>
                        </a:highlight>
                      </a:endParaRPr>
                    </a:p>
                  </a:txBody>
                  <a:tcPr/>
                </a:tc>
                <a:tc>
                  <a:txBody>
                    <a:bodyPr/>
                    <a:lstStyle/>
                    <a:p>
                      <a:r>
                        <a:rPr lang="es-ES" dirty="0">
                          <a:highlight>
                            <a:srgbClr val="00FFFF"/>
                          </a:highlight>
                        </a:rPr>
                        <a:t>Madrid</a:t>
                      </a:r>
                    </a:p>
                  </a:txBody>
                  <a:tcPr/>
                </a:tc>
                <a:extLst>
                  <a:ext uri="{0D108BD9-81ED-4DB2-BD59-A6C34878D82A}">
                    <a16:rowId xmlns:a16="http://schemas.microsoft.com/office/drawing/2014/main" val="774062901"/>
                  </a:ext>
                </a:extLst>
              </a:tr>
              <a:tr h="758647">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599533">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599533">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599533">
                <a:tc>
                  <a:txBody>
                    <a:bodyPr/>
                    <a:lstStyle/>
                    <a:p>
                      <a:r>
                        <a:rPr lang="es-ES" dirty="0">
                          <a:highlight>
                            <a:srgbClr val="00FFFF"/>
                          </a:highlight>
                        </a:rPr>
                        <a:t>5</a:t>
                      </a:r>
                      <a:endParaRPr lang="es-MX" dirty="0">
                        <a:highlight>
                          <a:srgbClr val="00FFFF"/>
                        </a:highlight>
                      </a:endParaRPr>
                    </a:p>
                  </a:txBody>
                  <a:tcPr/>
                </a:tc>
                <a:tc>
                  <a:txBody>
                    <a:bodyPr/>
                    <a:lstStyle/>
                    <a:p>
                      <a:r>
                        <a:rPr lang="es-ES" dirty="0">
                          <a:highlight>
                            <a:srgbClr val="00FFFF"/>
                          </a:highlight>
                        </a:rPr>
                        <a:t>Andrés</a:t>
                      </a:r>
                      <a:endParaRPr lang="es-MX" dirty="0">
                        <a:highlight>
                          <a:srgbClr val="00FFFF"/>
                        </a:highlight>
                      </a:endParaRPr>
                    </a:p>
                  </a:txBody>
                  <a:tcPr/>
                </a:tc>
                <a:tc>
                  <a:txBody>
                    <a:bodyPr/>
                    <a:lstStyle/>
                    <a:p>
                      <a:r>
                        <a:rPr lang="es-ES" dirty="0">
                          <a:highlight>
                            <a:srgbClr val="00FFFF"/>
                          </a:highlight>
                        </a:rPr>
                        <a:t>Sánchez</a:t>
                      </a:r>
                      <a:endParaRPr lang="es-MX" dirty="0">
                        <a:highlight>
                          <a:srgbClr val="00FFFF"/>
                        </a:highlight>
                      </a:endParaRPr>
                    </a:p>
                  </a:txBody>
                  <a:tcPr/>
                </a:tc>
                <a:tc>
                  <a:txBody>
                    <a:bodyPr/>
                    <a:lstStyle/>
                    <a:p>
                      <a:r>
                        <a:rPr lang="es-ES" dirty="0">
                          <a:highlight>
                            <a:srgbClr val="FFFF00"/>
                          </a:highlight>
                        </a:rPr>
                        <a:t>40</a:t>
                      </a:r>
                      <a:endParaRPr lang="es-MX" dirty="0">
                        <a:highlight>
                          <a:srgbClr val="FFFF00"/>
                        </a:highlight>
                      </a:endParaRPr>
                    </a:p>
                  </a:txBody>
                  <a:tcPr/>
                </a:tc>
                <a:tc>
                  <a:txBody>
                    <a:bodyPr/>
                    <a:lstStyle/>
                    <a:p>
                      <a:r>
                        <a:rPr lang="es-ES" dirty="0">
                          <a:highlight>
                            <a:srgbClr val="00FFFF"/>
                          </a:highlight>
                        </a:rPr>
                        <a:t>Madrid</a:t>
                      </a:r>
                      <a:endParaRPr lang="es-MX" dirty="0">
                        <a:highlight>
                          <a:srgbClr val="00FFFF"/>
                        </a:highlight>
                      </a:endParaRPr>
                    </a:p>
                  </a:txBody>
                  <a:tcPr/>
                </a:tc>
                <a:extLst>
                  <a:ext uri="{0D108BD9-81ED-4DB2-BD59-A6C34878D82A}">
                    <a16:rowId xmlns:a16="http://schemas.microsoft.com/office/drawing/2014/main" val="3335725482"/>
                  </a:ext>
                </a:extLst>
              </a:tr>
            </a:tbl>
          </a:graphicData>
        </a:graphic>
      </p:graphicFrame>
      <p:pic>
        <p:nvPicPr>
          <p:cNvPr id="6" name="Imagen 5">
            <a:extLst>
              <a:ext uri="{FF2B5EF4-FFF2-40B4-BE49-F238E27FC236}">
                <a16:creationId xmlns:a16="http://schemas.microsoft.com/office/drawing/2014/main" id="{6EBC9CAA-7BB1-FE40-5460-9DEB7B291B8F}"/>
              </a:ext>
            </a:extLst>
          </p:cNvPr>
          <p:cNvPicPr>
            <a:picLocks noChangeAspect="1"/>
          </p:cNvPicPr>
          <p:nvPr/>
        </p:nvPicPr>
        <p:blipFill>
          <a:blip r:embed="rId2"/>
          <a:stretch>
            <a:fillRect/>
          </a:stretch>
        </p:blipFill>
        <p:spPr>
          <a:xfrm>
            <a:off x="146986" y="1187838"/>
            <a:ext cx="4287929" cy="1378262"/>
          </a:xfrm>
          <a:prstGeom prst="rect">
            <a:avLst/>
          </a:prstGeom>
        </p:spPr>
      </p:pic>
      <p:graphicFrame>
        <p:nvGraphicFramePr>
          <p:cNvPr id="7" name="Tabla 6">
            <a:extLst>
              <a:ext uri="{FF2B5EF4-FFF2-40B4-BE49-F238E27FC236}">
                <a16:creationId xmlns:a16="http://schemas.microsoft.com/office/drawing/2014/main" id="{24F6423B-7976-A623-F63B-BC7A7371B0E5}"/>
              </a:ext>
            </a:extLst>
          </p:cNvPr>
          <p:cNvGraphicFramePr>
            <a:graphicFrameLocks noGrp="1"/>
          </p:cNvGraphicFramePr>
          <p:nvPr>
            <p:extLst>
              <p:ext uri="{D42A27DB-BD31-4B8C-83A1-F6EECF244321}">
                <p14:modId xmlns:p14="http://schemas.microsoft.com/office/powerpoint/2010/main" val="2824491612"/>
              </p:ext>
            </p:extLst>
          </p:nvPr>
        </p:nvGraphicFramePr>
        <p:xfrm>
          <a:off x="50084" y="3234812"/>
          <a:ext cx="6045916" cy="3401962"/>
        </p:xfrm>
        <a:graphic>
          <a:graphicData uri="http://schemas.openxmlformats.org/drawingml/2006/table">
            <a:tbl>
              <a:tblPr firstRow="1" bandRow="1">
                <a:tableStyleId>{5C22544A-7EE6-4342-B048-85BDC9FD1C3A}</a:tableStyleId>
              </a:tblPr>
              <a:tblGrid>
                <a:gridCol w="1365761">
                  <a:extLst>
                    <a:ext uri="{9D8B030D-6E8A-4147-A177-3AD203B41FA5}">
                      <a16:colId xmlns:a16="http://schemas.microsoft.com/office/drawing/2014/main" val="1272988732"/>
                    </a:ext>
                  </a:extLst>
                </a:gridCol>
                <a:gridCol w="1292435">
                  <a:extLst>
                    <a:ext uri="{9D8B030D-6E8A-4147-A177-3AD203B41FA5}">
                      <a16:colId xmlns:a16="http://schemas.microsoft.com/office/drawing/2014/main" val="2348856314"/>
                    </a:ext>
                  </a:extLst>
                </a:gridCol>
                <a:gridCol w="1224623">
                  <a:extLst>
                    <a:ext uri="{9D8B030D-6E8A-4147-A177-3AD203B41FA5}">
                      <a16:colId xmlns:a16="http://schemas.microsoft.com/office/drawing/2014/main" val="397937798"/>
                    </a:ext>
                  </a:extLst>
                </a:gridCol>
                <a:gridCol w="964568">
                  <a:extLst>
                    <a:ext uri="{9D8B030D-6E8A-4147-A177-3AD203B41FA5}">
                      <a16:colId xmlns:a16="http://schemas.microsoft.com/office/drawing/2014/main" val="210104553"/>
                    </a:ext>
                  </a:extLst>
                </a:gridCol>
                <a:gridCol w="1198529">
                  <a:extLst>
                    <a:ext uri="{9D8B030D-6E8A-4147-A177-3AD203B41FA5}">
                      <a16:colId xmlns:a16="http://schemas.microsoft.com/office/drawing/2014/main" val="1080918545"/>
                    </a:ext>
                  </a:extLst>
                </a:gridCol>
              </a:tblGrid>
              <a:tr h="532733">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532733">
                <a:tc>
                  <a:txBody>
                    <a:bodyPr/>
                    <a:lstStyle/>
                    <a:p>
                      <a:r>
                        <a:rPr lang="es-ES" dirty="0">
                          <a:highlight>
                            <a:srgbClr val="00FFFF"/>
                          </a:highlight>
                        </a:rPr>
                        <a:t>1</a:t>
                      </a:r>
                      <a:endParaRPr lang="es-MX" dirty="0">
                        <a:highlight>
                          <a:srgbClr val="00FFFF"/>
                        </a:highlight>
                      </a:endParaRPr>
                    </a:p>
                  </a:txBody>
                  <a:tcPr/>
                </a:tc>
                <a:tc>
                  <a:txBody>
                    <a:bodyPr/>
                    <a:lstStyle/>
                    <a:p>
                      <a:r>
                        <a:rPr lang="es-ES" dirty="0">
                          <a:highlight>
                            <a:srgbClr val="00FFFF"/>
                          </a:highlight>
                        </a:rPr>
                        <a:t>Juan</a:t>
                      </a:r>
                      <a:endParaRPr lang="es-MX" dirty="0">
                        <a:highlight>
                          <a:srgbClr val="00FFFF"/>
                        </a:highlight>
                      </a:endParaRPr>
                    </a:p>
                  </a:txBody>
                  <a:tcPr/>
                </a:tc>
                <a:tc>
                  <a:txBody>
                    <a:bodyPr/>
                    <a:lstStyle/>
                    <a:p>
                      <a:r>
                        <a:rPr lang="es-ES" dirty="0">
                          <a:highlight>
                            <a:srgbClr val="00FFFF"/>
                          </a:highlight>
                        </a:rPr>
                        <a:t>P</a:t>
                      </a:r>
                      <a:r>
                        <a:rPr lang="es-MX" dirty="0" err="1">
                          <a:highlight>
                            <a:srgbClr val="00FFFF"/>
                          </a:highlight>
                        </a:rPr>
                        <a:t>érez</a:t>
                      </a:r>
                      <a:endParaRPr lang="es-MX" dirty="0">
                        <a:highlight>
                          <a:srgbClr val="00FFFF"/>
                        </a:highlight>
                      </a:endParaRPr>
                    </a:p>
                  </a:txBody>
                  <a:tcPr/>
                </a:tc>
                <a:tc>
                  <a:txBody>
                    <a:bodyPr/>
                    <a:lstStyle/>
                    <a:p>
                      <a:r>
                        <a:rPr lang="es-ES" dirty="0">
                          <a:highlight>
                            <a:srgbClr val="FFFF00"/>
                          </a:highlight>
                        </a:rPr>
                        <a:t>30</a:t>
                      </a:r>
                      <a:endParaRPr lang="es-MX" dirty="0">
                        <a:highlight>
                          <a:srgbClr val="FFFF00"/>
                        </a:highlight>
                      </a:endParaRPr>
                    </a:p>
                  </a:txBody>
                  <a:tcPr/>
                </a:tc>
                <a:tc>
                  <a:txBody>
                    <a:bodyPr/>
                    <a:lstStyle/>
                    <a:p>
                      <a:r>
                        <a:rPr lang="es-ES" dirty="0">
                          <a:highlight>
                            <a:srgbClr val="00FFFF"/>
                          </a:highlight>
                        </a:rPr>
                        <a:t>Madrid</a:t>
                      </a:r>
                    </a:p>
                  </a:txBody>
                  <a:tcPr/>
                </a:tc>
                <a:extLst>
                  <a:ext uri="{0D108BD9-81ED-4DB2-BD59-A6C34878D82A}">
                    <a16:rowId xmlns:a16="http://schemas.microsoft.com/office/drawing/2014/main" val="774062901"/>
                  </a:ext>
                </a:extLst>
              </a:tr>
              <a:tr h="674119">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532733">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596911">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532733">
                <a:tc>
                  <a:txBody>
                    <a:bodyPr/>
                    <a:lstStyle/>
                    <a:p>
                      <a:r>
                        <a:rPr lang="es-ES" dirty="0">
                          <a:highlight>
                            <a:srgbClr val="00FFFF"/>
                          </a:highlight>
                        </a:rPr>
                        <a:t>5</a:t>
                      </a:r>
                      <a:endParaRPr lang="es-MX" dirty="0">
                        <a:highlight>
                          <a:srgbClr val="00FFFF"/>
                        </a:highlight>
                      </a:endParaRPr>
                    </a:p>
                  </a:txBody>
                  <a:tcPr/>
                </a:tc>
                <a:tc>
                  <a:txBody>
                    <a:bodyPr/>
                    <a:lstStyle/>
                    <a:p>
                      <a:r>
                        <a:rPr lang="es-ES" dirty="0">
                          <a:highlight>
                            <a:srgbClr val="00FFFF"/>
                          </a:highlight>
                        </a:rPr>
                        <a:t>Andrés</a:t>
                      </a:r>
                      <a:endParaRPr lang="es-MX" dirty="0">
                        <a:highlight>
                          <a:srgbClr val="00FFFF"/>
                        </a:highlight>
                      </a:endParaRPr>
                    </a:p>
                  </a:txBody>
                  <a:tcPr/>
                </a:tc>
                <a:tc>
                  <a:txBody>
                    <a:bodyPr/>
                    <a:lstStyle/>
                    <a:p>
                      <a:r>
                        <a:rPr lang="es-ES" dirty="0">
                          <a:highlight>
                            <a:srgbClr val="00FFFF"/>
                          </a:highlight>
                        </a:rPr>
                        <a:t>Sánchez</a:t>
                      </a:r>
                      <a:endParaRPr lang="es-MX" dirty="0">
                        <a:highlight>
                          <a:srgbClr val="00FFFF"/>
                        </a:highlight>
                      </a:endParaRPr>
                    </a:p>
                  </a:txBody>
                  <a:tcPr/>
                </a:tc>
                <a:tc>
                  <a:txBody>
                    <a:bodyPr/>
                    <a:lstStyle/>
                    <a:p>
                      <a:r>
                        <a:rPr lang="es-ES" dirty="0">
                          <a:highlight>
                            <a:srgbClr val="FFFF00"/>
                          </a:highlight>
                        </a:rPr>
                        <a:t>41</a:t>
                      </a:r>
                      <a:endParaRPr lang="es-MX" dirty="0">
                        <a:highlight>
                          <a:srgbClr val="FFFF00"/>
                        </a:highlight>
                      </a:endParaRPr>
                    </a:p>
                  </a:txBody>
                  <a:tcPr/>
                </a:tc>
                <a:tc>
                  <a:txBody>
                    <a:bodyPr/>
                    <a:lstStyle/>
                    <a:p>
                      <a:r>
                        <a:rPr lang="es-ES" dirty="0">
                          <a:highlight>
                            <a:srgbClr val="00FFFF"/>
                          </a:highlight>
                        </a:rPr>
                        <a:t>Madrid</a:t>
                      </a:r>
                      <a:endParaRPr lang="es-MX" dirty="0">
                        <a:highlight>
                          <a:srgbClr val="00FFFF"/>
                        </a:highlight>
                      </a:endParaRPr>
                    </a:p>
                  </a:txBody>
                  <a:tcPr/>
                </a:tc>
                <a:extLst>
                  <a:ext uri="{0D108BD9-81ED-4DB2-BD59-A6C34878D82A}">
                    <a16:rowId xmlns:a16="http://schemas.microsoft.com/office/drawing/2014/main" val="3335725482"/>
                  </a:ext>
                </a:extLst>
              </a:tr>
            </a:tbl>
          </a:graphicData>
        </a:graphic>
      </p:graphicFrame>
      <p:sp>
        <p:nvSpPr>
          <p:cNvPr id="3" name="Título 1">
            <a:extLst>
              <a:ext uri="{FF2B5EF4-FFF2-40B4-BE49-F238E27FC236}">
                <a16:creationId xmlns:a16="http://schemas.microsoft.com/office/drawing/2014/main" id="{00F5676D-09B5-B16A-E6AD-5CE5B12086A0}"/>
              </a:ext>
            </a:extLst>
          </p:cNvPr>
          <p:cNvSpPr txBox="1">
            <a:spLocks/>
          </p:cNvSpPr>
          <p:nvPr/>
        </p:nvSpPr>
        <p:spPr>
          <a:xfrm>
            <a:off x="3846020" y="0"/>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a:t>
            </a:r>
            <a:r>
              <a:rPr lang="en-US" sz="2000" dirty="0" err="1"/>
              <a:t>BáSICA</a:t>
            </a:r>
            <a:r>
              <a:rPr lang="en-US" sz="2000" dirty="0"/>
              <a:t> DE SQL</a:t>
            </a:r>
          </a:p>
        </p:txBody>
      </p:sp>
      <p:cxnSp>
        <p:nvCxnSpPr>
          <p:cNvPr id="2" name="Conector recto 1">
            <a:extLst>
              <a:ext uri="{FF2B5EF4-FFF2-40B4-BE49-F238E27FC236}">
                <a16:creationId xmlns:a16="http://schemas.microsoft.com/office/drawing/2014/main" id="{CA9A99AC-2653-56BD-8030-8FC3722D4260}"/>
              </a:ext>
            </a:extLst>
          </p:cNvPr>
          <p:cNvCxnSpPr>
            <a:cxnSpLocks/>
          </p:cNvCxnSpPr>
          <p:nvPr/>
        </p:nvCxnSpPr>
        <p:spPr>
          <a:xfrm>
            <a:off x="50084" y="593919"/>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4" name="CuadroTexto 3">
            <a:extLst>
              <a:ext uri="{FF2B5EF4-FFF2-40B4-BE49-F238E27FC236}">
                <a16:creationId xmlns:a16="http://schemas.microsoft.com/office/drawing/2014/main" id="{A86CF216-4D7F-4471-4FDA-4AFF9ADCB68B}"/>
              </a:ext>
            </a:extLst>
          </p:cNvPr>
          <p:cNvSpPr txBox="1"/>
          <p:nvPr/>
        </p:nvSpPr>
        <p:spPr>
          <a:xfrm>
            <a:off x="8938824" y="6239236"/>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5" name="Picture 2">
            <a:extLst>
              <a:ext uri="{FF2B5EF4-FFF2-40B4-BE49-F238E27FC236}">
                <a16:creationId xmlns:a16="http://schemas.microsoft.com/office/drawing/2014/main" id="{BB113E7A-24DF-E1A0-EE61-84700184995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376394" y="6305464"/>
            <a:ext cx="896086" cy="508528"/>
          </a:xfrm>
          <a:prstGeom prst="rect">
            <a:avLst/>
          </a:prstGeom>
          <a:noFill/>
        </p:spPr>
      </p:pic>
      <p:sp>
        <p:nvSpPr>
          <p:cNvPr id="8" name="CuadroTexto 7">
            <a:extLst>
              <a:ext uri="{FF2B5EF4-FFF2-40B4-BE49-F238E27FC236}">
                <a16:creationId xmlns:a16="http://schemas.microsoft.com/office/drawing/2014/main" id="{91AF7245-1067-9932-38A2-8404115E0AB2}"/>
              </a:ext>
            </a:extLst>
          </p:cNvPr>
          <p:cNvSpPr txBox="1"/>
          <p:nvPr/>
        </p:nvSpPr>
        <p:spPr>
          <a:xfrm>
            <a:off x="6233651" y="867343"/>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468127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AAD40-7704-767C-58AE-324521720346}"/>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B1A8C03-0324-0EF0-84FD-43D56E6EAE33}"/>
              </a:ext>
            </a:extLst>
          </p:cNvPr>
          <p:cNvSpPr txBox="1">
            <a:spLocks/>
          </p:cNvSpPr>
          <p:nvPr/>
        </p:nvSpPr>
        <p:spPr>
          <a:xfrm>
            <a:off x="420019" y="620690"/>
            <a:ext cx="2186137"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DELETE </a:t>
            </a:r>
          </a:p>
        </p:txBody>
      </p:sp>
      <p:sp>
        <p:nvSpPr>
          <p:cNvPr id="13" name="CuadroTexto 12">
            <a:extLst>
              <a:ext uri="{FF2B5EF4-FFF2-40B4-BE49-F238E27FC236}">
                <a16:creationId xmlns:a16="http://schemas.microsoft.com/office/drawing/2014/main" id="{69B84EAC-FFC8-FB63-4C68-EE3A9B61277A}"/>
              </a:ext>
            </a:extLst>
          </p:cNvPr>
          <p:cNvSpPr txBox="1"/>
          <p:nvPr/>
        </p:nvSpPr>
        <p:spPr>
          <a:xfrm>
            <a:off x="420019" y="4273175"/>
            <a:ext cx="4618088" cy="923330"/>
          </a:xfrm>
          <a:prstGeom prst="rect">
            <a:avLst/>
          </a:prstGeom>
          <a:noFill/>
        </p:spPr>
        <p:txBody>
          <a:bodyPr wrap="square">
            <a:spAutoFit/>
          </a:bodyPr>
          <a:lstStyle/>
          <a:p>
            <a:r>
              <a:rPr lang="es-MX" dirty="0"/>
              <a:t>Filtra los registros que se eliminará si no se usa utiliza el </a:t>
            </a:r>
            <a:r>
              <a:rPr lang="es-MX" b="1" dirty="0">
                <a:solidFill>
                  <a:srgbClr val="0070C0"/>
                </a:solidFill>
              </a:rPr>
              <a:t>WHERE</a:t>
            </a:r>
            <a:r>
              <a:rPr lang="es-MX" dirty="0"/>
              <a:t>, se eliminaran todos los registros.</a:t>
            </a:r>
          </a:p>
        </p:txBody>
      </p:sp>
      <p:pic>
        <p:nvPicPr>
          <p:cNvPr id="5" name="Imagen 4">
            <a:extLst>
              <a:ext uri="{FF2B5EF4-FFF2-40B4-BE49-F238E27FC236}">
                <a16:creationId xmlns:a16="http://schemas.microsoft.com/office/drawing/2014/main" id="{D63112FF-D63E-CE82-90CC-C8C867E0BD71}"/>
              </a:ext>
            </a:extLst>
          </p:cNvPr>
          <p:cNvPicPr>
            <a:picLocks noChangeAspect="1"/>
          </p:cNvPicPr>
          <p:nvPr/>
        </p:nvPicPr>
        <p:blipFill>
          <a:blip r:embed="rId2"/>
          <a:stretch>
            <a:fillRect/>
          </a:stretch>
        </p:blipFill>
        <p:spPr>
          <a:xfrm>
            <a:off x="420019" y="1275007"/>
            <a:ext cx="4456781" cy="1309818"/>
          </a:xfrm>
          <a:prstGeom prst="rect">
            <a:avLst/>
          </a:prstGeom>
        </p:spPr>
      </p:pic>
      <p:graphicFrame>
        <p:nvGraphicFramePr>
          <p:cNvPr id="7" name="Tabla 6">
            <a:extLst>
              <a:ext uri="{FF2B5EF4-FFF2-40B4-BE49-F238E27FC236}">
                <a16:creationId xmlns:a16="http://schemas.microsoft.com/office/drawing/2014/main" id="{4C1BA9A9-D54F-2F77-5BCC-0FD12A31157A}"/>
              </a:ext>
            </a:extLst>
          </p:cNvPr>
          <p:cNvGraphicFramePr>
            <a:graphicFrameLocks noGrp="1"/>
          </p:cNvGraphicFramePr>
          <p:nvPr>
            <p:extLst>
              <p:ext uri="{D42A27DB-BD31-4B8C-83A1-F6EECF244321}">
                <p14:modId xmlns:p14="http://schemas.microsoft.com/office/powerpoint/2010/main" val="3743508561"/>
              </p:ext>
            </p:extLst>
          </p:nvPr>
        </p:nvGraphicFramePr>
        <p:xfrm>
          <a:off x="5771535" y="1458279"/>
          <a:ext cx="6229579" cy="4220269"/>
        </p:xfrm>
        <a:graphic>
          <a:graphicData uri="http://schemas.openxmlformats.org/drawingml/2006/table">
            <a:tbl>
              <a:tblPr firstRow="1" bandRow="1">
                <a:tableStyleId>{5C22544A-7EE6-4342-B048-85BDC9FD1C3A}</a:tableStyleId>
              </a:tblPr>
              <a:tblGrid>
                <a:gridCol w="1377355">
                  <a:extLst>
                    <a:ext uri="{9D8B030D-6E8A-4147-A177-3AD203B41FA5}">
                      <a16:colId xmlns:a16="http://schemas.microsoft.com/office/drawing/2014/main" val="1272988732"/>
                    </a:ext>
                  </a:extLst>
                </a:gridCol>
                <a:gridCol w="1129871">
                  <a:extLst>
                    <a:ext uri="{9D8B030D-6E8A-4147-A177-3AD203B41FA5}">
                      <a16:colId xmlns:a16="http://schemas.microsoft.com/office/drawing/2014/main" val="2348856314"/>
                    </a:ext>
                  </a:extLst>
                </a:gridCol>
                <a:gridCol w="1394135">
                  <a:extLst>
                    <a:ext uri="{9D8B030D-6E8A-4147-A177-3AD203B41FA5}">
                      <a16:colId xmlns:a16="http://schemas.microsoft.com/office/drawing/2014/main" val="397937798"/>
                    </a:ext>
                  </a:extLst>
                </a:gridCol>
                <a:gridCol w="837788">
                  <a:extLst>
                    <a:ext uri="{9D8B030D-6E8A-4147-A177-3AD203B41FA5}">
                      <a16:colId xmlns:a16="http://schemas.microsoft.com/office/drawing/2014/main" val="210104553"/>
                    </a:ext>
                  </a:extLst>
                </a:gridCol>
                <a:gridCol w="1490430">
                  <a:extLst>
                    <a:ext uri="{9D8B030D-6E8A-4147-A177-3AD203B41FA5}">
                      <a16:colId xmlns:a16="http://schemas.microsoft.com/office/drawing/2014/main" val="1080918545"/>
                    </a:ext>
                  </a:extLst>
                </a:gridCol>
              </a:tblGrid>
              <a:tr h="841310">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841310">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a:t>Madrid</a:t>
                      </a:r>
                    </a:p>
                  </a:txBody>
                  <a:tcPr/>
                </a:tc>
                <a:extLst>
                  <a:ext uri="{0D108BD9-81ED-4DB2-BD59-A6C34878D82A}">
                    <a16:rowId xmlns:a16="http://schemas.microsoft.com/office/drawing/2014/main" val="774062901"/>
                  </a:ext>
                </a:extLst>
              </a:tr>
              <a:tr h="855029">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841310">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841310">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3" name="Título 1">
            <a:extLst>
              <a:ext uri="{FF2B5EF4-FFF2-40B4-BE49-F238E27FC236}">
                <a16:creationId xmlns:a16="http://schemas.microsoft.com/office/drawing/2014/main" id="{C9383DE7-100D-797A-F757-A5826EB89A64}"/>
              </a:ext>
            </a:extLst>
          </p:cNvPr>
          <p:cNvSpPr txBox="1">
            <a:spLocks/>
          </p:cNvSpPr>
          <p:nvPr/>
        </p:nvSpPr>
        <p:spPr>
          <a:xfrm>
            <a:off x="4043747" y="-61225"/>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a:t>
            </a:r>
            <a:r>
              <a:rPr lang="en-US" sz="2000" dirty="0" err="1"/>
              <a:t>BáSICA</a:t>
            </a:r>
            <a:r>
              <a:rPr lang="en-US" sz="2000" dirty="0"/>
              <a:t> DE SQL</a:t>
            </a:r>
          </a:p>
        </p:txBody>
      </p:sp>
      <p:cxnSp>
        <p:nvCxnSpPr>
          <p:cNvPr id="2" name="Conector recto 1">
            <a:extLst>
              <a:ext uri="{FF2B5EF4-FFF2-40B4-BE49-F238E27FC236}">
                <a16:creationId xmlns:a16="http://schemas.microsoft.com/office/drawing/2014/main" id="{5B52FBD1-F02F-3F8F-0A10-CDC5FA1E97FB}"/>
              </a:ext>
            </a:extLst>
          </p:cNvPr>
          <p:cNvCxnSpPr>
            <a:cxnSpLocks/>
          </p:cNvCxnSpPr>
          <p:nvPr/>
        </p:nvCxnSpPr>
        <p:spPr>
          <a:xfrm>
            <a:off x="0" y="620690"/>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4" name="CuadroTexto 3">
            <a:extLst>
              <a:ext uri="{FF2B5EF4-FFF2-40B4-BE49-F238E27FC236}">
                <a16:creationId xmlns:a16="http://schemas.microsoft.com/office/drawing/2014/main" id="{5B399AB0-D30C-B279-DC96-E30C93DEDFB9}"/>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8" name="Picture 2">
            <a:extLst>
              <a:ext uri="{FF2B5EF4-FFF2-40B4-BE49-F238E27FC236}">
                <a16:creationId xmlns:a16="http://schemas.microsoft.com/office/drawing/2014/main" id="{3D2BEF60-C59E-3F03-9FB4-977093E60E2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0" name="CuadroTexto 9">
            <a:extLst>
              <a:ext uri="{FF2B5EF4-FFF2-40B4-BE49-F238E27FC236}">
                <a16:creationId xmlns:a16="http://schemas.microsoft.com/office/drawing/2014/main" id="{1C8C2724-AF94-855F-2088-23108857BDE2}"/>
              </a:ext>
            </a:extLst>
          </p:cNvPr>
          <p:cNvSpPr txBox="1"/>
          <p:nvPr/>
        </p:nvSpPr>
        <p:spPr>
          <a:xfrm>
            <a:off x="5653456" y="930719"/>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96778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0394-6939-AD1C-2CEC-C94C8BAF4E28}"/>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AA3B806-E4BD-61AC-986D-FBD34467C5D2}"/>
              </a:ext>
            </a:extLst>
          </p:cNvPr>
          <p:cNvSpPr txBox="1">
            <a:spLocks/>
          </p:cNvSpPr>
          <p:nvPr/>
        </p:nvSpPr>
        <p:spPr>
          <a:xfrm>
            <a:off x="100921" y="801261"/>
            <a:ext cx="4235105"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DELETE (ELIMINAR VARIOS REGISTROS) </a:t>
            </a:r>
          </a:p>
        </p:txBody>
      </p:sp>
      <p:pic>
        <p:nvPicPr>
          <p:cNvPr id="4" name="Imagen 3">
            <a:extLst>
              <a:ext uri="{FF2B5EF4-FFF2-40B4-BE49-F238E27FC236}">
                <a16:creationId xmlns:a16="http://schemas.microsoft.com/office/drawing/2014/main" id="{C1B4C4EA-98D4-F41C-4DBB-E3E26441F434}"/>
              </a:ext>
            </a:extLst>
          </p:cNvPr>
          <p:cNvPicPr>
            <a:picLocks noChangeAspect="1"/>
          </p:cNvPicPr>
          <p:nvPr/>
        </p:nvPicPr>
        <p:blipFill>
          <a:blip r:embed="rId2"/>
          <a:stretch>
            <a:fillRect/>
          </a:stretch>
        </p:blipFill>
        <p:spPr>
          <a:xfrm>
            <a:off x="171948" y="1354204"/>
            <a:ext cx="4892330" cy="1331356"/>
          </a:xfrm>
          <a:prstGeom prst="rect">
            <a:avLst/>
          </a:prstGeom>
        </p:spPr>
      </p:pic>
      <p:graphicFrame>
        <p:nvGraphicFramePr>
          <p:cNvPr id="8" name="Tabla 7">
            <a:extLst>
              <a:ext uri="{FF2B5EF4-FFF2-40B4-BE49-F238E27FC236}">
                <a16:creationId xmlns:a16="http://schemas.microsoft.com/office/drawing/2014/main" id="{852BB1B6-1A47-2304-C7C7-C7E97EE38A35}"/>
              </a:ext>
            </a:extLst>
          </p:cNvPr>
          <p:cNvGraphicFramePr>
            <a:graphicFrameLocks noGrp="1"/>
          </p:cNvGraphicFramePr>
          <p:nvPr>
            <p:extLst>
              <p:ext uri="{D42A27DB-BD31-4B8C-83A1-F6EECF244321}">
                <p14:modId xmlns:p14="http://schemas.microsoft.com/office/powerpoint/2010/main" val="4014223908"/>
              </p:ext>
            </p:extLst>
          </p:nvPr>
        </p:nvGraphicFramePr>
        <p:xfrm>
          <a:off x="6469626" y="1541212"/>
          <a:ext cx="5672288" cy="3487940"/>
        </p:xfrm>
        <a:graphic>
          <a:graphicData uri="http://schemas.openxmlformats.org/drawingml/2006/table">
            <a:tbl>
              <a:tblPr firstRow="1" bandRow="1">
                <a:tableStyleId>{5C22544A-7EE6-4342-B048-85BDC9FD1C3A}</a:tableStyleId>
              </a:tblPr>
              <a:tblGrid>
                <a:gridCol w="1347019">
                  <a:extLst>
                    <a:ext uri="{9D8B030D-6E8A-4147-A177-3AD203B41FA5}">
                      <a16:colId xmlns:a16="http://schemas.microsoft.com/office/drawing/2014/main" val="1272988732"/>
                    </a:ext>
                  </a:extLst>
                </a:gridCol>
                <a:gridCol w="1032387">
                  <a:extLst>
                    <a:ext uri="{9D8B030D-6E8A-4147-A177-3AD203B41FA5}">
                      <a16:colId xmlns:a16="http://schemas.microsoft.com/office/drawing/2014/main" val="2348856314"/>
                    </a:ext>
                  </a:extLst>
                </a:gridCol>
                <a:gridCol w="1238865">
                  <a:extLst>
                    <a:ext uri="{9D8B030D-6E8A-4147-A177-3AD203B41FA5}">
                      <a16:colId xmlns:a16="http://schemas.microsoft.com/office/drawing/2014/main" val="397937798"/>
                    </a:ext>
                  </a:extLst>
                </a:gridCol>
                <a:gridCol w="929555">
                  <a:extLst>
                    <a:ext uri="{9D8B030D-6E8A-4147-A177-3AD203B41FA5}">
                      <a16:colId xmlns:a16="http://schemas.microsoft.com/office/drawing/2014/main" val="210104553"/>
                    </a:ext>
                  </a:extLst>
                </a:gridCol>
                <a:gridCol w="1124462">
                  <a:extLst>
                    <a:ext uri="{9D8B030D-6E8A-4147-A177-3AD203B41FA5}">
                      <a16:colId xmlns:a16="http://schemas.microsoft.com/office/drawing/2014/main" val="1080918545"/>
                    </a:ext>
                  </a:extLst>
                </a:gridCol>
              </a:tblGrid>
              <a:tr h="556699">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556699">
                <a:tc>
                  <a:txBody>
                    <a:bodyPr/>
                    <a:lstStyle/>
                    <a:p>
                      <a:r>
                        <a:rPr lang="es-ES" dirty="0">
                          <a:highlight>
                            <a:srgbClr val="FFFF00"/>
                          </a:highlight>
                        </a:rPr>
                        <a:t>1</a:t>
                      </a:r>
                      <a:endParaRPr lang="es-MX" dirty="0">
                        <a:highlight>
                          <a:srgbClr val="FFFF00"/>
                        </a:highlight>
                      </a:endParaRPr>
                    </a:p>
                  </a:txBody>
                  <a:tcPr/>
                </a:tc>
                <a:tc>
                  <a:txBody>
                    <a:bodyPr/>
                    <a:lstStyle/>
                    <a:p>
                      <a:r>
                        <a:rPr lang="es-ES" dirty="0">
                          <a:highlight>
                            <a:srgbClr val="FFFF00"/>
                          </a:highlight>
                        </a:rPr>
                        <a:t>Juan</a:t>
                      </a:r>
                      <a:endParaRPr lang="es-MX" dirty="0">
                        <a:highlight>
                          <a:srgbClr val="FFFF00"/>
                        </a:highlight>
                      </a:endParaRPr>
                    </a:p>
                  </a:txBody>
                  <a:tcPr/>
                </a:tc>
                <a:tc>
                  <a:txBody>
                    <a:bodyPr/>
                    <a:lstStyle/>
                    <a:p>
                      <a:r>
                        <a:rPr lang="es-ES" dirty="0">
                          <a:highlight>
                            <a:srgbClr val="FFFF00"/>
                          </a:highlight>
                        </a:rPr>
                        <a:t>P</a:t>
                      </a:r>
                      <a:r>
                        <a:rPr lang="es-MX" dirty="0" err="1">
                          <a:highlight>
                            <a:srgbClr val="FFFF00"/>
                          </a:highlight>
                        </a:rPr>
                        <a:t>érez</a:t>
                      </a:r>
                      <a:endParaRPr lang="es-MX" dirty="0">
                        <a:highlight>
                          <a:srgbClr val="FFFF00"/>
                        </a:highlight>
                      </a:endParaRPr>
                    </a:p>
                  </a:txBody>
                  <a:tcPr/>
                </a:tc>
                <a:tc>
                  <a:txBody>
                    <a:bodyPr/>
                    <a:lstStyle/>
                    <a:p>
                      <a:r>
                        <a:rPr lang="es-ES" dirty="0">
                          <a:highlight>
                            <a:srgbClr val="FFFF00"/>
                          </a:highlight>
                        </a:rPr>
                        <a:t>29</a:t>
                      </a:r>
                      <a:endParaRPr lang="es-MX" dirty="0">
                        <a:highlight>
                          <a:srgbClr val="FFFF00"/>
                        </a:highlight>
                      </a:endParaRPr>
                    </a:p>
                  </a:txBody>
                  <a:tcPr/>
                </a:tc>
                <a:tc>
                  <a:txBody>
                    <a:bodyPr/>
                    <a:lstStyle/>
                    <a:p>
                      <a:r>
                        <a:rPr lang="es-ES" dirty="0">
                          <a:highlight>
                            <a:srgbClr val="FFFF00"/>
                          </a:highlight>
                        </a:rPr>
                        <a:t>Madrid</a:t>
                      </a:r>
                    </a:p>
                  </a:txBody>
                  <a:tcPr/>
                </a:tc>
                <a:extLst>
                  <a:ext uri="{0D108BD9-81ED-4DB2-BD59-A6C34878D82A}">
                    <a16:rowId xmlns:a16="http://schemas.microsoft.com/office/drawing/2014/main" val="774062901"/>
                  </a:ext>
                </a:extLst>
              </a:tr>
              <a:tr h="704445">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556699">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556699">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556699">
                <a:tc>
                  <a:txBody>
                    <a:bodyPr/>
                    <a:lstStyle/>
                    <a:p>
                      <a:r>
                        <a:rPr lang="es-ES" dirty="0">
                          <a:highlight>
                            <a:srgbClr val="FFFF00"/>
                          </a:highlight>
                        </a:rPr>
                        <a:t>5</a:t>
                      </a:r>
                      <a:endParaRPr lang="es-MX" dirty="0">
                        <a:highlight>
                          <a:srgbClr val="FFFF00"/>
                        </a:highlight>
                      </a:endParaRPr>
                    </a:p>
                  </a:txBody>
                  <a:tcPr/>
                </a:tc>
                <a:tc>
                  <a:txBody>
                    <a:bodyPr/>
                    <a:lstStyle/>
                    <a:p>
                      <a:r>
                        <a:rPr lang="es-ES" dirty="0">
                          <a:highlight>
                            <a:srgbClr val="FFFF00"/>
                          </a:highlight>
                        </a:rPr>
                        <a:t>Andrés</a:t>
                      </a:r>
                      <a:endParaRPr lang="es-MX" dirty="0">
                        <a:highlight>
                          <a:srgbClr val="FFFF00"/>
                        </a:highlight>
                      </a:endParaRPr>
                    </a:p>
                  </a:txBody>
                  <a:tcPr/>
                </a:tc>
                <a:tc>
                  <a:txBody>
                    <a:bodyPr/>
                    <a:lstStyle/>
                    <a:p>
                      <a:r>
                        <a:rPr lang="es-ES" dirty="0">
                          <a:highlight>
                            <a:srgbClr val="FFFF00"/>
                          </a:highlight>
                        </a:rPr>
                        <a:t>Sánchez</a:t>
                      </a:r>
                      <a:endParaRPr lang="es-MX" dirty="0">
                        <a:highlight>
                          <a:srgbClr val="FFFF00"/>
                        </a:highlight>
                      </a:endParaRPr>
                    </a:p>
                  </a:txBody>
                  <a:tcPr/>
                </a:tc>
                <a:tc>
                  <a:txBody>
                    <a:bodyPr/>
                    <a:lstStyle/>
                    <a:p>
                      <a:r>
                        <a:rPr lang="es-ES" dirty="0">
                          <a:highlight>
                            <a:srgbClr val="FFFF00"/>
                          </a:highlight>
                        </a:rPr>
                        <a:t>40</a:t>
                      </a:r>
                      <a:endParaRPr lang="es-MX" dirty="0">
                        <a:highlight>
                          <a:srgbClr val="FFFF00"/>
                        </a:highlight>
                      </a:endParaRPr>
                    </a:p>
                  </a:txBody>
                  <a:tcPr/>
                </a:tc>
                <a:tc>
                  <a:txBody>
                    <a:bodyPr/>
                    <a:lstStyle/>
                    <a:p>
                      <a:r>
                        <a:rPr lang="es-ES" dirty="0">
                          <a:highlight>
                            <a:srgbClr val="FFFF00"/>
                          </a:highlight>
                        </a:rPr>
                        <a:t>Madrid</a:t>
                      </a:r>
                      <a:endParaRPr lang="es-MX" dirty="0">
                        <a:highlight>
                          <a:srgbClr val="FFFF00"/>
                        </a:highlight>
                      </a:endParaRPr>
                    </a:p>
                  </a:txBody>
                  <a:tcPr/>
                </a:tc>
                <a:extLst>
                  <a:ext uri="{0D108BD9-81ED-4DB2-BD59-A6C34878D82A}">
                    <a16:rowId xmlns:a16="http://schemas.microsoft.com/office/drawing/2014/main" val="3335725482"/>
                  </a:ext>
                </a:extLst>
              </a:tr>
            </a:tbl>
          </a:graphicData>
        </a:graphic>
      </p:graphicFrame>
      <p:graphicFrame>
        <p:nvGraphicFramePr>
          <p:cNvPr id="10" name="Tabla 9">
            <a:extLst>
              <a:ext uri="{FF2B5EF4-FFF2-40B4-BE49-F238E27FC236}">
                <a16:creationId xmlns:a16="http://schemas.microsoft.com/office/drawing/2014/main" id="{6DE8F58E-BDB3-7702-DA1D-879A06B6496A}"/>
              </a:ext>
            </a:extLst>
          </p:cNvPr>
          <p:cNvGraphicFramePr>
            <a:graphicFrameLocks noGrp="1"/>
          </p:cNvGraphicFramePr>
          <p:nvPr>
            <p:extLst>
              <p:ext uri="{D42A27DB-BD31-4B8C-83A1-F6EECF244321}">
                <p14:modId xmlns:p14="http://schemas.microsoft.com/office/powerpoint/2010/main" val="1335081963"/>
              </p:ext>
            </p:extLst>
          </p:nvPr>
        </p:nvGraphicFramePr>
        <p:xfrm>
          <a:off x="171948" y="3538728"/>
          <a:ext cx="5951736" cy="2796104"/>
        </p:xfrm>
        <a:graphic>
          <a:graphicData uri="http://schemas.openxmlformats.org/drawingml/2006/table">
            <a:tbl>
              <a:tblPr firstRow="1" bandRow="1">
                <a:tableStyleId>{5C22544A-7EE6-4342-B048-85BDC9FD1C3A}</a:tableStyleId>
              </a:tblPr>
              <a:tblGrid>
                <a:gridCol w="1411046">
                  <a:extLst>
                    <a:ext uri="{9D8B030D-6E8A-4147-A177-3AD203B41FA5}">
                      <a16:colId xmlns:a16="http://schemas.microsoft.com/office/drawing/2014/main" val="1272988732"/>
                    </a:ext>
                  </a:extLst>
                </a:gridCol>
                <a:gridCol w="1032387">
                  <a:extLst>
                    <a:ext uri="{9D8B030D-6E8A-4147-A177-3AD203B41FA5}">
                      <a16:colId xmlns:a16="http://schemas.microsoft.com/office/drawing/2014/main" val="2348856314"/>
                    </a:ext>
                  </a:extLst>
                </a:gridCol>
                <a:gridCol w="1238864">
                  <a:extLst>
                    <a:ext uri="{9D8B030D-6E8A-4147-A177-3AD203B41FA5}">
                      <a16:colId xmlns:a16="http://schemas.microsoft.com/office/drawing/2014/main" val="397937798"/>
                    </a:ext>
                  </a:extLst>
                </a:gridCol>
                <a:gridCol w="884903">
                  <a:extLst>
                    <a:ext uri="{9D8B030D-6E8A-4147-A177-3AD203B41FA5}">
                      <a16:colId xmlns:a16="http://schemas.microsoft.com/office/drawing/2014/main" val="210104553"/>
                    </a:ext>
                  </a:extLst>
                </a:gridCol>
                <a:gridCol w="1384536">
                  <a:extLst>
                    <a:ext uri="{9D8B030D-6E8A-4147-A177-3AD203B41FA5}">
                      <a16:colId xmlns:a16="http://schemas.microsoft.com/office/drawing/2014/main" val="1080918545"/>
                    </a:ext>
                  </a:extLst>
                </a:gridCol>
              </a:tblGrid>
              <a:tr h="655532">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829508">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655532">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655532">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bl>
          </a:graphicData>
        </a:graphic>
      </p:graphicFrame>
      <p:sp>
        <p:nvSpPr>
          <p:cNvPr id="3" name="Título 1">
            <a:extLst>
              <a:ext uri="{FF2B5EF4-FFF2-40B4-BE49-F238E27FC236}">
                <a16:creationId xmlns:a16="http://schemas.microsoft.com/office/drawing/2014/main" id="{6EDBFA1B-CF1A-98AD-C3F9-65ED166B9A13}"/>
              </a:ext>
            </a:extLst>
          </p:cNvPr>
          <p:cNvSpPr txBox="1">
            <a:spLocks/>
          </p:cNvSpPr>
          <p:nvPr/>
        </p:nvSpPr>
        <p:spPr>
          <a:xfrm>
            <a:off x="4073244" y="28473"/>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a:t>
            </a:r>
            <a:r>
              <a:rPr lang="en-US" sz="2000" dirty="0" err="1"/>
              <a:t>BáSICA</a:t>
            </a:r>
            <a:r>
              <a:rPr lang="en-US" sz="2000" dirty="0"/>
              <a:t> DE SQL</a:t>
            </a:r>
          </a:p>
        </p:txBody>
      </p:sp>
      <p:sp>
        <p:nvSpPr>
          <p:cNvPr id="2" name="CuadroTexto 1">
            <a:extLst>
              <a:ext uri="{FF2B5EF4-FFF2-40B4-BE49-F238E27FC236}">
                <a16:creationId xmlns:a16="http://schemas.microsoft.com/office/drawing/2014/main" id="{A13FAD20-5C22-2D9F-92DE-C948B11C9DE1}"/>
              </a:ext>
            </a:extLst>
          </p:cNvPr>
          <p:cNvSpPr txBox="1"/>
          <p:nvPr/>
        </p:nvSpPr>
        <p:spPr>
          <a:xfrm>
            <a:off x="6724418" y="5549164"/>
            <a:ext cx="4618088" cy="923330"/>
          </a:xfrm>
          <a:prstGeom prst="rect">
            <a:avLst/>
          </a:prstGeom>
          <a:noFill/>
        </p:spPr>
        <p:txBody>
          <a:bodyPr wrap="square">
            <a:spAutoFit/>
          </a:bodyPr>
          <a:lstStyle/>
          <a:p>
            <a:r>
              <a:rPr lang="es-MX" dirty="0"/>
              <a:t>Filtra los registros que se eliminará si no se usa utiliza el </a:t>
            </a:r>
            <a:r>
              <a:rPr lang="es-MX" b="1" dirty="0">
                <a:solidFill>
                  <a:srgbClr val="0070C0"/>
                </a:solidFill>
              </a:rPr>
              <a:t>WHERE</a:t>
            </a:r>
            <a:r>
              <a:rPr lang="es-MX" dirty="0"/>
              <a:t>, se eliminaran todos los registros.</a:t>
            </a:r>
          </a:p>
        </p:txBody>
      </p:sp>
      <p:cxnSp>
        <p:nvCxnSpPr>
          <p:cNvPr id="5" name="Conector recto 4">
            <a:extLst>
              <a:ext uri="{FF2B5EF4-FFF2-40B4-BE49-F238E27FC236}">
                <a16:creationId xmlns:a16="http://schemas.microsoft.com/office/drawing/2014/main" id="{66D64E2D-EB32-560E-2AC2-6ED86FD0225A}"/>
              </a:ext>
            </a:extLst>
          </p:cNvPr>
          <p:cNvCxnSpPr>
            <a:cxnSpLocks/>
          </p:cNvCxnSpPr>
          <p:nvPr/>
        </p:nvCxnSpPr>
        <p:spPr>
          <a:xfrm>
            <a:off x="0" y="665358"/>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81260CD4-5F27-7935-028C-DD158A570661}"/>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1" name="Picture 2">
            <a:extLst>
              <a:ext uri="{FF2B5EF4-FFF2-40B4-BE49-F238E27FC236}">
                <a16:creationId xmlns:a16="http://schemas.microsoft.com/office/drawing/2014/main" id="{A2B48DD3-A68B-15F2-A877-1449AB1DE23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2" name="CuadroTexto 11">
            <a:extLst>
              <a:ext uri="{FF2B5EF4-FFF2-40B4-BE49-F238E27FC236}">
                <a16:creationId xmlns:a16="http://schemas.microsoft.com/office/drawing/2014/main" id="{67368D79-1260-998A-3ED6-1D85FA90472F}"/>
              </a:ext>
            </a:extLst>
          </p:cNvPr>
          <p:cNvSpPr txBox="1"/>
          <p:nvPr/>
        </p:nvSpPr>
        <p:spPr>
          <a:xfrm>
            <a:off x="6341714" y="1021200"/>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13547841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B8602-7257-E09F-92FF-ACFF3D815B8F}"/>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21D7CE7B-290A-E39A-C2F9-5CF577CB410E}"/>
              </a:ext>
            </a:extLst>
          </p:cNvPr>
          <p:cNvSpPr txBox="1">
            <a:spLocks/>
          </p:cNvSpPr>
          <p:nvPr/>
        </p:nvSpPr>
        <p:spPr>
          <a:xfrm>
            <a:off x="203232" y="1097945"/>
            <a:ext cx="5666626" cy="494695"/>
          </a:xfrm>
          <a:prstGeom prst="rect">
            <a:avLst/>
          </a:prstGeom>
        </p:spPr>
        <p:txBody>
          <a:bodyPr vert="horz" lIns="91440" tIns="45720" rIns="91440" bIns="45720" rtlCol="0" anchor="b">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DELETE (</a:t>
            </a:r>
            <a:r>
              <a:rPr lang="en-US" sz="1800" dirty="0" err="1"/>
              <a:t>eliminar</a:t>
            </a:r>
            <a:r>
              <a:rPr lang="en-US" sz="1800" dirty="0"/>
              <a:t> </a:t>
            </a:r>
            <a:r>
              <a:rPr lang="en-US" sz="1800" dirty="0" err="1"/>
              <a:t>todos</a:t>
            </a:r>
            <a:r>
              <a:rPr lang="en-US" sz="1800" dirty="0"/>
              <a:t> </a:t>
            </a:r>
            <a:r>
              <a:rPr lang="en-US" sz="1800" dirty="0" err="1"/>
              <a:t>los</a:t>
            </a:r>
            <a:r>
              <a:rPr lang="en-US" sz="1800" dirty="0"/>
              <a:t> </a:t>
            </a:r>
            <a:r>
              <a:rPr lang="en-US" sz="1800" dirty="0" err="1"/>
              <a:t>registros</a:t>
            </a:r>
            <a:r>
              <a:rPr lang="en-US" sz="1800" dirty="0"/>
              <a:t> sin </a:t>
            </a:r>
            <a:r>
              <a:rPr lang="en-US" sz="1800" dirty="0" err="1"/>
              <a:t>condición</a:t>
            </a:r>
            <a:r>
              <a:rPr lang="en-US" sz="1800" dirty="0"/>
              <a:t>)</a:t>
            </a:r>
          </a:p>
        </p:txBody>
      </p:sp>
      <p:graphicFrame>
        <p:nvGraphicFramePr>
          <p:cNvPr id="8" name="Tabla 7">
            <a:extLst>
              <a:ext uri="{FF2B5EF4-FFF2-40B4-BE49-F238E27FC236}">
                <a16:creationId xmlns:a16="http://schemas.microsoft.com/office/drawing/2014/main" id="{94BF04D9-7B38-198E-0A7A-C9A011FF0055}"/>
              </a:ext>
            </a:extLst>
          </p:cNvPr>
          <p:cNvGraphicFramePr>
            <a:graphicFrameLocks noGrp="1"/>
          </p:cNvGraphicFramePr>
          <p:nvPr>
            <p:extLst>
              <p:ext uri="{D42A27DB-BD31-4B8C-83A1-F6EECF244321}">
                <p14:modId xmlns:p14="http://schemas.microsoft.com/office/powerpoint/2010/main" val="3746986220"/>
              </p:ext>
            </p:extLst>
          </p:nvPr>
        </p:nvGraphicFramePr>
        <p:xfrm>
          <a:off x="5869858" y="1762491"/>
          <a:ext cx="6155523" cy="4107168"/>
        </p:xfrm>
        <a:graphic>
          <a:graphicData uri="http://schemas.openxmlformats.org/drawingml/2006/table">
            <a:tbl>
              <a:tblPr firstRow="1" bandRow="1">
                <a:tableStyleId>{5C22544A-7EE6-4342-B048-85BDC9FD1C3A}</a:tableStyleId>
              </a:tblPr>
              <a:tblGrid>
                <a:gridCol w="1395923">
                  <a:extLst>
                    <a:ext uri="{9D8B030D-6E8A-4147-A177-3AD203B41FA5}">
                      <a16:colId xmlns:a16="http://schemas.microsoft.com/office/drawing/2014/main" val="1272988732"/>
                    </a:ext>
                  </a:extLst>
                </a:gridCol>
                <a:gridCol w="1310464">
                  <a:extLst>
                    <a:ext uri="{9D8B030D-6E8A-4147-A177-3AD203B41FA5}">
                      <a16:colId xmlns:a16="http://schemas.microsoft.com/office/drawing/2014/main" val="2348856314"/>
                    </a:ext>
                  </a:extLst>
                </a:gridCol>
                <a:gridCol w="1148596">
                  <a:extLst>
                    <a:ext uri="{9D8B030D-6E8A-4147-A177-3AD203B41FA5}">
                      <a16:colId xmlns:a16="http://schemas.microsoft.com/office/drawing/2014/main" val="397937798"/>
                    </a:ext>
                  </a:extLst>
                </a:gridCol>
                <a:gridCol w="1080283">
                  <a:extLst>
                    <a:ext uri="{9D8B030D-6E8A-4147-A177-3AD203B41FA5}">
                      <a16:colId xmlns:a16="http://schemas.microsoft.com/office/drawing/2014/main" val="210104553"/>
                    </a:ext>
                  </a:extLst>
                </a:gridCol>
                <a:gridCol w="1220257">
                  <a:extLst>
                    <a:ext uri="{9D8B030D-6E8A-4147-A177-3AD203B41FA5}">
                      <a16:colId xmlns:a16="http://schemas.microsoft.com/office/drawing/2014/main" val="1080918545"/>
                    </a:ext>
                  </a:extLst>
                </a:gridCol>
              </a:tblGrid>
              <a:tr h="655532">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655532">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err="1"/>
                        <a:t>Madird</a:t>
                      </a:r>
                      <a:endParaRPr lang="es-ES" dirty="0"/>
                    </a:p>
                  </a:txBody>
                  <a:tcPr/>
                </a:tc>
                <a:extLst>
                  <a:ext uri="{0D108BD9-81ED-4DB2-BD59-A6C34878D82A}">
                    <a16:rowId xmlns:a16="http://schemas.microsoft.com/office/drawing/2014/main" val="774062901"/>
                  </a:ext>
                </a:extLst>
              </a:tr>
              <a:tr h="829508">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655532">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655532">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655532">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graphicFrame>
        <p:nvGraphicFramePr>
          <p:cNvPr id="10" name="Tabla 9">
            <a:extLst>
              <a:ext uri="{FF2B5EF4-FFF2-40B4-BE49-F238E27FC236}">
                <a16:creationId xmlns:a16="http://schemas.microsoft.com/office/drawing/2014/main" id="{842E241E-E3C4-628F-ABD5-96C78445C997}"/>
              </a:ext>
            </a:extLst>
          </p:cNvPr>
          <p:cNvGraphicFramePr>
            <a:graphicFrameLocks noGrp="1"/>
          </p:cNvGraphicFramePr>
          <p:nvPr>
            <p:extLst>
              <p:ext uri="{D42A27DB-BD31-4B8C-83A1-F6EECF244321}">
                <p14:modId xmlns:p14="http://schemas.microsoft.com/office/powerpoint/2010/main" val="602743041"/>
              </p:ext>
            </p:extLst>
          </p:nvPr>
        </p:nvGraphicFramePr>
        <p:xfrm>
          <a:off x="166618" y="3424867"/>
          <a:ext cx="5536092" cy="1311064"/>
        </p:xfrm>
        <a:graphic>
          <a:graphicData uri="http://schemas.openxmlformats.org/drawingml/2006/table">
            <a:tbl>
              <a:tblPr firstRow="1" bandRow="1">
                <a:tableStyleId>{5C22544A-7EE6-4342-B048-85BDC9FD1C3A}</a:tableStyleId>
              </a:tblPr>
              <a:tblGrid>
                <a:gridCol w="1388962">
                  <a:extLst>
                    <a:ext uri="{9D8B030D-6E8A-4147-A177-3AD203B41FA5}">
                      <a16:colId xmlns:a16="http://schemas.microsoft.com/office/drawing/2014/main" val="1272988732"/>
                    </a:ext>
                  </a:extLst>
                </a:gridCol>
                <a:gridCol w="1014908">
                  <a:extLst>
                    <a:ext uri="{9D8B030D-6E8A-4147-A177-3AD203B41FA5}">
                      <a16:colId xmlns:a16="http://schemas.microsoft.com/office/drawing/2014/main" val="2348856314"/>
                    </a:ext>
                  </a:extLst>
                </a:gridCol>
                <a:gridCol w="1093323">
                  <a:extLst>
                    <a:ext uri="{9D8B030D-6E8A-4147-A177-3AD203B41FA5}">
                      <a16:colId xmlns:a16="http://schemas.microsoft.com/office/drawing/2014/main" val="397937798"/>
                    </a:ext>
                  </a:extLst>
                </a:gridCol>
                <a:gridCol w="748582">
                  <a:extLst>
                    <a:ext uri="{9D8B030D-6E8A-4147-A177-3AD203B41FA5}">
                      <a16:colId xmlns:a16="http://schemas.microsoft.com/office/drawing/2014/main" val="210104553"/>
                    </a:ext>
                  </a:extLst>
                </a:gridCol>
                <a:gridCol w="1290317">
                  <a:extLst>
                    <a:ext uri="{9D8B030D-6E8A-4147-A177-3AD203B41FA5}">
                      <a16:colId xmlns:a16="http://schemas.microsoft.com/office/drawing/2014/main" val="1080918545"/>
                    </a:ext>
                  </a:extLst>
                </a:gridCol>
              </a:tblGrid>
              <a:tr h="655532">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655532">
                <a:tc>
                  <a:txBody>
                    <a:bodyPr/>
                    <a:lstStyle/>
                    <a:p>
                      <a:endParaRPr lang="es-MX" dirty="0">
                        <a:solidFill>
                          <a:schemeClr val="tx1"/>
                        </a:solidFill>
                      </a:endParaRPr>
                    </a:p>
                  </a:txBody>
                  <a:tcPr/>
                </a:tc>
                <a:tc>
                  <a:txBody>
                    <a:bodyPr/>
                    <a:lstStyle/>
                    <a:p>
                      <a:endParaRPr lang="es-MX" dirty="0">
                        <a:solidFill>
                          <a:schemeClr val="tx1"/>
                        </a:solidFill>
                      </a:endParaRPr>
                    </a:p>
                  </a:txBody>
                  <a:tcPr/>
                </a:tc>
                <a:tc>
                  <a:txBody>
                    <a:bodyPr/>
                    <a:lstStyle/>
                    <a:p>
                      <a:endParaRPr lang="es-MX" dirty="0"/>
                    </a:p>
                  </a:txBody>
                  <a:tcPr/>
                </a:tc>
                <a:tc>
                  <a:txBody>
                    <a:bodyPr/>
                    <a:lstStyle/>
                    <a:p>
                      <a:endParaRPr lang="es-MX" dirty="0">
                        <a:solidFill>
                          <a:schemeClr val="tx1"/>
                        </a:solidFill>
                      </a:endParaRPr>
                    </a:p>
                  </a:txBody>
                  <a:tcPr/>
                </a:tc>
                <a:tc>
                  <a:txBody>
                    <a:bodyPr/>
                    <a:lstStyle/>
                    <a:p>
                      <a:endParaRPr lang="es-MX" dirty="0">
                        <a:solidFill>
                          <a:schemeClr val="tx1"/>
                        </a:solidFill>
                      </a:endParaRPr>
                    </a:p>
                  </a:txBody>
                  <a:tcPr/>
                </a:tc>
                <a:extLst>
                  <a:ext uri="{0D108BD9-81ED-4DB2-BD59-A6C34878D82A}">
                    <a16:rowId xmlns:a16="http://schemas.microsoft.com/office/drawing/2014/main" val="2484472494"/>
                  </a:ext>
                </a:extLst>
              </a:tr>
            </a:tbl>
          </a:graphicData>
        </a:graphic>
      </p:graphicFrame>
      <p:pic>
        <p:nvPicPr>
          <p:cNvPr id="5" name="Imagen 4">
            <a:extLst>
              <a:ext uri="{FF2B5EF4-FFF2-40B4-BE49-F238E27FC236}">
                <a16:creationId xmlns:a16="http://schemas.microsoft.com/office/drawing/2014/main" id="{05EC5343-A3E0-4F3E-4FA1-261C28266086}"/>
              </a:ext>
            </a:extLst>
          </p:cNvPr>
          <p:cNvPicPr>
            <a:picLocks noChangeAspect="1"/>
          </p:cNvPicPr>
          <p:nvPr/>
        </p:nvPicPr>
        <p:blipFill>
          <a:blip r:embed="rId2"/>
          <a:srcRect l="33722" t="74096" r="12481" b="5866"/>
          <a:stretch/>
        </p:blipFill>
        <p:spPr>
          <a:xfrm>
            <a:off x="284989" y="1647424"/>
            <a:ext cx="4314571" cy="674959"/>
          </a:xfrm>
          <a:prstGeom prst="rect">
            <a:avLst/>
          </a:prstGeom>
        </p:spPr>
      </p:pic>
      <p:sp>
        <p:nvSpPr>
          <p:cNvPr id="3" name="Título 1">
            <a:extLst>
              <a:ext uri="{FF2B5EF4-FFF2-40B4-BE49-F238E27FC236}">
                <a16:creationId xmlns:a16="http://schemas.microsoft.com/office/drawing/2014/main" id="{46019C5C-3F2C-1B7B-B04A-1E7259DC57ED}"/>
              </a:ext>
            </a:extLst>
          </p:cNvPr>
          <p:cNvSpPr txBox="1">
            <a:spLocks/>
          </p:cNvSpPr>
          <p:nvPr/>
        </p:nvSpPr>
        <p:spPr>
          <a:xfrm>
            <a:off x="4316002" y="-4539"/>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Operaciones</a:t>
            </a:r>
            <a:r>
              <a:rPr lang="en-US" sz="2000" dirty="0"/>
              <a:t> </a:t>
            </a:r>
            <a:r>
              <a:rPr lang="en-US" sz="2000" dirty="0" err="1"/>
              <a:t>BáSICA</a:t>
            </a:r>
            <a:r>
              <a:rPr lang="en-US" sz="2000" dirty="0"/>
              <a:t> DE SQL</a:t>
            </a:r>
          </a:p>
        </p:txBody>
      </p:sp>
      <p:cxnSp>
        <p:nvCxnSpPr>
          <p:cNvPr id="2" name="Conector recto 1">
            <a:extLst>
              <a:ext uri="{FF2B5EF4-FFF2-40B4-BE49-F238E27FC236}">
                <a16:creationId xmlns:a16="http://schemas.microsoft.com/office/drawing/2014/main" id="{A260C081-BBC4-2F02-34F5-3A367079BBBC}"/>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4" name="CuadroTexto 3">
            <a:extLst>
              <a:ext uri="{FF2B5EF4-FFF2-40B4-BE49-F238E27FC236}">
                <a16:creationId xmlns:a16="http://schemas.microsoft.com/office/drawing/2014/main" id="{A87995B7-B558-49A0-1D4E-536885EAC95F}"/>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6" name="Picture 2">
            <a:extLst>
              <a:ext uri="{FF2B5EF4-FFF2-40B4-BE49-F238E27FC236}">
                <a16:creationId xmlns:a16="http://schemas.microsoft.com/office/drawing/2014/main" id="{6794C44E-DBFC-21AD-72AC-99DFA4AAC50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7" name="CuadroTexto 6">
            <a:extLst>
              <a:ext uri="{FF2B5EF4-FFF2-40B4-BE49-F238E27FC236}">
                <a16:creationId xmlns:a16="http://schemas.microsoft.com/office/drawing/2014/main" id="{04DFEAB2-AFF0-A20A-F41D-2A91421EC464}"/>
              </a:ext>
            </a:extLst>
          </p:cNvPr>
          <p:cNvSpPr txBox="1"/>
          <p:nvPr/>
        </p:nvSpPr>
        <p:spPr>
          <a:xfrm>
            <a:off x="5781275" y="1208248"/>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3011336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A2408-0F1E-37DB-317D-E60A2D44D06B}"/>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4AEF47F2-E77A-61AF-8CDC-E3D9A95369D3}"/>
              </a:ext>
            </a:extLst>
          </p:cNvPr>
          <p:cNvSpPr txBox="1">
            <a:spLocks/>
          </p:cNvSpPr>
          <p:nvPr/>
        </p:nvSpPr>
        <p:spPr>
          <a:xfrm>
            <a:off x="3431238" y="111016"/>
            <a:ext cx="5329522"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Creación</a:t>
            </a:r>
            <a:r>
              <a:rPr lang="en-US" sz="2000" dirty="0"/>
              <a:t> y </a:t>
            </a:r>
            <a:r>
              <a:rPr lang="en-US" sz="2000" dirty="0" err="1"/>
              <a:t>modificación</a:t>
            </a:r>
            <a:r>
              <a:rPr lang="en-US" sz="2000" dirty="0"/>
              <a:t> de </a:t>
            </a:r>
            <a:r>
              <a:rPr lang="en-US" sz="2000" dirty="0" err="1"/>
              <a:t>tablas</a:t>
            </a:r>
            <a:endParaRPr lang="en-US" sz="2000" dirty="0"/>
          </a:p>
        </p:txBody>
      </p:sp>
      <p:sp>
        <p:nvSpPr>
          <p:cNvPr id="4" name="CuadroTexto 3">
            <a:extLst>
              <a:ext uri="{FF2B5EF4-FFF2-40B4-BE49-F238E27FC236}">
                <a16:creationId xmlns:a16="http://schemas.microsoft.com/office/drawing/2014/main" id="{EFB759E8-4D29-E1BF-F445-D31AC7E5F390}"/>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5" name="CuadroTexto 4">
            <a:extLst>
              <a:ext uri="{FF2B5EF4-FFF2-40B4-BE49-F238E27FC236}">
                <a16:creationId xmlns:a16="http://schemas.microsoft.com/office/drawing/2014/main" id="{E9040024-EF7C-582E-9B19-9512C66515A2}"/>
              </a:ext>
            </a:extLst>
          </p:cNvPr>
          <p:cNvSpPr txBox="1"/>
          <p:nvPr/>
        </p:nvSpPr>
        <p:spPr>
          <a:xfrm>
            <a:off x="331262" y="1020206"/>
            <a:ext cx="1799115" cy="454996"/>
          </a:xfrm>
          <a:prstGeom prst="rect">
            <a:avLst/>
          </a:prstGeom>
          <a:noFill/>
        </p:spPr>
        <p:txBody>
          <a:bodyPr wrap="square">
            <a:spAutoFit/>
          </a:bodyPr>
          <a:lstStyle/>
          <a:p>
            <a:pPr>
              <a:lnSpc>
                <a:spcPct val="150000"/>
              </a:lnSpc>
            </a:pPr>
            <a:r>
              <a:rPr lang="es-ES" dirty="0"/>
              <a:t>CREATE TABLE</a:t>
            </a:r>
            <a:endParaRPr lang="es-MX" dirty="0"/>
          </a:p>
        </p:txBody>
      </p:sp>
      <p:sp>
        <p:nvSpPr>
          <p:cNvPr id="7" name="CuadroTexto 6">
            <a:extLst>
              <a:ext uri="{FF2B5EF4-FFF2-40B4-BE49-F238E27FC236}">
                <a16:creationId xmlns:a16="http://schemas.microsoft.com/office/drawing/2014/main" id="{E9388122-2902-3B57-7257-E72696E6D7DF}"/>
              </a:ext>
            </a:extLst>
          </p:cNvPr>
          <p:cNvSpPr txBox="1"/>
          <p:nvPr/>
        </p:nvSpPr>
        <p:spPr>
          <a:xfrm>
            <a:off x="402735" y="4790801"/>
            <a:ext cx="4680593" cy="954107"/>
          </a:xfrm>
          <a:prstGeom prst="rect">
            <a:avLst/>
          </a:prstGeom>
          <a:noFill/>
        </p:spPr>
        <p:txBody>
          <a:bodyPr wrap="square">
            <a:spAutoFit/>
          </a:bodyPr>
          <a:lstStyle/>
          <a:p>
            <a:r>
              <a:rPr lang="es-ES" sz="1400" dirty="0"/>
              <a:t>Se utiliza para crear una nueva tabla en la base de datos. Este comando define el nombre de la tabla y las columnas que la componen, así como los tipos de datos de cada columna.</a:t>
            </a:r>
            <a:endParaRPr lang="es-MX" sz="1400" dirty="0"/>
          </a:p>
        </p:txBody>
      </p:sp>
      <p:pic>
        <p:nvPicPr>
          <p:cNvPr id="10" name="Imagen 9">
            <a:extLst>
              <a:ext uri="{FF2B5EF4-FFF2-40B4-BE49-F238E27FC236}">
                <a16:creationId xmlns:a16="http://schemas.microsoft.com/office/drawing/2014/main" id="{7839DD0A-3B9A-6612-DC7F-A78AB5CC9378}"/>
              </a:ext>
            </a:extLst>
          </p:cNvPr>
          <p:cNvPicPr>
            <a:picLocks noChangeAspect="1"/>
          </p:cNvPicPr>
          <p:nvPr/>
        </p:nvPicPr>
        <p:blipFill>
          <a:blip r:embed="rId2"/>
          <a:srcRect r="45213"/>
          <a:stretch/>
        </p:blipFill>
        <p:spPr>
          <a:xfrm>
            <a:off x="331262" y="1590144"/>
            <a:ext cx="4823540" cy="2247863"/>
          </a:xfrm>
          <a:prstGeom prst="rect">
            <a:avLst/>
          </a:prstGeom>
        </p:spPr>
      </p:pic>
      <p:pic>
        <p:nvPicPr>
          <p:cNvPr id="13" name="Imagen 12">
            <a:extLst>
              <a:ext uri="{FF2B5EF4-FFF2-40B4-BE49-F238E27FC236}">
                <a16:creationId xmlns:a16="http://schemas.microsoft.com/office/drawing/2014/main" id="{1426B44A-1074-3BDE-0BF0-B1C284613572}"/>
              </a:ext>
            </a:extLst>
          </p:cNvPr>
          <p:cNvPicPr>
            <a:picLocks noChangeAspect="1"/>
          </p:cNvPicPr>
          <p:nvPr/>
        </p:nvPicPr>
        <p:blipFill>
          <a:blip r:embed="rId3"/>
          <a:stretch>
            <a:fillRect/>
          </a:stretch>
        </p:blipFill>
        <p:spPr>
          <a:xfrm>
            <a:off x="5604574" y="1590144"/>
            <a:ext cx="4709464" cy="2640501"/>
          </a:xfrm>
          <a:prstGeom prst="rect">
            <a:avLst/>
          </a:prstGeom>
        </p:spPr>
      </p:pic>
      <p:sp>
        <p:nvSpPr>
          <p:cNvPr id="14" name="CuadroTexto 13">
            <a:extLst>
              <a:ext uri="{FF2B5EF4-FFF2-40B4-BE49-F238E27FC236}">
                <a16:creationId xmlns:a16="http://schemas.microsoft.com/office/drawing/2014/main" id="{68FF3515-2109-30A4-EA3B-8B6E2D968CF8}"/>
              </a:ext>
            </a:extLst>
          </p:cNvPr>
          <p:cNvSpPr txBox="1"/>
          <p:nvPr/>
        </p:nvSpPr>
        <p:spPr>
          <a:xfrm>
            <a:off x="5357275" y="4561515"/>
            <a:ext cx="6386682" cy="1384995"/>
          </a:xfrm>
          <a:prstGeom prst="rect">
            <a:avLst/>
          </a:prstGeom>
          <a:noFill/>
        </p:spPr>
        <p:txBody>
          <a:bodyPr wrap="square">
            <a:spAutoFit/>
          </a:bodyPr>
          <a:lstStyle/>
          <a:p>
            <a:pPr marL="285750" indent="-285750">
              <a:buFont typeface="Arial" panose="020B0604020202020204" pitchFamily="34" charset="0"/>
              <a:buChar char="•"/>
            </a:pPr>
            <a:r>
              <a:rPr lang="es-ES" sz="1400" b="1" dirty="0" err="1"/>
              <a:t>id_cliente</a:t>
            </a:r>
            <a:r>
              <a:rPr lang="es-ES" sz="1400" b="1" dirty="0"/>
              <a:t> </a:t>
            </a:r>
            <a:r>
              <a:rPr lang="es-ES" sz="1400" dirty="0"/>
              <a:t>es la clave primaria </a:t>
            </a:r>
            <a:r>
              <a:rPr lang="es-ES" sz="1400" dirty="0" err="1"/>
              <a:t>nombre_cliente</a:t>
            </a:r>
            <a:r>
              <a:rPr lang="es-ES" sz="1400" dirty="0"/>
              <a:t> VARCHAR(100), </a:t>
            </a:r>
          </a:p>
          <a:p>
            <a:pPr marL="285750" indent="-285750">
              <a:buFont typeface="Arial" panose="020B0604020202020204" pitchFamily="34" charset="0"/>
              <a:buChar char="•"/>
            </a:pPr>
            <a:r>
              <a:rPr lang="es-ES" sz="1400" b="1" dirty="0" err="1"/>
              <a:t>nombre_cliente</a:t>
            </a:r>
            <a:r>
              <a:rPr lang="es-ES" sz="1400" b="1" dirty="0"/>
              <a:t> </a:t>
            </a:r>
            <a:r>
              <a:rPr lang="es-ES" sz="1400" dirty="0"/>
              <a:t>es una cadena de texto </a:t>
            </a:r>
            <a:r>
              <a:rPr lang="es-ES" sz="1400" dirty="0" err="1"/>
              <a:t>email_cliente</a:t>
            </a:r>
            <a:r>
              <a:rPr lang="es-ES" sz="1400" dirty="0"/>
              <a:t> VARCHAR(100) UNIQUE, </a:t>
            </a:r>
          </a:p>
          <a:p>
            <a:pPr marL="285750" indent="-285750">
              <a:buFont typeface="Arial" panose="020B0604020202020204" pitchFamily="34" charset="0"/>
              <a:buChar char="•"/>
            </a:pPr>
            <a:r>
              <a:rPr lang="es-ES" sz="1400" b="1" dirty="0" err="1"/>
              <a:t>email_cliente</a:t>
            </a:r>
            <a:r>
              <a:rPr lang="es-ES" sz="1400" b="1" dirty="0"/>
              <a:t> </a:t>
            </a:r>
            <a:r>
              <a:rPr lang="es-ES" sz="1400" dirty="0"/>
              <a:t>es único </a:t>
            </a:r>
            <a:r>
              <a:rPr lang="es-ES" sz="1400" dirty="0" err="1"/>
              <a:t>telefono_cliente</a:t>
            </a:r>
            <a:r>
              <a:rPr lang="es-ES" sz="1400" dirty="0"/>
              <a:t> VARCHAR(15), </a:t>
            </a:r>
          </a:p>
          <a:p>
            <a:pPr marL="285750" indent="-285750">
              <a:buFont typeface="Arial" panose="020B0604020202020204" pitchFamily="34" charset="0"/>
              <a:buChar char="•"/>
            </a:pPr>
            <a:r>
              <a:rPr lang="es-ES" sz="1400" b="1" dirty="0" err="1"/>
              <a:t>telefono_cliente</a:t>
            </a:r>
            <a:r>
              <a:rPr lang="es-ES" sz="1400" b="1" dirty="0"/>
              <a:t> </a:t>
            </a:r>
            <a:r>
              <a:rPr lang="es-ES" sz="1400" dirty="0"/>
              <a:t>es una cadena de texto </a:t>
            </a:r>
            <a:r>
              <a:rPr lang="es-ES" sz="1400" dirty="0" err="1"/>
              <a:t>direccion_cliente</a:t>
            </a:r>
            <a:r>
              <a:rPr lang="es-ES" sz="1400" dirty="0"/>
              <a:t> VARCHAR(200) </a:t>
            </a:r>
          </a:p>
          <a:p>
            <a:pPr marL="285750" indent="-285750">
              <a:buFont typeface="Arial" panose="020B0604020202020204" pitchFamily="34" charset="0"/>
              <a:buChar char="•"/>
            </a:pPr>
            <a:r>
              <a:rPr lang="es-ES" sz="1400" b="1" dirty="0" err="1"/>
              <a:t>direccion_cliente</a:t>
            </a:r>
            <a:r>
              <a:rPr lang="es-ES" sz="1400" b="1" dirty="0"/>
              <a:t> </a:t>
            </a:r>
            <a:r>
              <a:rPr lang="es-ES" sz="1400" dirty="0"/>
              <a:t>es una cadena de texto</a:t>
            </a:r>
            <a:endParaRPr lang="es-MX" sz="1400" dirty="0"/>
          </a:p>
        </p:txBody>
      </p:sp>
      <p:cxnSp>
        <p:nvCxnSpPr>
          <p:cNvPr id="2" name="Conector recto 1">
            <a:extLst>
              <a:ext uri="{FF2B5EF4-FFF2-40B4-BE49-F238E27FC236}">
                <a16:creationId xmlns:a16="http://schemas.microsoft.com/office/drawing/2014/main" id="{D1BFC56D-2B1B-8459-5F2F-26A8248E5BB0}"/>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53DF62C7-856C-F8EF-95E7-C772C369CA10}"/>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8" name="Picture 2">
            <a:extLst>
              <a:ext uri="{FF2B5EF4-FFF2-40B4-BE49-F238E27FC236}">
                <a16:creationId xmlns:a16="http://schemas.microsoft.com/office/drawing/2014/main" id="{998C007B-AFCB-9195-A0BA-020BDF90779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10367462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7475-A1EE-5B94-B9D7-E0FA435AD55C}"/>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11052330-E85B-2CB0-9608-1CE7CA64BAD0}"/>
              </a:ext>
            </a:extLst>
          </p:cNvPr>
          <p:cNvSpPr txBox="1">
            <a:spLocks/>
          </p:cNvSpPr>
          <p:nvPr/>
        </p:nvSpPr>
        <p:spPr>
          <a:xfrm>
            <a:off x="3431238" y="111016"/>
            <a:ext cx="5329522"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Creación</a:t>
            </a:r>
            <a:r>
              <a:rPr lang="en-US" sz="2000" dirty="0"/>
              <a:t> y </a:t>
            </a:r>
            <a:r>
              <a:rPr lang="en-US" sz="2000" dirty="0" err="1"/>
              <a:t>modificación</a:t>
            </a:r>
            <a:r>
              <a:rPr lang="en-US" sz="2000" dirty="0"/>
              <a:t> de </a:t>
            </a:r>
            <a:r>
              <a:rPr lang="en-US" sz="2000" dirty="0" err="1"/>
              <a:t>tablas</a:t>
            </a:r>
            <a:endParaRPr lang="en-US" sz="2000" dirty="0"/>
          </a:p>
        </p:txBody>
      </p:sp>
      <p:sp>
        <p:nvSpPr>
          <p:cNvPr id="4" name="CuadroTexto 3">
            <a:extLst>
              <a:ext uri="{FF2B5EF4-FFF2-40B4-BE49-F238E27FC236}">
                <a16:creationId xmlns:a16="http://schemas.microsoft.com/office/drawing/2014/main" id="{97E2030E-997F-6619-E9A9-61D6E67075D7}"/>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cxnSp>
        <p:nvCxnSpPr>
          <p:cNvPr id="2" name="Conector recto 1">
            <a:extLst>
              <a:ext uri="{FF2B5EF4-FFF2-40B4-BE49-F238E27FC236}">
                <a16:creationId xmlns:a16="http://schemas.microsoft.com/office/drawing/2014/main" id="{718037FE-82E4-3C51-D95C-BC1444E58829}"/>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262DF9D3-0F11-2127-D1B3-1318D694B58E}"/>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8" name="Picture 2">
            <a:extLst>
              <a:ext uri="{FF2B5EF4-FFF2-40B4-BE49-F238E27FC236}">
                <a16:creationId xmlns:a16="http://schemas.microsoft.com/office/drawing/2014/main" id="{F5DD45DA-E436-E15D-3515-A1CA7187F30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9" name="CuadroTexto 8">
            <a:extLst>
              <a:ext uri="{FF2B5EF4-FFF2-40B4-BE49-F238E27FC236}">
                <a16:creationId xmlns:a16="http://schemas.microsoft.com/office/drawing/2014/main" id="{8F37268E-BC7E-A982-671F-1667EAA665AB}"/>
              </a:ext>
            </a:extLst>
          </p:cNvPr>
          <p:cNvSpPr txBox="1"/>
          <p:nvPr/>
        </p:nvSpPr>
        <p:spPr>
          <a:xfrm>
            <a:off x="275211" y="1163378"/>
            <a:ext cx="3323491" cy="369332"/>
          </a:xfrm>
          <a:prstGeom prst="rect">
            <a:avLst/>
          </a:prstGeom>
          <a:noFill/>
        </p:spPr>
        <p:txBody>
          <a:bodyPr wrap="square">
            <a:spAutoFit/>
          </a:bodyPr>
          <a:lstStyle/>
          <a:p>
            <a:r>
              <a:rPr lang="es-MX" dirty="0"/>
              <a:t>Tabla clientes</a:t>
            </a:r>
          </a:p>
        </p:txBody>
      </p:sp>
      <p:graphicFrame>
        <p:nvGraphicFramePr>
          <p:cNvPr id="11" name="Tabla 10">
            <a:extLst>
              <a:ext uri="{FF2B5EF4-FFF2-40B4-BE49-F238E27FC236}">
                <a16:creationId xmlns:a16="http://schemas.microsoft.com/office/drawing/2014/main" id="{B48A2616-BD78-CDD6-59A0-4DB493A033E3}"/>
              </a:ext>
            </a:extLst>
          </p:cNvPr>
          <p:cNvGraphicFramePr>
            <a:graphicFrameLocks noGrp="1"/>
          </p:cNvGraphicFramePr>
          <p:nvPr>
            <p:extLst>
              <p:ext uri="{D42A27DB-BD31-4B8C-83A1-F6EECF244321}">
                <p14:modId xmlns:p14="http://schemas.microsoft.com/office/powerpoint/2010/main" val="3913971365"/>
              </p:ext>
            </p:extLst>
          </p:nvPr>
        </p:nvGraphicFramePr>
        <p:xfrm>
          <a:off x="1111044" y="1873521"/>
          <a:ext cx="10392698" cy="4107168"/>
        </p:xfrm>
        <a:graphic>
          <a:graphicData uri="http://schemas.openxmlformats.org/drawingml/2006/table">
            <a:tbl>
              <a:tblPr firstRow="1" bandRow="1">
                <a:tableStyleId>{5C22544A-7EE6-4342-B048-85BDC9FD1C3A}</a:tableStyleId>
              </a:tblPr>
              <a:tblGrid>
                <a:gridCol w="1599683">
                  <a:extLst>
                    <a:ext uri="{9D8B030D-6E8A-4147-A177-3AD203B41FA5}">
                      <a16:colId xmlns:a16="http://schemas.microsoft.com/office/drawing/2014/main" val="1272988732"/>
                    </a:ext>
                  </a:extLst>
                </a:gridCol>
                <a:gridCol w="2289739">
                  <a:extLst>
                    <a:ext uri="{9D8B030D-6E8A-4147-A177-3AD203B41FA5}">
                      <a16:colId xmlns:a16="http://schemas.microsoft.com/office/drawing/2014/main" val="2348856314"/>
                    </a:ext>
                  </a:extLst>
                </a:gridCol>
                <a:gridCol w="1829700">
                  <a:extLst>
                    <a:ext uri="{9D8B030D-6E8A-4147-A177-3AD203B41FA5}">
                      <a16:colId xmlns:a16="http://schemas.microsoft.com/office/drawing/2014/main" val="397937798"/>
                    </a:ext>
                  </a:extLst>
                </a:gridCol>
                <a:gridCol w="2613351">
                  <a:extLst>
                    <a:ext uri="{9D8B030D-6E8A-4147-A177-3AD203B41FA5}">
                      <a16:colId xmlns:a16="http://schemas.microsoft.com/office/drawing/2014/main" val="210104553"/>
                    </a:ext>
                  </a:extLst>
                </a:gridCol>
                <a:gridCol w="2060225">
                  <a:extLst>
                    <a:ext uri="{9D8B030D-6E8A-4147-A177-3AD203B41FA5}">
                      <a16:colId xmlns:a16="http://schemas.microsoft.com/office/drawing/2014/main" val="1080918545"/>
                    </a:ext>
                  </a:extLst>
                </a:gridCol>
              </a:tblGrid>
              <a:tr h="655532">
                <a:tc>
                  <a:txBody>
                    <a:bodyPr/>
                    <a:lstStyle/>
                    <a:p>
                      <a:r>
                        <a:rPr lang="es-ES" dirty="0" err="1">
                          <a:solidFill>
                            <a:schemeClr val="tx1"/>
                          </a:solidFill>
                        </a:rPr>
                        <a:t>Id_cliente</a:t>
                      </a:r>
                      <a:endParaRPr lang="es-MX" dirty="0">
                        <a:solidFill>
                          <a:schemeClr val="tx1"/>
                        </a:solidFill>
                      </a:endParaRPr>
                    </a:p>
                  </a:txBody>
                  <a:tcPr/>
                </a:tc>
                <a:tc>
                  <a:txBody>
                    <a:bodyPr/>
                    <a:lstStyle/>
                    <a:p>
                      <a:r>
                        <a:rPr lang="es-ES" dirty="0" err="1">
                          <a:solidFill>
                            <a:schemeClr val="tx1"/>
                          </a:solidFill>
                        </a:rPr>
                        <a:t>nombre_cliente</a:t>
                      </a:r>
                      <a:endParaRPr lang="es-MX" dirty="0">
                        <a:solidFill>
                          <a:schemeClr val="tx1"/>
                        </a:solidFill>
                      </a:endParaRPr>
                    </a:p>
                  </a:txBody>
                  <a:tcPr/>
                </a:tc>
                <a:tc>
                  <a:txBody>
                    <a:bodyPr/>
                    <a:lstStyle/>
                    <a:p>
                      <a:r>
                        <a:rPr lang="es-ES" dirty="0" err="1"/>
                        <a:t>email_cliente</a:t>
                      </a:r>
                      <a:endParaRPr lang="es-MX" dirty="0"/>
                    </a:p>
                  </a:txBody>
                  <a:tcPr/>
                </a:tc>
                <a:tc>
                  <a:txBody>
                    <a:bodyPr/>
                    <a:lstStyle/>
                    <a:p>
                      <a:r>
                        <a:rPr lang="es-ES" dirty="0" err="1">
                          <a:solidFill>
                            <a:schemeClr val="tx1"/>
                          </a:solidFill>
                        </a:rPr>
                        <a:t>telefono_cliente</a:t>
                      </a:r>
                      <a:endParaRPr lang="es-MX" dirty="0">
                        <a:solidFill>
                          <a:schemeClr val="tx1"/>
                        </a:solidFill>
                      </a:endParaRPr>
                    </a:p>
                  </a:txBody>
                  <a:tcPr/>
                </a:tc>
                <a:tc>
                  <a:txBody>
                    <a:bodyPr/>
                    <a:lstStyle/>
                    <a:p>
                      <a:r>
                        <a:rPr lang="es-MX" dirty="0" err="1">
                          <a:solidFill>
                            <a:schemeClr val="tx1"/>
                          </a:solidFill>
                        </a:rPr>
                        <a:t>direccion_cliente</a:t>
                      </a:r>
                      <a:endParaRPr lang="es-MX" dirty="0">
                        <a:solidFill>
                          <a:schemeClr val="tx1"/>
                        </a:solidFill>
                      </a:endParaRPr>
                    </a:p>
                  </a:txBody>
                  <a:tcPr/>
                </a:tc>
                <a:extLst>
                  <a:ext uri="{0D108BD9-81ED-4DB2-BD59-A6C34878D82A}">
                    <a16:rowId xmlns:a16="http://schemas.microsoft.com/office/drawing/2014/main" val="3669690173"/>
                  </a:ext>
                </a:extLst>
              </a:tr>
              <a:tr h="655532">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ES" dirty="0"/>
                    </a:p>
                  </a:txBody>
                  <a:tcPr/>
                </a:tc>
                <a:extLst>
                  <a:ext uri="{0D108BD9-81ED-4DB2-BD59-A6C34878D82A}">
                    <a16:rowId xmlns:a16="http://schemas.microsoft.com/office/drawing/2014/main" val="774062901"/>
                  </a:ext>
                </a:extLst>
              </a:tr>
              <a:tr h="829508">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extLst>
                  <a:ext uri="{0D108BD9-81ED-4DB2-BD59-A6C34878D82A}">
                    <a16:rowId xmlns:a16="http://schemas.microsoft.com/office/drawing/2014/main" val="1805615777"/>
                  </a:ext>
                </a:extLst>
              </a:tr>
              <a:tr h="655532">
                <a:tc>
                  <a:txBody>
                    <a:bodyPr/>
                    <a:lstStyle/>
                    <a:p>
                      <a:endParaRPr lang="es-MX" dirty="0"/>
                    </a:p>
                  </a:txBody>
                  <a:tcPr/>
                </a:tc>
                <a:tc>
                  <a:txBody>
                    <a:bodyPr/>
                    <a:lstStyle/>
                    <a:p>
                      <a:endParaRPr lang="es-MX" dirty="0"/>
                    </a:p>
                  </a:txBody>
                  <a:tcPr/>
                </a:tc>
                <a:tc>
                  <a:txBody>
                    <a:bodyPr/>
                    <a:lstStyle/>
                    <a:p>
                      <a:endParaRPr lang="es-ES" dirty="0"/>
                    </a:p>
                  </a:txBody>
                  <a:tcPr/>
                </a:tc>
                <a:tc>
                  <a:txBody>
                    <a:bodyPr/>
                    <a:lstStyle/>
                    <a:p>
                      <a:endParaRPr lang="es-MX" dirty="0"/>
                    </a:p>
                  </a:txBody>
                  <a:tcPr/>
                </a:tc>
                <a:tc>
                  <a:txBody>
                    <a:bodyPr/>
                    <a:lstStyle/>
                    <a:p>
                      <a:endParaRPr lang="es-ES" dirty="0"/>
                    </a:p>
                  </a:txBody>
                  <a:tcPr/>
                </a:tc>
                <a:extLst>
                  <a:ext uri="{0D108BD9-81ED-4DB2-BD59-A6C34878D82A}">
                    <a16:rowId xmlns:a16="http://schemas.microsoft.com/office/drawing/2014/main" val="3358495792"/>
                  </a:ext>
                </a:extLst>
              </a:tr>
              <a:tr h="655532">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extLst>
                  <a:ext uri="{0D108BD9-81ED-4DB2-BD59-A6C34878D82A}">
                    <a16:rowId xmlns:a16="http://schemas.microsoft.com/office/drawing/2014/main" val="1343776285"/>
                  </a:ext>
                </a:extLst>
              </a:tr>
              <a:tr h="655532">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extLst>
                  <a:ext uri="{0D108BD9-81ED-4DB2-BD59-A6C34878D82A}">
                    <a16:rowId xmlns:a16="http://schemas.microsoft.com/office/drawing/2014/main" val="3335725482"/>
                  </a:ext>
                </a:extLst>
              </a:tr>
            </a:tbl>
          </a:graphicData>
        </a:graphic>
      </p:graphicFrame>
    </p:spTree>
    <p:extLst>
      <p:ext uri="{BB962C8B-B14F-4D97-AF65-F5344CB8AC3E}">
        <p14:creationId xmlns:p14="http://schemas.microsoft.com/office/powerpoint/2010/main" val="24661722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FBFA5-5D4F-8925-FCC7-C42BE8B80B3F}"/>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B4B990C-A139-0168-86FA-5BF2DECE4FE5}"/>
              </a:ext>
            </a:extLst>
          </p:cNvPr>
          <p:cNvSpPr txBox="1">
            <a:spLocks/>
          </p:cNvSpPr>
          <p:nvPr/>
        </p:nvSpPr>
        <p:spPr>
          <a:xfrm>
            <a:off x="369504" y="836454"/>
            <a:ext cx="2186137"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Create table </a:t>
            </a:r>
          </a:p>
        </p:txBody>
      </p:sp>
      <p:pic>
        <p:nvPicPr>
          <p:cNvPr id="7" name="Imagen 6">
            <a:extLst>
              <a:ext uri="{FF2B5EF4-FFF2-40B4-BE49-F238E27FC236}">
                <a16:creationId xmlns:a16="http://schemas.microsoft.com/office/drawing/2014/main" id="{5001F1F9-EC8E-3EE3-F077-B2414087168D}"/>
              </a:ext>
            </a:extLst>
          </p:cNvPr>
          <p:cNvPicPr>
            <a:picLocks noChangeAspect="1"/>
          </p:cNvPicPr>
          <p:nvPr/>
        </p:nvPicPr>
        <p:blipFill>
          <a:blip r:embed="rId2"/>
          <a:srcRect r="26128" b="4337"/>
          <a:stretch/>
        </p:blipFill>
        <p:spPr>
          <a:xfrm>
            <a:off x="369504" y="1392529"/>
            <a:ext cx="3524069" cy="1691319"/>
          </a:xfrm>
          <a:prstGeom prst="rect">
            <a:avLst/>
          </a:prstGeom>
        </p:spPr>
      </p:pic>
      <p:sp>
        <p:nvSpPr>
          <p:cNvPr id="12" name="CuadroTexto 11">
            <a:extLst>
              <a:ext uri="{FF2B5EF4-FFF2-40B4-BE49-F238E27FC236}">
                <a16:creationId xmlns:a16="http://schemas.microsoft.com/office/drawing/2014/main" id="{0DAC51C9-89E1-15E9-5EE9-FADA6251EFC8}"/>
              </a:ext>
            </a:extLst>
          </p:cNvPr>
          <p:cNvSpPr txBox="1"/>
          <p:nvPr/>
        </p:nvSpPr>
        <p:spPr>
          <a:xfrm>
            <a:off x="4643209" y="3506585"/>
            <a:ext cx="6096000" cy="646331"/>
          </a:xfrm>
          <a:prstGeom prst="rect">
            <a:avLst/>
          </a:prstGeom>
          <a:noFill/>
        </p:spPr>
        <p:txBody>
          <a:bodyPr wrap="square">
            <a:spAutoFit/>
          </a:bodyPr>
          <a:lstStyle/>
          <a:p>
            <a:r>
              <a:rPr lang="es-MX" dirty="0" err="1"/>
              <a:t>Auto_increment</a:t>
            </a:r>
            <a:r>
              <a:rPr lang="es-MX" dirty="0"/>
              <a:t>: se incrementará automáticamente para cada</a:t>
            </a:r>
          </a:p>
        </p:txBody>
      </p:sp>
      <p:sp>
        <p:nvSpPr>
          <p:cNvPr id="14" name="CuadroTexto 13">
            <a:extLst>
              <a:ext uri="{FF2B5EF4-FFF2-40B4-BE49-F238E27FC236}">
                <a16:creationId xmlns:a16="http://schemas.microsoft.com/office/drawing/2014/main" id="{9C1FBB87-116E-8222-6DA8-3B136E0A686F}"/>
              </a:ext>
            </a:extLst>
          </p:cNvPr>
          <p:cNvSpPr txBox="1"/>
          <p:nvPr/>
        </p:nvSpPr>
        <p:spPr>
          <a:xfrm>
            <a:off x="4643209" y="4705472"/>
            <a:ext cx="6096000" cy="646331"/>
          </a:xfrm>
          <a:prstGeom prst="rect">
            <a:avLst/>
          </a:prstGeom>
          <a:noFill/>
        </p:spPr>
        <p:txBody>
          <a:bodyPr wrap="square">
            <a:spAutoFit/>
          </a:bodyPr>
          <a:lstStyle/>
          <a:p>
            <a:r>
              <a:rPr lang="es-ES" dirty="0" err="1"/>
              <a:t>Primary</a:t>
            </a:r>
            <a:r>
              <a:rPr lang="es-ES" dirty="0"/>
              <a:t> Key: es la clave primaria de la tabla, lo que asegura que cada valor de esta columna sea único.</a:t>
            </a:r>
            <a:endParaRPr lang="es-MX" dirty="0"/>
          </a:p>
        </p:txBody>
      </p:sp>
      <p:sp>
        <p:nvSpPr>
          <p:cNvPr id="17" name="CuadroTexto 16">
            <a:extLst>
              <a:ext uri="{FF2B5EF4-FFF2-40B4-BE49-F238E27FC236}">
                <a16:creationId xmlns:a16="http://schemas.microsoft.com/office/drawing/2014/main" id="{BD6D8B6D-0BDD-2377-F4A9-C7AAA07E772B}"/>
              </a:ext>
            </a:extLst>
          </p:cNvPr>
          <p:cNvSpPr txBox="1"/>
          <p:nvPr/>
        </p:nvSpPr>
        <p:spPr>
          <a:xfrm>
            <a:off x="4643209" y="2381919"/>
            <a:ext cx="6096000" cy="646331"/>
          </a:xfrm>
          <a:prstGeom prst="rect">
            <a:avLst/>
          </a:prstGeom>
          <a:noFill/>
        </p:spPr>
        <p:txBody>
          <a:bodyPr wrap="square">
            <a:spAutoFit/>
          </a:bodyPr>
          <a:lstStyle/>
          <a:p>
            <a:r>
              <a:rPr lang="es-ES" dirty="0" err="1"/>
              <a:t>Not</a:t>
            </a:r>
            <a:r>
              <a:rPr lang="es-ES" dirty="0"/>
              <a:t> </a:t>
            </a:r>
            <a:r>
              <a:rPr lang="es-ES" dirty="0" err="1"/>
              <a:t>null</a:t>
            </a:r>
            <a:r>
              <a:rPr lang="es-ES" dirty="0"/>
              <a:t> : No se permite que esta columna quede vacía.</a:t>
            </a:r>
            <a:endParaRPr lang="es-MX" dirty="0"/>
          </a:p>
        </p:txBody>
      </p:sp>
      <p:sp>
        <p:nvSpPr>
          <p:cNvPr id="19" name="CuadroTexto 18">
            <a:extLst>
              <a:ext uri="{FF2B5EF4-FFF2-40B4-BE49-F238E27FC236}">
                <a16:creationId xmlns:a16="http://schemas.microsoft.com/office/drawing/2014/main" id="{02287B88-7F27-8FC4-F6DB-A8B609394FBA}"/>
              </a:ext>
            </a:extLst>
          </p:cNvPr>
          <p:cNvSpPr txBox="1"/>
          <p:nvPr/>
        </p:nvSpPr>
        <p:spPr>
          <a:xfrm>
            <a:off x="4643209" y="1402787"/>
            <a:ext cx="6096000" cy="646331"/>
          </a:xfrm>
          <a:prstGeom prst="rect">
            <a:avLst/>
          </a:prstGeom>
          <a:noFill/>
        </p:spPr>
        <p:txBody>
          <a:bodyPr wrap="square">
            <a:spAutoFit/>
          </a:bodyPr>
          <a:lstStyle/>
          <a:p>
            <a:r>
              <a:rPr lang="es-MX" dirty="0" err="1"/>
              <a:t>Varchar</a:t>
            </a:r>
            <a:r>
              <a:rPr lang="es-MX" dirty="0"/>
              <a:t>: almacenará cadenas de texto de hasta 100 caracteres.</a:t>
            </a:r>
          </a:p>
        </p:txBody>
      </p:sp>
      <p:sp>
        <p:nvSpPr>
          <p:cNvPr id="3" name="Título 1">
            <a:extLst>
              <a:ext uri="{FF2B5EF4-FFF2-40B4-BE49-F238E27FC236}">
                <a16:creationId xmlns:a16="http://schemas.microsoft.com/office/drawing/2014/main" id="{DD588D42-9435-88CE-327D-99C0A1884A7B}"/>
              </a:ext>
            </a:extLst>
          </p:cNvPr>
          <p:cNvSpPr txBox="1">
            <a:spLocks/>
          </p:cNvSpPr>
          <p:nvPr/>
        </p:nvSpPr>
        <p:spPr>
          <a:xfrm>
            <a:off x="3785616" y="144093"/>
            <a:ext cx="575513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CREACIÓN Y MODIFICACIÓN DE TABLAS</a:t>
            </a:r>
          </a:p>
        </p:txBody>
      </p:sp>
      <p:cxnSp>
        <p:nvCxnSpPr>
          <p:cNvPr id="2" name="Conector recto 1">
            <a:extLst>
              <a:ext uri="{FF2B5EF4-FFF2-40B4-BE49-F238E27FC236}">
                <a16:creationId xmlns:a16="http://schemas.microsoft.com/office/drawing/2014/main" id="{1FEB34B4-CF10-5F8D-83BE-505865F3BD93}"/>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4" name="CuadroTexto 3">
            <a:extLst>
              <a:ext uri="{FF2B5EF4-FFF2-40B4-BE49-F238E27FC236}">
                <a16:creationId xmlns:a16="http://schemas.microsoft.com/office/drawing/2014/main" id="{AA7AAD3F-A5A4-1F51-EA12-C5404F652B1E}"/>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5" name="Picture 2">
            <a:extLst>
              <a:ext uri="{FF2B5EF4-FFF2-40B4-BE49-F238E27FC236}">
                <a16:creationId xmlns:a16="http://schemas.microsoft.com/office/drawing/2014/main" id="{FDB9E57C-7626-3749-7D9B-4ED12291105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27442884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01745-3CFF-73A7-8038-417F8424E9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6438E5-FB63-24D3-94EC-B28F3BDE95CE}"/>
              </a:ext>
            </a:extLst>
          </p:cNvPr>
          <p:cNvSpPr txBox="1">
            <a:spLocks/>
          </p:cNvSpPr>
          <p:nvPr/>
        </p:nvSpPr>
        <p:spPr>
          <a:xfrm>
            <a:off x="4043747" y="45857"/>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ESTRUCTURA </a:t>
            </a:r>
            <a:r>
              <a:rPr lang="en-US" sz="2000" dirty="0" err="1"/>
              <a:t>BáSICA</a:t>
            </a:r>
            <a:r>
              <a:rPr lang="en-US" sz="2000" dirty="0"/>
              <a:t> DE SQL</a:t>
            </a:r>
          </a:p>
        </p:txBody>
      </p:sp>
      <p:sp>
        <p:nvSpPr>
          <p:cNvPr id="9" name="Título 1">
            <a:extLst>
              <a:ext uri="{FF2B5EF4-FFF2-40B4-BE49-F238E27FC236}">
                <a16:creationId xmlns:a16="http://schemas.microsoft.com/office/drawing/2014/main" id="{DF30DC50-8C17-CE98-F51D-FFC1A9226A21}"/>
              </a:ext>
            </a:extLst>
          </p:cNvPr>
          <p:cNvSpPr txBox="1">
            <a:spLocks/>
          </p:cNvSpPr>
          <p:nvPr/>
        </p:nvSpPr>
        <p:spPr>
          <a:xfrm>
            <a:off x="151556" y="897944"/>
            <a:ext cx="2186137"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ALTER table </a:t>
            </a:r>
          </a:p>
        </p:txBody>
      </p:sp>
      <p:sp>
        <p:nvSpPr>
          <p:cNvPr id="7" name="CuadroTexto 6">
            <a:extLst>
              <a:ext uri="{FF2B5EF4-FFF2-40B4-BE49-F238E27FC236}">
                <a16:creationId xmlns:a16="http://schemas.microsoft.com/office/drawing/2014/main" id="{F9C8FF2D-3B35-C0E4-CF1D-6927357DD0B6}"/>
              </a:ext>
            </a:extLst>
          </p:cNvPr>
          <p:cNvSpPr txBox="1"/>
          <p:nvPr/>
        </p:nvSpPr>
        <p:spPr>
          <a:xfrm>
            <a:off x="160006" y="3686298"/>
            <a:ext cx="3883741" cy="923330"/>
          </a:xfrm>
          <a:prstGeom prst="rect">
            <a:avLst/>
          </a:prstGeom>
          <a:noFill/>
        </p:spPr>
        <p:txBody>
          <a:bodyPr wrap="square">
            <a:spAutoFit/>
          </a:bodyPr>
          <a:lstStyle/>
          <a:p>
            <a:r>
              <a:rPr lang="es-ES" dirty="0"/>
              <a:t>Se usa para modificar la estructura de una tabla existente, como agregar o eliminar columnas.</a:t>
            </a:r>
            <a:endParaRPr lang="es-MX" dirty="0"/>
          </a:p>
        </p:txBody>
      </p:sp>
      <p:graphicFrame>
        <p:nvGraphicFramePr>
          <p:cNvPr id="3" name="Tabla 2">
            <a:extLst>
              <a:ext uri="{FF2B5EF4-FFF2-40B4-BE49-F238E27FC236}">
                <a16:creationId xmlns:a16="http://schemas.microsoft.com/office/drawing/2014/main" id="{8709B598-2423-6A45-C928-F453DB0574A2}"/>
              </a:ext>
            </a:extLst>
          </p:cNvPr>
          <p:cNvGraphicFramePr>
            <a:graphicFrameLocks noGrp="1"/>
          </p:cNvGraphicFramePr>
          <p:nvPr>
            <p:extLst>
              <p:ext uri="{D42A27DB-BD31-4B8C-83A1-F6EECF244321}">
                <p14:modId xmlns:p14="http://schemas.microsoft.com/office/powerpoint/2010/main" val="1331068410"/>
              </p:ext>
            </p:extLst>
          </p:nvPr>
        </p:nvGraphicFramePr>
        <p:xfrm>
          <a:off x="4532581" y="1606153"/>
          <a:ext cx="7512029" cy="4476774"/>
        </p:xfrm>
        <a:graphic>
          <a:graphicData uri="http://schemas.openxmlformats.org/drawingml/2006/table">
            <a:tbl>
              <a:tblPr firstRow="1" bandRow="1">
                <a:tableStyleId>{5C22544A-7EE6-4342-B048-85BDC9FD1C3A}</a:tableStyleId>
              </a:tblPr>
              <a:tblGrid>
                <a:gridCol w="1466531">
                  <a:extLst>
                    <a:ext uri="{9D8B030D-6E8A-4147-A177-3AD203B41FA5}">
                      <a16:colId xmlns:a16="http://schemas.microsoft.com/office/drawing/2014/main" val="1272988732"/>
                    </a:ext>
                  </a:extLst>
                </a:gridCol>
                <a:gridCol w="1111045">
                  <a:extLst>
                    <a:ext uri="{9D8B030D-6E8A-4147-A177-3AD203B41FA5}">
                      <a16:colId xmlns:a16="http://schemas.microsoft.com/office/drawing/2014/main" val="2348856314"/>
                    </a:ext>
                  </a:extLst>
                </a:gridCol>
                <a:gridCol w="1455175">
                  <a:extLst>
                    <a:ext uri="{9D8B030D-6E8A-4147-A177-3AD203B41FA5}">
                      <a16:colId xmlns:a16="http://schemas.microsoft.com/office/drawing/2014/main" val="397937798"/>
                    </a:ext>
                  </a:extLst>
                </a:gridCol>
                <a:gridCol w="876157">
                  <a:extLst>
                    <a:ext uri="{9D8B030D-6E8A-4147-A177-3AD203B41FA5}">
                      <a16:colId xmlns:a16="http://schemas.microsoft.com/office/drawing/2014/main" val="210104553"/>
                    </a:ext>
                  </a:extLst>
                </a:gridCol>
                <a:gridCol w="1389380">
                  <a:extLst>
                    <a:ext uri="{9D8B030D-6E8A-4147-A177-3AD203B41FA5}">
                      <a16:colId xmlns:a16="http://schemas.microsoft.com/office/drawing/2014/main" val="1080918545"/>
                    </a:ext>
                  </a:extLst>
                </a:gridCol>
                <a:gridCol w="1213741">
                  <a:extLst>
                    <a:ext uri="{9D8B030D-6E8A-4147-A177-3AD203B41FA5}">
                      <a16:colId xmlns:a16="http://schemas.microsoft.com/office/drawing/2014/main" val="633659952"/>
                    </a:ext>
                  </a:extLst>
                </a:gridCol>
              </a:tblGrid>
              <a:tr h="716828">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tc>
                  <a:txBody>
                    <a:bodyPr/>
                    <a:lstStyle/>
                    <a:p>
                      <a:r>
                        <a:rPr lang="es-MX" dirty="0" err="1">
                          <a:solidFill>
                            <a:schemeClr val="tx1"/>
                          </a:solidFill>
                        </a:rPr>
                        <a:t>telefono</a:t>
                      </a:r>
                      <a:endParaRPr lang="es-MX" dirty="0">
                        <a:solidFill>
                          <a:schemeClr val="tx1"/>
                        </a:solidFill>
                      </a:endParaRPr>
                    </a:p>
                  </a:txBody>
                  <a:tcPr/>
                </a:tc>
                <a:extLst>
                  <a:ext uri="{0D108BD9-81ED-4DB2-BD59-A6C34878D82A}">
                    <a16:rowId xmlns:a16="http://schemas.microsoft.com/office/drawing/2014/main" val="3669690173"/>
                  </a:ext>
                </a:extLst>
              </a:tr>
              <a:tr h="714086">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err="1"/>
                        <a:t>Madird</a:t>
                      </a:r>
                      <a:endParaRPr lang="es-ES" dirty="0"/>
                    </a:p>
                  </a:txBody>
                  <a:tcPr/>
                </a:tc>
                <a:tc>
                  <a:txBody>
                    <a:bodyPr/>
                    <a:lstStyle/>
                    <a:p>
                      <a:r>
                        <a:rPr lang="es-ES" dirty="0" err="1"/>
                        <a:t>null</a:t>
                      </a:r>
                      <a:endParaRPr lang="es-ES" dirty="0"/>
                    </a:p>
                  </a:txBody>
                  <a:tcPr/>
                </a:tc>
                <a:extLst>
                  <a:ext uri="{0D108BD9-81ED-4DB2-BD59-A6C34878D82A}">
                    <a16:rowId xmlns:a16="http://schemas.microsoft.com/office/drawing/2014/main" val="774062901"/>
                  </a:ext>
                </a:extLst>
              </a:tr>
              <a:tr h="903602">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tc>
                  <a:txBody>
                    <a:bodyPr/>
                    <a:lstStyle/>
                    <a:p>
                      <a:r>
                        <a:rPr lang="es-MX" dirty="0" err="1"/>
                        <a:t>null</a:t>
                      </a:r>
                      <a:endParaRPr lang="es-MX" dirty="0"/>
                    </a:p>
                  </a:txBody>
                  <a:tcPr/>
                </a:tc>
                <a:extLst>
                  <a:ext uri="{0D108BD9-81ED-4DB2-BD59-A6C34878D82A}">
                    <a16:rowId xmlns:a16="http://schemas.microsoft.com/office/drawing/2014/main" val="1805615777"/>
                  </a:ext>
                </a:extLst>
              </a:tr>
              <a:tr h="714086">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tc>
                  <a:txBody>
                    <a:bodyPr/>
                    <a:lstStyle/>
                    <a:p>
                      <a:r>
                        <a:rPr lang="es-ES" dirty="0" err="1"/>
                        <a:t>null</a:t>
                      </a:r>
                      <a:endParaRPr lang="es-ES" dirty="0"/>
                    </a:p>
                  </a:txBody>
                  <a:tcPr/>
                </a:tc>
                <a:extLst>
                  <a:ext uri="{0D108BD9-81ED-4DB2-BD59-A6C34878D82A}">
                    <a16:rowId xmlns:a16="http://schemas.microsoft.com/office/drawing/2014/main" val="3358495792"/>
                  </a:ext>
                </a:extLst>
              </a:tr>
              <a:tr h="714086">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tc>
                  <a:txBody>
                    <a:bodyPr/>
                    <a:lstStyle/>
                    <a:p>
                      <a:r>
                        <a:rPr lang="es-MX" dirty="0" err="1"/>
                        <a:t>null</a:t>
                      </a:r>
                      <a:endParaRPr lang="es-MX" dirty="0"/>
                    </a:p>
                  </a:txBody>
                  <a:tcPr/>
                </a:tc>
                <a:extLst>
                  <a:ext uri="{0D108BD9-81ED-4DB2-BD59-A6C34878D82A}">
                    <a16:rowId xmlns:a16="http://schemas.microsoft.com/office/drawing/2014/main" val="1343776285"/>
                  </a:ext>
                </a:extLst>
              </a:tr>
              <a:tr h="714086">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tc>
                  <a:txBody>
                    <a:bodyPr/>
                    <a:lstStyle/>
                    <a:p>
                      <a:r>
                        <a:rPr lang="es-MX" dirty="0" err="1"/>
                        <a:t>null</a:t>
                      </a:r>
                      <a:endParaRPr lang="es-MX" dirty="0"/>
                    </a:p>
                  </a:txBody>
                  <a:tcPr/>
                </a:tc>
                <a:extLst>
                  <a:ext uri="{0D108BD9-81ED-4DB2-BD59-A6C34878D82A}">
                    <a16:rowId xmlns:a16="http://schemas.microsoft.com/office/drawing/2014/main" val="3335725482"/>
                  </a:ext>
                </a:extLst>
              </a:tr>
            </a:tbl>
          </a:graphicData>
        </a:graphic>
      </p:graphicFrame>
      <p:pic>
        <p:nvPicPr>
          <p:cNvPr id="13" name="Imagen 12">
            <a:extLst>
              <a:ext uri="{FF2B5EF4-FFF2-40B4-BE49-F238E27FC236}">
                <a16:creationId xmlns:a16="http://schemas.microsoft.com/office/drawing/2014/main" id="{F7ACB657-D837-A222-101D-1ABCF7CE5E40}"/>
              </a:ext>
            </a:extLst>
          </p:cNvPr>
          <p:cNvPicPr>
            <a:picLocks noChangeAspect="1"/>
          </p:cNvPicPr>
          <p:nvPr/>
        </p:nvPicPr>
        <p:blipFill>
          <a:blip r:embed="rId2"/>
          <a:srcRect r="11349"/>
          <a:stretch/>
        </p:blipFill>
        <p:spPr>
          <a:xfrm>
            <a:off x="147390" y="1489526"/>
            <a:ext cx="3572180" cy="896607"/>
          </a:xfrm>
          <a:prstGeom prst="rect">
            <a:avLst/>
          </a:prstGeom>
        </p:spPr>
      </p:pic>
      <p:cxnSp>
        <p:nvCxnSpPr>
          <p:cNvPr id="5" name="Conector recto 4">
            <a:extLst>
              <a:ext uri="{FF2B5EF4-FFF2-40B4-BE49-F238E27FC236}">
                <a16:creationId xmlns:a16="http://schemas.microsoft.com/office/drawing/2014/main" id="{C2B1673B-7A72-CD3C-CD79-E39475003124}"/>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6862BA6C-F3D0-860A-9D86-1D0C24D96740}"/>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8" name="Picture 2">
            <a:extLst>
              <a:ext uri="{FF2B5EF4-FFF2-40B4-BE49-F238E27FC236}">
                <a16:creationId xmlns:a16="http://schemas.microsoft.com/office/drawing/2014/main" id="{3C601F80-05B9-3538-6878-27075F9ACC3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0" name="CuadroTexto 9">
            <a:extLst>
              <a:ext uri="{FF2B5EF4-FFF2-40B4-BE49-F238E27FC236}">
                <a16:creationId xmlns:a16="http://schemas.microsoft.com/office/drawing/2014/main" id="{EA21C960-3DB5-EDB2-98A8-52C1B2671C11}"/>
              </a:ext>
            </a:extLst>
          </p:cNvPr>
          <p:cNvSpPr txBox="1"/>
          <p:nvPr/>
        </p:nvSpPr>
        <p:spPr>
          <a:xfrm>
            <a:off x="4434254" y="1002299"/>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19747675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A4EFD-B5CD-6757-9BC4-3A705FD0B5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1750CA-DA59-BBC8-AABA-C199EBC4FD7D}"/>
              </a:ext>
            </a:extLst>
          </p:cNvPr>
          <p:cNvSpPr txBox="1">
            <a:spLocks/>
          </p:cNvSpPr>
          <p:nvPr/>
        </p:nvSpPr>
        <p:spPr>
          <a:xfrm>
            <a:off x="4073244" y="75456"/>
            <a:ext cx="5092804"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ESTRUCTURA </a:t>
            </a:r>
            <a:r>
              <a:rPr lang="en-US" sz="2000" dirty="0" err="1"/>
              <a:t>BáSICA</a:t>
            </a:r>
            <a:r>
              <a:rPr lang="en-US" sz="2000" dirty="0"/>
              <a:t> DE SQL</a:t>
            </a:r>
          </a:p>
        </p:txBody>
      </p:sp>
      <p:sp>
        <p:nvSpPr>
          <p:cNvPr id="9" name="Título 1">
            <a:extLst>
              <a:ext uri="{FF2B5EF4-FFF2-40B4-BE49-F238E27FC236}">
                <a16:creationId xmlns:a16="http://schemas.microsoft.com/office/drawing/2014/main" id="{852BBEFF-E9FE-5731-E6D3-B2C06C1B5541}"/>
              </a:ext>
            </a:extLst>
          </p:cNvPr>
          <p:cNvSpPr txBox="1">
            <a:spLocks/>
          </p:cNvSpPr>
          <p:nvPr/>
        </p:nvSpPr>
        <p:spPr>
          <a:xfrm>
            <a:off x="343875" y="979996"/>
            <a:ext cx="2186137"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Drop table </a:t>
            </a:r>
          </a:p>
        </p:txBody>
      </p:sp>
      <p:pic>
        <p:nvPicPr>
          <p:cNvPr id="4" name="Imagen 3">
            <a:extLst>
              <a:ext uri="{FF2B5EF4-FFF2-40B4-BE49-F238E27FC236}">
                <a16:creationId xmlns:a16="http://schemas.microsoft.com/office/drawing/2014/main" id="{F9B19FA0-18BC-48F6-173D-7465C7A49D31}"/>
              </a:ext>
            </a:extLst>
          </p:cNvPr>
          <p:cNvPicPr>
            <a:picLocks noChangeAspect="1"/>
          </p:cNvPicPr>
          <p:nvPr/>
        </p:nvPicPr>
        <p:blipFill>
          <a:blip r:embed="rId2"/>
          <a:srcRect t="10550" r="18834" b="20534"/>
          <a:stretch/>
        </p:blipFill>
        <p:spPr>
          <a:xfrm>
            <a:off x="343875" y="2124585"/>
            <a:ext cx="3314047" cy="698090"/>
          </a:xfrm>
          <a:prstGeom prst="rect">
            <a:avLst/>
          </a:prstGeom>
        </p:spPr>
      </p:pic>
      <p:graphicFrame>
        <p:nvGraphicFramePr>
          <p:cNvPr id="6" name="Tabla 5">
            <a:extLst>
              <a:ext uri="{FF2B5EF4-FFF2-40B4-BE49-F238E27FC236}">
                <a16:creationId xmlns:a16="http://schemas.microsoft.com/office/drawing/2014/main" id="{42FCE12A-0BCB-A22E-D03F-D6B7018C2ED0}"/>
              </a:ext>
            </a:extLst>
          </p:cNvPr>
          <p:cNvGraphicFramePr>
            <a:graphicFrameLocks noGrp="1"/>
          </p:cNvGraphicFramePr>
          <p:nvPr>
            <p:extLst>
              <p:ext uri="{D42A27DB-BD31-4B8C-83A1-F6EECF244321}">
                <p14:modId xmlns:p14="http://schemas.microsoft.com/office/powerpoint/2010/main" val="4229117031"/>
              </p:ext>
            </p:extLst>
          </p:nvPr>
        </p:nvGraphicFramePr>
        <p:xfrm>
          <a:off x="4404852" y="1810598"/>
          <a:ext cx="7330791" cy="4183761"/>
        </p:xfrm>
        <a:graphic>
          <a:graphicData uri="http://schemas.openxmlformats.org/drawingml/2006/table">
            <a:tbl>
              <a:tblPr firstRow="1" bandRow="1">
                <a:tableStyleId>{5C22544A-7EE6-4342-B048-85BDC9FD1C3A}</a:tableStyleId>
              </a:tblPr>
              <a:tblGrid>
                <a:gridCol w="1855219">
                  <a:extLst>
                    <a:ext uri="{9D8B030D-6E8A-4147-A177-3AD203B41FA5}">
                      <a16:colId xmlns:a16="http://schemas.microsoft.com/office/drawing/2014/main" val="1272988732"/>
                    </a:ext>
                  </a:extLst>
                </a:gridCol>
                <a:gridCol w="1367896">
                  <a:extLst>
                    <a:ext uri="{9D8B030D-6E8A-4147-A177-3AD203B41FA5}">
                      <a16:colId xmlns:a16="http://schemas.microsoft.com/office/drawing/2014/main" val="2348856314"/>
                    </a:ext>
                  </a:extLst>
                </a:gridCol>
                <a:gridCol w="1367896">
                  <a:extLst>
                    <a:ext uri="{9D8B030D-6E8A-4147-A177-3AD203B41FA5}">
                      <a16:colId xmlns:a16="http://schemas.microsoft.com/office/drawing/2014/main" val="397937798"/>
                    </a:ext>
                  </a:extLst>
                </a:gridCol>
                <a:gridCol w="1286540">
                  <a:extLst>
                    <a:ext uri="{9D8B030D-6E8A-4147-A177-3AD203B41FA5}">
                      <a16:colId xmlns:a16="http://schemas.microsoft.com/office/drawing/2014/main" val="210104553"/>
                    </a:ext>
                  </a:extLst>
                </a:gridCol>
                <a:gridCol w="1453240">
                  <a:extLst>
                    <a:ext uri="{9D8B030D-6E8A-4147-A177-3AD203B41FA5}">
                      <a16:colId xmlns:a16="http://schemas.microsoft.com/office/drawing/2014/main" val="1080918545"/>
                    </a:ext>
                  </a:extLst>
                </a:gridCol>
              </a:tblGrid>
              <a:tr h="669910">
                <a:tc>
                  <a:txBody>
                    <a:bodyPr/>
                    <a:lstStyle/>
                    <a:p>
                      <a:r>
                        <a:rPr lang="es-ES" dirty="0" err="1">
                          <a:solidFill>
                            <a:schemeClr val="tx1"/>
                          </a:solidFill>
                        </a:rPr>
                        <a:t>Id_clientes</a:t>
                      </a:r>
                      <a:endParaRPr lang="es-MX" dirty="0">
                        <a:solidFill>
                          <a:schemeClr val="tx1"/>
                        </a:solidFill>
                      </a:endParaRPr>
                    </a:p>
                  </a:txBody>
                  <a:tcPr/>
                </a:tc>
                <a:tc>
                  <a:txBody>
                    <a:bodyPr/>
                    <a:lstStyle/>
                    <a:p>
                      <a:r>
                        <a:rPr lang="es-ES" dirty="0">
                          <a:solidFill>
                            <a:schemeClr val="tx1"/>
                          </a:solidFill>
                        </a:rPr>
                        <a:t>nombre</a:t>
                      </a:r>
                      <a:endParaRPr lang="es-MX" dirty="0">
                        <a:solidFill>
                          <a:schemeClr val="tx1"/>
                        </a:solidFill>
                      </a:endParaRPr>
                    </a:p>
                  </a:txBody>
                  <a:tcPr/>
                </a:tc>
                <a:tc>
                  <a:txBody>
                    <a:bodyPr/>
                    <a:lstStyle/>
                    <a:p>
                      <a:r>
                        <a:rPr lang="es-ES" dirty="0"/>
                        <a:t>apellido</a:t>
                      </a:r>
                      <a:endParaRPr lang="es-MX" dirty="0"/>
                    </a:p>
                  </a:txBody>
                  <a:tcPr/>
                </a:tc>
                <a:tc>
                  <a:txBody>
                    <a:bodyPr/>
                    <a:lstStyle/>
                    <a:p>
                      <a:r>
                        <a:rPr lang="es-ES" dirty="0">
                          <a:solidFill>
                            <a:schemeClr val="tx1"/>
                          </a:solidFill>
                        </a:rPr>
                        <a:t>edad</a:t>
                      </a:r>
                      <a:endParaRPr lang="es-MX" dirty="0">
                        <a:solidFill>
                          <a:schemeClr val="tx1"/>
                        </a:solidFill>
                      </a:endParaRPr>
                    </a:p>
                  </a:txBody>
                  <a:tcPr/>
                </a:tc>
                <a:tc>
                  <a:txBody>
                    <a:bodyPr/>
                    <a:lstStyle/>
                    <a:p>
                      <a:r>
                        <a:rPr lang="es-ES" dirty="0">
                          <a:solidFill>
                            <a:schemeClr val="tx1"/>
                          </a:solidFill>
                        </a:rPr>
                        <a:t>Ciudad</a:t>
                      </a:r>
                      <a:endParaRPr lang="es-MX" dirty="0">
                        <a:solidFill>
                          <a:schemeClr val="tx1"/>
                        </a:solidFill>
                      </a:endParaRPr>
                    </a:p>
                  </a:txBody>
                  <a:tcPr/>
                </a:tc>
                <a:extLst>
                  <a:ext uri="{0D108BD9-81ED-4DB2-BD59-A6C34878D82A}">
                    <a16:rowId xmlns:a16="http://schemas.microsoft.com/office/drawing/2014/main" val="3669690173"/>
                  </a:ext>
                </a:extLst>
              </a:tr>
              <a:tr h="667348">
                <a:tc>
                  <a:txBody>
                    <a:bodyPr/>
                    <a:lstStyle/>
                    <a:p>
                      <a:r>
                        <a:rPr lang="es-ES" dirty="0"/>
                        <a:t>1</a:t>
                      </a:r>
                      <a:endParaRPr lang="es-MX" dirty="0"/>
                    </a:p>
                  </a:txBody>
                  <a:tcPr/>
                </a:tc>
                <a:tc>
                  <a:txBody>
                    <a:bodyPr/>
                    <a:lstStyle/>
                    <a:p>
                      <a:r>
                        <a:rPr lang="es-ES" dirty="0"/>
                        <a:t>Juan</a:t>
                      </a:r>
                      <a:endParaRPr lang="es-MX" dirty="0"/>
                    </a:p>
                  </a:txBody>
                  <a:tcPr/>
                </a:tc>
                <a:tc>
                  <a:txBody>
                    <a:bodyPr/>
                    <a:lstStyle/>
                    <a:p>
                      <a:r>
                        <a:rPr lang="es-ES" dirty="0"/>
                        <a:t>P</a:t>
                      </a:r>
                      <a:r>
                        <a:rPr lang="es-MX" dirty="0" err="1"/>
                        <a:t>érez</a:t>
                      </a:r>
                      <a:endParaRPr lang="es-MX" dirty="0"/>
                    </a:p>
                  </a:txBody>
                  <a:tcPr/>
                </a:tc>
                <a:tc>
                  <a:txBody>
                    <a:bodyPr/>
                    <a:lstStyle/>
                    <a:p>
                      <a:r>
                        <a:rPr lang="es-ES" dirty="0"/>
                        <a:t>29</a:t>
                      </a:r>
                      <a:endParaRPr lang="es-MX" dirty="0"/>
                    </a:p>
                  </a:txBody>
                  <a:tcPr/>
                </a:tc>
                <a:tc>
                  <a:txBody>
                    <a:bodyPr/>
                    <a:lstStyle/>
                    <a:p>
                      <a:r>
                        <a:rPr lang="es-ES" dirty="0" err="1"/>
                        <a:t>Madird</a:t>
                      </a:r>
                      <a:endParaRPr lang="es-ES" dirty="0"/>
                    </a:p>
                  </a:txBody>
                  <a:tcPr/>
                </a:tc>
                <a:extLst>
                  <a:ext uri="{0D108BD9-81ED-4DB2-BD59-A6C34878D82A}">
                    <a16:rowId xmlns:a16="http://schemas.microsoft.com/office/drawing/2014/main" val="774062901"/>
                  </a:ext>
                </a:extLst>
              </a:tr>
              <a:tr h="844459">
                <a:tc>
                  <a:txBody>
                    <a:bodyPr/>
                    <a:lstStyle/>
                    <a:p>
                      <a:r>
                        <a:rPr lang="es-ES" dirty="0"/>
                        <a:t>2</a:t>
                      </a:r>
                      <a:endParaRPr lang="es-MX" dirty="0"/>
                    </a:p>
                  </a:txBody>
                  <a:tcPr/>
                </a:tc>
                <a:tc>
                  <a:txBody>
                    <a:bodyPr/>
                    <a:lstStyle/>
                    <a:p>
                      <a:r>
                        <a:rPr lang="es-ES" dirty="0"/>
                        <a:t>María</a:t>
                      </a:r>
                      <a:endParaRPr lang="es-MX" dirty="0"/>
                    </a:p>
                  </a:txBody>
                  <a:tcPr/>
                </a:tc>
                <a:tc>
                  <a:txBody>
                    <a:bodyPr/>
                    <a:lstStyle/>
                    <a:p>
                      <a:r>
                        <a:rPr lang="es-ES" dirty="0"/>
                        <a:t>García</a:t>
                      </a:r>
                      <a:endParaRPr lang="es-MX" dirty="0"/>
                    </a:p>
                  </a:txBody>
                  <a:tcPr/>
                </a:tc>
                <a:tc>
                  <a:txBody>
                    <a:bodyPr/>
                    <a:lstStyle/>
                    <a:p>
                      <a:r>
                        <a:rPr lang="es-ES" dirty="0"/>
                        <a:t>34</a:t>
                      </a:r>
                      <a:endParaRPr lang="es-MX" dirty="0"/>
                    </a:p>
                  </a:txBody>
                  <a:tcPr/>
                </a:tc>
                <a:tc>
                  <a:txBody>
                    <a:bodyPr/>
                    <a:lstStyle/>
                    <a:p>
                      <a:r>
                        <a:rPr lang="es-ES" dirty="0"/>
                        <a:t>Barcelona</a:t>
                      </a:r>
                      <a:endParaRPr lang="es-MX" dirty="0"/>
                    </a:p>
                  </a:txBody>
                  <a:tcPr/>
                </a:tc>
                <a:extLst>
                  <a:ext uri="{0D108BD9-81ED-4DB2-BD59-A6C34878D82A}">
                    <a16:rowId xmlns:a16="http://schemas.microsoft.com/office/drawing/2014/main" val="1805615777"/>
                  </a:ext>
                </a:extLst>
              </a:tr>
              <a:tr h="667348">
                <a:tc>
                  <a:txBody>
                    <a:bodyPr/>
                    <a:lstStyle/>
                    <a:p>
                      <a:r>
                        <a:rPr lang="es-ES" dirty="0"/>
                        <a:t>3</a:t>
                      </a:r>
                      <a:endParaRPr lang="es-MX" dirty="0"/>
                    </a:p>
                  </a:txBody>
                  <a:tcPr/>
                </a:tc>
                <a:tc>
                  <a:txBody>
                    <a:bodyPr/>
                    <a:lstStyle/>
                    <a:p>
                      <a:r>
                        <a:rPr lang="es-ES" dirty="0"/>
                        <a:t>Pedro</a:t>
                      </a:r>
                      <a:endParaRPr lang="es-MX" dirty="0"/>
                    </a:p>
                  </a:txBody>
                  <a:tcPr/>
                </a:tc>
                <a:tc>
                  <a:txBody>
                    <a:bodyPr/>
                    <a:lstStyle/>
                    <a:p>
                      <a:r>
                        <a:rPr lang="es-ES" dirty="0"/>
                        <a:t>López</a:t>
                      </a:r>
                    </a:p>
                  </a:txBody>
                  <a:tcPr/>
                </a:tc>
                <a:tc>
                  <a:txBody>
                    <a:bodyPr/>
                    <a:lstStyle/>
                    <a:p>
                      <a:r>
                        <a:rPr lang="es-ES" dirty="0"/>
                        <a:t>25</a:t>
                      </a:r>
                      <a:endParaRPr lang="es-MX" dirty="0"/>
                    </a:p>
                  </a:txBody>
                  <a:tcPr/>
                </a:tc>
                <a:tc>
                  <a:txBody>
                    <a:bodyPr/>
                    <a:lstStyle/>
                    <a:p>
                      <a:r>
                        <a:rPr lang="es-ES" dirty="0"/>
                        <a:t>Valencia</a:t>
                      </a:r>
                    </a:p>
                  </a:txBody>
                  <a:tcPr/>
                </a:tc>
                <a:extLst>
                  <a:ext uri="{0D108BD9-81ED-4DB2-BD59-A6C34878D82A}">
                    <a16:rowId xmlns:a16="http://schemas.microsoft.com/office/drawing/2014/main" val="3358495792"/>
                  </a:ext>
                </a:extLst>
              </a:tr>
              <a:tr h="667348">
                <a:tc>
                  <a:txBody>
                    <a:bodyPr/>
                    <a:lstStyle/>
                    <a:p>
                      <a:r>
                        <a:rPr lang="es-ES" dirty="0"/>
                        <a:t>4</a:t>
                      </a:r>
                      <a:endParaRPr lang="es-MX" dirty="0"/>
                    </a:p>
                  </a:txBody>
                  <a:tcPr/>
                </a:tc>
                <a:tc>
                  <a:txBody>
                    <a:bodyPr/>
                    <a:lstStyle/>
                    <a:p>
                      <a:r>
                        <a:rPr lang="es-ES" dirty="0"/>
                        <a:t>Laura</a:t>
                      </a:r>
                      <a:endParaRPr lang="es-MX" dirty="0"/>
                    </a:p>
                  </a:txBody>
                  <a:tcPr/>
                </a:tc>
                <a:tc>
                  <a:txBody>
                    <a:bodyPr/>
                    <a:lstStyle/>
                    <a:p>
                      <a:r>
                        <a:rPr lang="es-MX" dirty="0"/>
                        <a:t>Fernández</a:t>
                      </a:r>
                    </a:p>
                  </a:txBody>
                  <a:tcPr/>
                </a:tc>
                <a:tc>
                  <a:txBody>
                    <a:bodyPr/>
                    <a:lstStyle/>
                    <a:p>
                      <a:r>
                        <a:rPr lang="es-ES" dirty="0"/>
                        <a:t>30</a:t>
                      </a:r>
                      <a:endParaRPr lang="es-MX" dirty="0"/>
                    </a:p>
                  </a:txBody>
                  <a:tcPr/>
                </a:tc>
                <a:tc>
                  <a:txBody>
                    <a:bodyPr/>
                    <a:lstStyle/>
                    <a:p>
                      <a:r>
                        <a:rPr lang="es-ES" dirty="0"/>
                        <a:t>Sevilla</a:t>
                      </a:r>
                      <a:endParaRPr lang="es-MX" dirty="0"/>
                    </a:p>
                  </a:txBody>
                  <a:tcPr/>
                </a:tc>
                <a:extLst>
                  <a:ext uri="{0D108BD9-81ED-4DB2-BD59-A6C34878D82A}">
                    <a16:rowId xmlns:a16="http://schemas.microsoft.com/office/drawing/2014/main" val="1343776285"/>
                  </a:ext>
                </a:extLst>
              </a:tr>
              <a:tr h="667348">
                <a:tc>
                  <a:txBody>
                    <a:bodyPr/>
                    <a:lstStyle/>
                    <a:p>
                      <a:r>
                        <a:rPr lang="es-ES" dirty="0"/>
                        <a:t>5</a:t>
                      </a:r>
                      <a:endParaRPr lang="es-MX" dirty="0"/>
                    </a:p>
                  </a:txBody>
                  <a:tcPr/>
                </a:tc>
                <a:tc>
                  <a:txBody>
                    <a:bodyPr/>
                    <a:lstStyle/>
                    <a:p>
                      <a:r>
                        <a:rPr lang="es-ES" dirty="0"/>
                        <a:t>Andrés</a:t>
                      </a:r>
                      <a:endParaRPr lang="es-MX" dirty="0"/>
                    </a:p>
                  </a:txBody>
                  <a:tcPr/>
                </a:tc>
                <a:tc>
                  <a:txBody>
                    <a:bodyPr/>
                    <a:lstStyle/>
                    <a:p>
                      <a:r>
                        <a:rPr lang="es-ES" dirty="0"/>
                        <a:t>Sánchez</a:t>
                      </a:r>
                      <a:endParaRPr lang="es-MX" dirty="0"/>
                    </a:p>
                  </a:txBody>
                  <a:tcPr/>
                </a:tc>
                <a:tc>
                  <a:txBody>
                    <a:bodyPr/>
                    <a:lstStyle/>
                    <a:p>
                      <a:r>
                        <a:rPr lang="es-ES" dirty="0"/>
                        <a:t>40</a:t>
                      </a:r>
                      <a:endParaRPr lang="es-MX" dirty="0"/>
                    </a:p>
                  </a:txBody>
                  <a:tcPr/>
                </a:tc>
                <a:tc>
                  <a:txBody>
                    <a:bodyPr/>
                    <a:lstStyle/>
                    <a:p>
                      <a:r>
                        <a:rPr lang="es-ES" dirty="0"/>
                        <a:t>Madrid</a:t>
                      </a:r>
                      <a:endParaRPr lang="es-MX" dirty="0"/>
                    </a:p>
                  </a:txBody>
                  <a:tcPr/>
                </a:tc>
                <a:extLst>
                  <a:ext uri="{0D108BD9-81ED-4DB2-BD59-A6C34878D82A}">
                    <a16:rowId xmlns:a16="http://schemas.microsoft.com/office/drawing/2014/main" val="3335725482"/>
                  </a:ext>
                </a:extLst>
              </a:tr>
            </a:tbl>
          </a:graphicData>
        </a:graphic>
      </p:graphicFrame>
      <p:sp>
        <p:nvSpPr>
          <p:cNvPr id="10" name="CuadroTexto 9">
            <a:extLst>
              <a:ext uri="{FF2B5EF4-FFF2-40B4-BE49-F238E27FC236}">
                <a16:creationId xmlns:a16="http://schemas.microsoft.com/office/drawing/2014/main" id="{6C826F6E-7C92-CF0A-D6A5-EE7B1152E1C1}"/>
              </a:ext>
            </a:extLst>
          </p:cNvPr>
          <p:cNvSpPr txBox="1"/>
          <p:nvPr/>
        </p:nvSpPr>
        <p:spPr>
          <a:xfrm>
            <a:off x="343875" y="4273899"/>
            <a:ext cx="3616887" cy="646331"/>
          </a:xfrm>
          <a:prstGeom prst="rect">
            <a:avLst/>
          </a:prstGeom>
          <a:noFill/>
        </p:spPr>
        <p:txBody>
          <a:bodyPr wrap="square">
            <a:spAutoFit/>
          </a:bodyPr>
          <a:lstStyle/>
          <a:p>
            <a:r>
              <a:rPr lang="es-ES" dirty="0"/>
              <a:t>Se usa para eliminar toda la tabla</a:t>
            </a:r>
            <a:endParaRPr lang="es-MX" dirty="0"/>
          </a:p>
        </p:txBody>
      </p:sp>
      <p:cxnSp>
        <p:nvCxnSpPr>
          <p:cNvPr id="3" name="Conector recto 2">
            <a:extLst>
              <a:ext uri="{FF2B5EF4-FFF2-40B4-BE49-F238E27FC236}">
                <a16:creationId xmlns:a16="http://schemas.microsoft.com/office/drawing/2014/main" id="{D0885784-617D-87B8-71FB-8F8390C71B01}"/>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06319D05-0D73-FFEA-A786-77FD6F1F7567}"/>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8" name="Picture 2">
            <a:extLst>
              <a:ext uri="{FF2B5EF4-FFF2-40B4-BE49-F238E27FC236}">
                <a16:creationId xmlns:a16="http://schemas.microsoft.com/office/drawing/2014/main" id="{B31AFB99-64D6-4629-87A4-5734BEFD57B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
        <p:nvSpPr>
          <p:cNvPr id="11" name="CuadroTexto 10">
            <a:extLst>
              <a:ext uri="{FF2B5EF4-FFF2-40B4-BE49-F238E27FC236}">
                <a16:creationId xmlns:a16="http://schemas.microsoft.com/office/drawing/2014/main" id="{3F76386A-F084-1776-40CF-188199518B79}"/>
              </a:ext>
            </a:extLst>
          </p:cNvPr>
          <p:cNvSpPr txBox="1"/>
          <p:nvPr/>
        </p:nvSpPr>
        <p:spPr>
          <a:xfrm>
            <a:off x="4404852" y="1196389"/>
            <a:ext cx="3323491" cy="369332"/>
          </a:xfrm>
          <a:prstGeom prst="rect">
            <a:avLst/>
          </a:prstGeom>
          <a:noFill/>
        </p:spPr>
        <p:txBody>
          <a:bodyPr wrap="square">
            <a:spAutoFit/>
          </a:bodyPr>
          <a:lstStyle/>
          <a:p>
            <a:r>
              <a:rPr lang="es-MX" dirty="0"/>
              <a:t>Tabla clientes</a:t>
            </a:r>
          </a:p>
        </p:txBody>
      </p:sp>
    </p:spTree>
    <p:extLst>
      <p:ext uri="{BB962C8B-B14F-4D97-AF65-F5344CB8AC3E}">
        <p14:creationId xmlns:p14="http://schemas.microsoft.com/office/powerpoint/2010/main" val="24069245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C605D-41C2-0A4B-47EB-CF27BC942B5F}"/>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B0634032-5386-0900-2F9F-EE06702A5577}"/>
              </a:ext>
            </a:extLst>
          </p:cNvPr>
          <p:cNvSpPr txBox="1">
            <a:spLocks/>
          </p:cNvSpPr>
          <p:nvPr/>
        </p:nvSpPr>
        <p:spPr>
          <a:xfrm>
            <a:off x="4418343" y="76214"/>
            <a:ext cx="2479203"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¿Que son joins?</a:t>
            </a:r>
          </a:p>
        </p:txBody>
      </p:sp>
      <p:sp>
        <p:nvSpPr>
          <p:cNvPr id="4" name="CuadroTexto 3">
            <a:extLst>
              <a:ext uri="{FF2B5EF4-FFF2-40B4-BE49-F238E27FC236}">
                <a16:creationId xmlns:a16="http://schemas.microsoft.com/office/drawing/2014/main" id="{01FE01E5-8DF8-0542-4048-22865691B9B1}"/>
              </a:ext>
            </a:extLst>
          </p:cNvPr>
          <p:cNvSpPr txBox="1"/>
          <p:nvPr/>
        </p:nvSpPr>
        <p:spPr>
          <a:xfrm>
            <a:off x="422975" y="1921014"/>
            <a:ext cx="11346049" cy="301597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endParaRPr lang="en-US" b="1" dirty="0"/>
          </a:p>
        </p:txBody>
      </p:sp>
      <p:sp>
        <p:nvSpPr>
          <p:cNvPr id="8" name="Título 1">
            <a:extLst>
              <a:ext uri="{FF2B5EF4-FFF2-40B4-BE49-F238E27FC236}">
                <a16:creationId xmlns:a16="http://schemas.microsoft.com/office/drawing/2014/main" id="{9A8F35E8-0CFA-4CE1-A9D9-6D51D8F04B20}"/>
              </a:ext>
            </a:extLst>
          </p:cNvPr>
          <p:cNvSpPr txBox="1">
            <a:spLocks/>
          </p:cNvSpPr>
          <p:nvPr/>
        </p:nvSpPr>
        <p:spPr>
          <a:xfrm>
            <a:off x="4684851" y="3105064"/>
            <a:ext cx="214386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TIPOS DE JOIN</a:t>
            </a:r>
          </a:p>
        </p:txBody>
      </p:sp>
      <p:sp>
        <p:nvSpPr>
          <p:cNvPr id="12" name="CuadroTexto 11">
            <a:extLst>
              <a:ext uri="{FF2B5EF4-FFF2-40B4-BE49-F238E27FC236}">
                <a16:creationId xmlns:a16="http://schemas.microsoft.com/office/drawing/2014/main" id="{6720285F-F1CD-270A-8263-CB1E8038DF21}"/>
              </a:ext>
            </a:extLst>
          </p:cNvPr>
          <p:cNvSpPr txBox="1"/>
          <p:nvPr/>
        </p:nvSpPr>
        <p:spPr>
          <a:xfrm>
            <a:off x="540774" y="3796550"/>
            <a:ext cx="11346049" cy="2088200"/>
          </a:xfrm>
          <a:prstGeom prst="rect">
            <a:avLst/>
          </a:prstGeom>
          <a:noFill/>
        </p:spPr>
        <p:txBody>
          <a:bodyPr wrap="square">
            <a:spAutoFit/>
          </a:bodyPr>
          <a:lstStyle/>
          <a:p>
            <a:pPr>
              <a:lnSpc>
                <a:spcPct val="150000"/>
              </a:lnSpc>
            </a:pPr>
            <a:r>
              <a:rPr lang="es-ES" b="1" dirty="0"/>
              <a:t>INNER JOIN:</a:t>
            </a:r>
            <a:r>
              <a:rPr lang="es-ES" dirty="0"/>
              <a:t> Combina solo las filas que tienen coincidencias en ambas tablas.</a:t>
            </a:r>
          </a:p>
          <a:p>
            <a:pPr>
              <a:lnSpc>
                <a:spcPct val="150000"/>
              </a:lnSpc>
            </a:pPr>
            <a:r>
              <a:rPr lang="es-ES" b="1" dirty="0"/>
              <a:t>LEFT JOIN:</a:t>
            </a:r>
            <a:r>
              <a:rPr lang="es-ES" dirty="0"/>
              <a:t> Devuelve todas las filas de la tabla de la izquierda, y las coincidencias de la tabla de la derecha.</a:t>
            </a:r>
          </a:p>
          <a:p>
            <a:pPr>
              <a:lnSpc>
                <a:spcPct val="150000"/>
              </a:lnSpc>
            </a:pPr>
            <a:r>
              <a:rPr lang="es-ES" b="1" dirty="0"/>
              <a:t>RIGHT JOIN:</a:t>
            </a:r>
            <a:r>
              <a:rPr lang="es-ES" dirty="0"/>
              <a:t> Devuelve todas las filas de la tabla de la derecha, y las coincidencias de la tabla de la izquierda.</a:t>
            </a:r>
          </a:p>
          <a:p>
            <a:pPr>
              <a:lnSpc>
                <a:spcPct val="150000"/>
              </a:lnSpc>
            </a:pPr>
            <a:r>
              <a:rPr lang="es-ES" b="1" dirty="0"/>
              <a:t>FULL JOIN:</a:t>
            </a:r>
            <a:r>
              <a:rPr lang="es-ES" dirty="0"/>
              <a:t> Devuelve todas las filas de ambas tablas.</a:t>
            </a:r>
          </a:p>
          <a:p>
            <a:pPr>
              <a:lnSpc>
                <a:spcPct val="150000"/>
              </a:lnSpc>
            </a:pPr>
            <a:endParaRPr lang="es-MX" sz="1600" dirty="0"/>
          </a:p>
        </p:txBody>
      </p:sp>
      <p:sp>
        <p:nvSpPr>
          <p:cNvPr id="5" name="CuadroTexto 4">
            <a:extLst>
              <a:ext uri="{FF2B5EF4-FFF2-40B4-BE49-F238E27FC236}">
                <a16:creationId xmlns:a16="http://schemas.microsoft.com/office/drawing/2014/main" id="{F443FE6F-2A9E-D9B4-42E3-C231EA0A1906}"/>
              </a:ext>
            </a:extLst>
          </p:cNvPr>
          <p:cNvSpPr txBox="1"/>
          <p:nvPr/>
        </p:nvSpPr>
        <p:spPr>
          <a:xfrm>
            <a:off x="422975" y="1265339"/>
            <a:ext cx="11100620" cy="1432956"/>
          </a:xfrm>
          <a:prstGeom prst="rect">
            <a:avLst/>
          </a:prstGeom>
          <a:noFill/>
        </p:spPr>
        <p:txBody>
          <a:bodyPr wrap="square">
            <a:spAutoFit/>
          </a:bodyPr>
          <a:lstStyle/>
          <a:p>
            <a:pPr>
              <a:lnSpc>
                <a:spcPct val="150000"/>
              </a:lnSpc>
            </a:pPr>
            <a:r>
              <a:rPr lang="es-ES" sz="2000" dirty="0"/>
              <a:t>Los </a:t>
            </a:r>
            <a:r>
              <a:rPr lang="es-ES" sz="2000" b="1" dirty="0"/>
              <a:t>JOINS </a:t>
            </a:r>
            <a:r>
              <a:rPr lang="es-ES" sz="2000" dirty="0"/>
              <a:t>en SQL se utilizan para combinar filas de dos o más tablas basadas en una columna común entre ellas. Existen varios tipos de </a:t>
            </a:r>
            <a:r>
              <a:rPr lang="es-ES" sz="2000" b="1" dirty="0"/>
              <a:t>JOINS</a:t>
            </a:r>
            <a:r>
              <a:rPr lang="es-ES" sz="2000" dirty="0"/>
              <a:t> que se utilizan dependiendo del resultado que se quiera obtener. Aquí te explico los diferentes tipos de </a:t>
            </a:r>
            <a:r>
              <a:rPr lang="es-ES" sz="2000" b="1" dirty="0"/>
              <a:t>JOINS</a:t>
            </a:r>
            <a:r>
              <a:rPr lang="es-ES" sz="2000" dirty="0"/>
              <a:t> y cómo funcionan</a:t>
            </a:r>
            <a:endParaRPr lang="es-MX" sz="2000" dirty="0"/>
          </a:p>
        </p:txBody>
      </p:sp>
      <p:cxnSp>
        <p:nvCxnSpPr>
          <p:cNvPr id="2" name="Conector recto 1">
            <a:extLst>
              <a:ext uri="{FF2B5EF4-FFF2-40B4-BE49-F238E27FC236}">
                <a16:creationId xmlns:a16="http://schemas.microsoft.com/office/drawing/2014/main" id="{9047B291-DEE5-3167-2D34-C72577345987}"/>
              </a:ext>
            </a:extLst>
          </p:cNvPr>
          <p:cNvCxnSpPr>
            <a:cxnSpLocks/>
          </p:cNvCxnSpPr>
          <p:nvPr/>
        </p:nvCxnSpPr>
        <p:spPr>
          <a:xfrm>
            <a:off x="0" y="77507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6" name="CuadroTexto 5">
            <a:extLst>
              <a:ext uri="{FF2B5EF4-FFF2-40B4-BE49-F238E27FC236}">
                <a16:creationId xmlns:a16="http://schemas.microsoft.com/office/drawing/2014/main" id="{689E6DB5-6DD2-7939-755E-420C0E5E0DF1}"/>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7" name="Picture 2">
            <a:extLst>
              <a:ext uri="{FF2B5EF4-FFF2-40B4-BE49-F238E27FC236}">
                <a16:creationId xmlns:a16="http://schemas.microsoft.com/office/drawing/2014/main" id="{D264D441-6574-4470-3D4A-BBC63496210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239236"/>
            <a:ext cx="896086" cy="508528"/>
          </a:xfrm>
          <a:prstGeom prst="rect">
            <a:avLst/>
          </a:prstGeom>
          <a:noFill/>
        </p:spPr>
      </p:pic>
    </p:spTree>
    <p:extLst>
      <p:ext uri="{BB962C8B-B14F-4D97-AF65-F5344CB8AC3E}">
        <p14:creationId xmlns:p14="http://schemas.microsoft.com/office/powerpoint/2010/main" val="26698370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A1414-E1CD-B72A-9A63-10F82771AD32}"/>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491D6EF9-6CF3-7600-EBCE-1755B990A637}"/>
              </a:ext>
            </a:extLst>
          </p:cNvPr>
          <p:cNvSpPr txBox="1">
            <a:spLocks/>
          </p:cNvSpPr>
          <p:nvPr/>
        </p:nvSpPr>
        <p:spPr>
          <a:xfrm>
            <a:off x="4492332" y="33816"/>
            <a:ext cx="2341719"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b="1" dirty="0"/>
              <a:t>I</a:t>
            </a:r>
            <a:r>
              <a:rPr lang="es-MX" b="1" dirty="0"/>
              <a:t>NNER JOIN</a:t>
            </a:r>
            <a:endParaRPr lang="en-US" b="1" dirty="0"/>
          </a:p>
        </p:txBody>
      </p:sp>
      <p:sp>
        <p:nvSpPr>
          <p:cNvPr id="5" name="CuadroTexto 4">
            <a:extLst>
              <a:ext uri="{FF2B5EF4-FFF2-40B4-BE49-F238E27FC236}">
                <a16:creationId xmlns:a16="http://schemas.microsoft.com/office/drawing/2014/main" id="{BB253B13-EB6E-4778-9658-C1CE5614EAF0}"/>
              </a:ext>
            </a:extLst>
          </p:cNvPr>
          <p:cNvSpPr txBox="1"/>
          <p:nvPr/>
        </p:nvSpPr>
        <p:spPr>
          <a:xfrm>
            <a:off x="6481296" y="929358"/>
            <a:ext cx="5448040" cy="923330"/>
          </a:xfrm>
          <a:prstGeom prst="rect">
            <a:avLst/>
          </a:prstGeom>
          <a:noFill/>
        </p:spPr>
        <p:txBody>
          <a:bodyPr wrap="square">
            <a:spAutoFit/>
          </a:bodyPr>
          <a:lstStyle/>
          <a:p>
            <a:r>
              <a:rPr lang="es-ES" dirty="0"/>
              <a:t>El </a:t>
            </a:r>
            <a:r>
              <a:rPr lang="es-ES" b="1" dirty="0"/>
              <a:t>INNER JOIN</a:t>
            </a:r>
            <a:r>
              <a:rPr lang="es-ES" dirty="0"/>
              <a:t> es el tipo más común de </a:t>
            </a:r>
            <a:r>
              <a:rPr lang="es-ES" b="1" dirty="0"/>
              <a:t>JOIN</a:t>
            </a:r>
            <a:r>
              <a:rPr lang="es-ES" dirty="0"/>
              <a:t>. Devuelve solo las filas que tienen una coincidencia en ambas tablas involucradas en el </a:t>
            </a:r>
            <a:r>
              <a:rPr lang="es-ES" b="1" dirty="0"/>
              <a:t>JOIN</a:t>
            </a:r>
            <a:r>
              <a:rPr lang="es-ES" dirty="0"/>
              <a:t>.</a:t>
            </a:r>
            <a:endParaRPr lang="es-MX" dirty="0"/>
          </a:p>
        </p:txBody>
      </p:sp>
      <p:graphicFrame>
        <p:nvGraphicFramePr>
          <p:cNvPr id="2" name="Tabla 1">
            <a:extLst>
              <a:ext uri="{FF2B5EF4-FFF2-40B4-BE49-F238E27FC236}">
                <a16:creationId xmlns:a16="http://schemas.microsoft.com/office/drawing/2014/main" id="{DCF45D13-FC09-F472-AE9C-E8651007861D}"/>
              </a:ext>
            </a:extLst>
          </p:cNvPr>
          <p:cNvGraphicFramePr>
            <a:graphicFrameLocks noGrp="1"/>
          </p:cNvGraphicFramePr>
          <p:nvPr>
            <p:extLst>
              <p:ext uri="{D42A27DB-BD31-4B8C-83A1-F6EECF244321}">
                <p14:modId xmlns:p14="http://schemas.microsoft.com/office/powerpoint/2010/main" val="2354697660"/>
              </p:ext>
            </p:extLst>
          </p:nvPr>
        </p:nvGraphicFramePr>
        <p:xfrm>
          <a:off x="363248" y="1026610"/>
          <a:ext cx="5200903" cy="1854200"/>
        </p:xfrm>
        <a:graphic>
          <a:graphicData uri="http://schemas.openxmlformats.org/drawingml/2006/table">
            <a:tbl>
              <a:tblPr firstRow="1" bandRow="1">
                <a:tableStyleId>{5C22544A-7EE6-4342-B048-85BDC9FD1C3A}</a:tableStyleId>
              </a:tblPr>
              <a:tblGrid>
                <a:gridCol w="1625599">
                  <a:extLst>
                    <a:ext uri="{9D8B030D-6E8A-4147-A177-3AD203B41FA5}">
                      <a16:colId xmlns:a16="http://schemas.microsoft.com/office/drawing/2014/main" val="2006368430"/>
                    </a:ext>
                  </a:extLst>
                </a:gridCol>
                <a:gridCol w="1408176">
                  <a:extLst>
                    <a:ext uri="{9D8B030D-6E8A-4147-A177-3AD203B41FA5}">
                      <a16:colId xmlns:a16="http://schemas.microsoft.com/office/drawing/2014/main" val="1766761738"/>
                    </a:ext>
                  </a:extLst>
                </a:gridCol>
                <a:gridCol w="2167128">
                  <a:extLst>
                    <a:ext uri="{9D8B030D-6E8A-4147-A177-3AD203B41FA5}">
                      <a16:colId xmlns:a16="http://schemas.microsoft.com/office/drawing/2014/main" val="1165770765"/>
                    </a:ext>
                  </a:extLst>
                </a:gridCol>
              </a:tblGrid>
              <a:tr h="370840">
                <a:tc>
                  <a:txBody>
                    <a:bodyPr/>
                    <a:lstStyle/>
                    <a:p>
                      <a:r>
                        <a:rPr lang="es-MX" dirty="0" err="1"/>
                        <a:t>Id_empleo</a:t>
                      </a:r>
                      <a:endParaRPr lang="es-MX" dirty="0"/>
                    </a:p>
                  </a:txBody>
                  <a:tcPr/>
                </a:tc>
                <a:tc>
                  <a:txBody>
                    <a:bodyPr/>
                    <a:lstStyle/>
                    <a:p>
                      <a:r>
                        <a:rPr lang="es-MX" dirty="0"/>
                        <a:t>nombre</a:t>
                      </a:r>
                    </a:p>
                  </a:txBody>
                  <a:tcPr/>
                </a:tc>
                <a:tc>
                  <a:txBody>
                    <a:bodyPr/>
                    <a:lstStyle/>
                    <a:p>
                      <a:r>
                        <a:rPr lang="es-MX" dirty="0" err="1"/>
                        <a:t>Id_departamento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a:t>
                      </a:r>
                    </a:p>
                  </a:txBody>
                  <a:tcPr/>
                </a:tc>
                <a:tc>
                  <a:txBody>
                    <a:bodyPr/>
                    <a:lstStyle/>
                    <a:p>
                      <a:r>
                        <a:rPr lang="es-MX" dirty="0"/>
                        <a:t>Juan</a:t>
                      </a:r>
                    </a:p>
                  </a:txBody>
                  <a:tcPr/>
                </a:tc>
                <a:tc>
                  <a:txBody>
                    <a:bodyPr/>
                    <a:lstStyle/>
                    <a:p>
                      <a:r>
                        <a:rPr lang="es-MX" dirty="0"/>
                        <a:t>101</a:t>
                      </a:r>
                    </a:p>
                  </a:txBody>
                  <a:tcPr/>
                </a:tc>
                <a:extLst>
                  <a:ext uri="{0D108BD9-81ED-4DB2-BD59-A6C34878D82A}">
                    <a16:rowId xmlns:a16="http://schemas.microsoft.com/office/drawing/2014/main" val="2614181295"/>
                  </a:ext>
                </a:extLst>
              </a:tr>
              <a:tr h="370840">
                <a:tc>
                  <a:txBody>
                    <a:bodyPr/>
                    <a:lstStyle/>
                    <a:p>
                      <a:r>
                        <a:rPr lang="es-MX" dirty="0"/>
                        <a:t>2</a:t>
                      </a:r>
                    </a:p>
                  </a:txBody>
                  <a:tcPr/>
                </a:tc>
                <a:tc>
                  <a:txBody>
                    <a:bodyPr/>
                    <a:lstStyle/>
                    <a:p>
                      <a:r>
                        <a:rPr lang="es-MX" dirty="0"/>
                        <a:t>María</a:t>
                      </a:r>
                    </a:p>
                  </a:txBody>
                  <a:tcPr/>
                </a:tc>
                <a:tc>
                  <a:txBody>
                    <a:bodyPr/>
                    <a:lstStyle/>
                    <a:p>
                      <a:r>
                        <a:rPr lang="es-MX" dirty="0"/>
                        <a:t>102</a:t>
                      </a:r>
                    </a:p>
                  </a:txBody>
                  <a:tcPr/>
                </a:tc>
                <a:extLst>
                  <a:ext uri="{0D108BD9-81ED-4DB2-BD59-A6C34878D82A}">
                    <a16:rowId xmlns:a16="http://schemas.microsoft.com/office/drawing/2014/main" val="628750115"/>
                  </a:ext>
                </a:extLst>
              </a:tr>
              <a:tr h="370840">
                <a:tc>
                  <a:txBody>
                    <a:bodyPr/>
                    <a:lstStyle/>
                    <a:p>
                      <a:r>
                        <a:rPr lang="es-MX" dirty="0"/>
                        <a:t>3</a:t>
                      </a:r>
                    </a:p>
                  </a:txBody>
                  <a:tcPr/>
                </a:tc>
                <a:tc>
                  <a:txBody>
                    <a:bodyPr/>
                    <a:lstStyle/>
                    <a:p>
                      <a:r>
                        <a:rPr lang="es-MX" dirty="0"/>
                        <a:t>Pedro</a:t>
                      </a:r>
                    </a:p>
                  </a:txBody>
                  <a:tcPr/>
                </a:tc>
                <a:tc>
                  <a:txBody>
                    <a:bodyPr/>
                    <a:lstStyle/>
                    <a:p>
                      <a:r>
                        <a:rPr lang="es-MX" dirty="0"/>
                        <a:t>101</a:t>
                      </a:r>
                    </a:p>
                  </a:txBody>
                  <a:tcPr/>
                </a:tc>
                <a:extLst>
                  <a:ext uri="{0D108BD9-81ED-4DB2-BD59-A6C34878D82A}">
                    <a16:rowId xmlns:a16="http://schemas.microsoft.com/office/drawing/2014/main" val="514864999"/>
                  </a:ext>
                </a:extLst>
              </a:tr>
              <a:tr h="370840">
                <a:tc>
                  <a:txBody>
                    <a:bodyPr/>
                    <a:lstStyle/>
                    <a:p>
                      <a:r>
                        <a:rPr lang="es-MX" dirty="0"/>
                        <a:t>4</a:t>
                      </a:r>
                    </a:p>
                  </a:txBody>
                  <a:tcPr/>
                </a:tc>
                <a:tc>
                  <a:txBody>
                    <a:bodyPr/>
                    <a:lstStyle/>
                    <a:p>
                      <a:r>
                        <a:rPr lang="es-MX" dirty="0"/>
                        <a:t>Ana</a:t>
                      </a:r>
                    </a:p>
                  </a:txBody>
                  <a:tcPr/>
                </a:tc>
                <a:tc>
                  <a:txBody>
                    <a:bodyPr/>
                    <a:lstStyle/>
                    <a:p>
                      <a:r>
                        <a:rPr lang="es-MX" dirty="0"/>
                        <a:t>103</a:t>
                      </a:r>
                    </a:p>
                  </a:txBody>
                  <a:tcPr/>
                </a:tc>
                <a:extLst>
                  <a:ext uri="{0D108BD9-81ED-4DB2-BD59-A6C34878D82A}">
                    <a16:rowId xmlns:a16="http://schemas.microsoft.com/office/drawing/2014/main" val="2062987991"/>
                  </a:ext>
                </a:extLst>
              </a:tr>
            </a:tbl>
          </a:graphicData>
        </a:graphic>
      </p:graphicFrame>
      <p:sp>
        <p:nvSpPr>
          <p:cNvPr id="3" name="Título 1">
            <a:extLst>
              <a:ext uri="{FF2B5EF4-FFF2-40B4-BE49-F238E27FC236}">
                <a16:creationId xmlns:a16="http://schemas.microsoft.com/office/drawing/2014/main" id="{54758351-661C-31D3-FAC7-DF53C31FD6F8}"/>
              </a:ext>
            </a:extLst>
          </p:cNvPr>
          <p:cNvSpPr txBox="1">
            <a:spLocks/>
          </p:cNvSpPr>
          <p:nvPr/>
        </p:nvSpPr>
        <p:spPr>
          <a:xfrm>
            <a:off x="262664" y="527207"/>
            <a:ext cx="172794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EMPLEADOS (E)</a:t>
            </a:r>
            <a:endParaRPr lang="en-US" sz="1800" dirty="0"/>
          </a:p>
        </p:txBody>
      </p:sp>
      <p:sp>
        <p:nvSpPr>
          <p:cNvPr id="4" name="Título 1">
            <a:extLst>
              <a:ext uri="{FF2B5EF4-FFF2-40B4-BE49-F238E27FC236}">
                <a16:creationId xmlns:a16="http://schemas.microsoft.com/office/drawing/2014/main" id="{5B9544E0-C5A9-38F0-75D5-B270D47980E9}"/>
              </a:ext>
            </a:extLst>
          </p:cNvPr>
          <p:cNvSpPr txBox="1">
            <a:spLocks/>
          </p:cNvSpPr>
          <p:nvPr/>
        </p:nvSpPr>
        <p:spPr>
          <a:xfrm>
            <a:off x="262664" y="2880811"/>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err="1"/>
              <a:t>dEPARTAMENTO</a:t>
            </a:r>
            <a:r>
              <a:rPr lang="es-ES" sz="1800" dirty="0"/>
              <a:t> (D)</a:t>
            </a:r>
            <a:endParaRPr lang="en-US" sz="1800" dirty="0"/>
          </a:p>
        </p:txBody>
      </p:sp>
      <p:graphicFrame>
        <p:nvGraphicFramePr>
          <p:cNvPr id="6" name="Tabla 5">
            <a:extLst>
              <a:ext uri="{FF2B5EF4-FFF2-40B4-BE49-F238E27FC236}">
                <a16:creationId xmlns:a16="http://schemas.microsoft.com/office/drawing/2014/main" id="{4F90BBDD-BEB8-2AFF-1AC9-C156A736E743}"/>
              </a:ext>
            </a:extLst>
          </p:cNvPr>
          <p:cNvGraphicFramePr>
            <a:graphicFrameLocks noGrp="1"/>
          </p:cNvGraphicFramePr>
          <p:nvPr>
            <p:extLst>
              <p:ext uri="{D42A27DB-BD31-4B8C-83A1-F6EECF244321}">
                <p14:modId xmlns:p14="http://schemas.microsoft.com/office/powerpoint/2010/main" val="156723442"/>
              </p:ext>
            </p:extLst>
          </p:nvPr>
        </p:nvGraphicFramePr>
        <p:xfrm>
          <a:off x="363248" y="3459834"/>
          <a:ext cx="5074652" cy="148336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err="1"/>
                        <a:t>Id_empleo</a:t>
                      </a:r>
                      <a:endParaRPr lang="es-MX" dirty="0"/>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101</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102</a:t>
                      </a:r>
                    </a:p>
                  </a:txBody>
                  <a:tcPr/>
                </a:tc>
                <a:tc>
                  <a:txBody>
                    <a:bodyPr/>
                    <a:lstStyle/>
                    <a:p>
                      <a:r>
                        <a:rPr lang="es-MX" dirty="0"/>
                        <a:t>Marketing</a:t>
                      </a:r>
                    </a:p>
                  </a:txBody>
                  <a:tcPr/>
                </a:tc>
                <a:extLst>
                  <a:ext uri="{0D108BD9-81ED-4DB2-BD59-A6C34878D82A}">
                    <a16:rowId xmlns:a16="http://schemas.microsoft.com/office/drawing/2014/main" val="62875011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103</a:t>
                      </a:r>
                    </a:p>
                  </a:txBody>
                  <a:tcPr/>
                </a:tc>
                <a:tc>
                  <a:txBody>
                    <a:bodyPr/>
                    <a:lstStyle/>
                    <a:p>
                      <a:r>
                        <a:rPr lang="es-MX" dirty="0"/>
                        <a:t>Recursos humanos</a:t>
                      </a:r>
                    </a:p>
                  </a:txBody>
                  <a:tcPr/>
                </a:tc>
                <a:extLst>
                  <a:ext uri="{0D108BD9-81ED-4DB2-BD59-A6C34878D82A}">
                    <a16:rowId xmlns:a16="http://schemas.microsoft.com/office/drawing/2014/main" val="514864999"/>
                  </a:ext>
                </a:extLst>
              </a:tr>
            </a:tbl>
          </a:graphicData>
        </a:graphic>
      </p:graphicFrame>
      <p:pic>
        <p:nvPicPr>
          <p:cNvPr id="8" name="Imagen 7">
            <a:extLst>
              <a:ext uri="{FF2B5EF4-FFF2-40B4-BE49-F238E27FC236}">
                <a16:creationId xmlns:a16="http://schemas.microsoft.com/office/drawing/2014/main" id="{F000C257-3DD5-D341-A1BE-49106170EB65}"/>
              </a:ext>
            </a:extLst>
          </p:cNvPr>
          <p:cNvPicPr>
            <a:picLocks noChangeAspect="1"/>
          </p:cNvPicPr>
          <p:nvPr/>
        </p:nvPicPr>
        <p:blipFill>
          <a:blip r:embed="rId2"/>
          <a:srcRect r="38032"/>
          <a:stretch/>
        </p:blipFill>
        <p:spPr>
          <a:xfrm>
            <a:off x="6481296" y="2097269"/>
            <a:ext cx="4171464" cy="1395103"/>
          </a:xfrm>
          <a:prstGeom prst="rect">
            <a:avLst/>
          </a:prstGeom>
        </p:spPr>
      </p:pic>
      <p:sp>
        <p:nvSpPr>
          <p:cNvPr id="9" name="Título 1">
            <a:extLst>
              <a:ext uri="{FF2B5EF4-FFF2-40B4-BE49-F238E27FC236}">
                <a16:creationId xmlns:a16="http://schemas.microsoft.com/office/drawing/2014/main" id="{89E60CA9-E5F4-C645-8F28-82493D104A79}"/>
              </a:ext>
            </a:extLst>
          </p:cNvPr>
          <p:cNvSpPr txBox="1">
            <a:spLocks/>
          </p:cNvSpPr>
          <p:nvPr/>
        </p:nvSpPr>
        <p:spPr>
          <a:xfrm>
            <a:off x="6386685" y="3880070"/>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INNER JOIN</a:t>
            </a:r>
          </a:p>
        </p:txBody>
      </p:sp>
      <p:graphicFrame>
        <p:nvGraphicFramePr>
          <p:cNvPr id="18" name="Tabla 17">
            <a:extLst>
              <a:ext uri="{FF2B5EF4-FFF2-40B4-BE49-F238E27FC236}">
                <a16:creationId xmlns:a16="http://schemas.microsoft.com/office/drawing/2014/main" id="{AEF9A592-F4B5-DFC8-E6DF-19C0BE876957}"/>
              </a:ext>
            </a:extLst>
          </p:cNvPr>
          <p:cNvGraphicFramePr>
            <a:graphicFrameLocks noGrp="1"/>
          </p:cNvGraphicFramePr>
          <p:nvPr>
            <p:extLst>
              <p:ext uri="{D42A27DB-BD31-4B8C-83A1-F6EECF244321}">
                <p14:modId xmlns:p14="http://schemas.microsoft.com/office/powerpoint/2010/main" val="2875748885"/>
              </p:ext>
            </p:extLst>
          </p:nvPr>
        </p:nvGraphicFramePr>
        <p:xfrm>
          <a:off x="6494379" y="4421577"/>
          <a:ext cx="5074652" cy="184404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a:t>Nombre</a:t>
                      </a:r>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Juan</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María</a:t>
                      </a:r>
                    </a:p>
                  </a:txBody>
                  <a:tcPr/>
                </a:tc>
                <a:tc>
                  <a:txBody>
                    <a:bodyPr/>
                    <a:lstStyle/>
                    <a:p>
                      <a:r>
                        <a:rPr lang="es-MX" dirty="0"/>
                        <a:t>Marketing</a:t>
                      </a:r>
                    </a:p>
                  </a:txBody>
                  <a:tcPr/>
                </a:tc>
                <a:extLst>
                  <a:ext uri="{0D108BD9-81ED-4DB2-BD59-A6C34878D82A}">
                    <a16:rowId xmlns:a16="http://schemas.microsoft.com/office/drawing/2014/main" val="628750115"/>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Pedro</a:t>
                      </a:r>
                    </a:p>
                  </a:txBody>
                  <a:tcPr/>
                </a:tc>
                <a:tc>
                  <a:txBody>
                    <a:bodyPr/>
                    <a:lstStyle/>
                    <a:p>
                      <a:r>
                        <a:rPr lang="es-MX" dirty="0"/>
                        <a:t>Ventas</a:t>
                      </a:r>
                    </a:p>
                  </a:txBody>
                  <a:tcPr/>
                </a:tc>
                <a:extLst>
                  <a:ext uri="{0D108BD9-81ED-4DB2-BD59-A6C34878D82A}">
                    <a16:rowId xmlns:a16="http://schemas.microsoft.com/office/drawing/2014/main" val="514864999"/>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Ana</a:t>
                      </a:r>
                    </a:p>
                  </a:txBody>
                  <a:tcPr/>
                </a:tc>
                <a:tc>
                  <a:txBody>
                    <a:bodyPr/>
                    <a:lstStyle/>
                    <a:p>
                      <a:r>
                        <a:rPr lang="es-MX" dirty="0"/>
                        <a:t>Recursos Humanos</a:t>
                      </a:r>
                    </a:p>
                  </a:txBody>
                  <a:tcPr/>
                </a:tc>
                <a:extLst>
                  <a:ext uri="{0D108BD9-81ED-4DB2-BD59-A6C34878D82A}">
                    <a16:rowId xmlns:a16="http://schemas.microsoft.com/office/drawing/2014/main" val="2569552315"/>
                  </a:ext>
                </a:extLst>
              </a:tr>
            </a:tbl>
          </a:graphicData>
        </a:graphic>
      </p:graphicFrame>
      <p:pic>
        <p:nvPicPr>
          <p:cNvPr id="11" name="Imagen 10">
            <a:extLst>
              <a:ext uri="{FF2B5EF4-FFF2-40B4-BE49-F238E27FC236}">
                <a16:creationId xmlns:a16="http://schemas.microsoft.com/office/drawing/2014/main" id="{58C0E68C-E47B-9F0B-1B8C-A24F8C35CC18}"/>
              </a:ext>
            </a:extLst>
          </p:cNvPr>
          <p:cNvPicPr>
            <a:picLocks noChangeAspect="1"/>
          </p:cNvPicPr>
          <p:nvPr/>
        </p:nvPicPr>
        <p:blipFill>
          <a:blip r:embed="rId3"/>
          <a:stretch>
            <a:fillRect/>
          </a:stretch>
        </p:blipFill>
        <p:spPr>
          <a:xfrm>
            <a:off x="3655986" y="5247125"/>
            <a:ext cx="1672691" cy="1449240"/>
          </a:xfrm>
          <a:prstGeom prst="rect">
            <a:avLst/>
          </a:prstGeom>
        </p:spPr>
      </p:pic>
      <p:cxnSp>
        <p:nvCxnSpPr>
          <p:cNvPr id="7" name="Conector recto 6">
            <a:extLst>
              <a:ext uri="{FF2B5EF4-FFF2-40B4-BE49-F238E27FC236}">
                <a16:creationId xmlns:a16="http://schemas.microsoft.com/office/drawing/2014/main" id="{3EFDC013-BB0E-C1FD-C953-8CABFA650A8E}"/>
              </a:ext>
            </a:extLst>
          </p:cNvPr>
          <p:cNvCxnSpPr>
            <a:cxnSpLocks/>
          </p:cNvCxnSpPr>
          <p:nvPr/>
        </p:nvCxnSpPr>
        <p:spPr>
          <a:xfrm>
            <a:off x="0" y="527207"/>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59FB6912-5D35-66A0-E4AA-FC71B819A839}"/>
              </a:ext>
            </a:extLst>
          </p:cNvPr>
          <p:cNvSpPr txBox="1"/>
          <p:nvPr/>
        </p:nvSpPr>
        <p:spPr>
          <a:xfrm>
            <a:off x="0" y="6269302"/>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2C67836F-B0EC-B910-554E-01C4AEC76EE4}"/>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349472"/>
            <a:ext cx="896086" cy="508528"/>
          </a:xfrm>
          <a:prstGeom prst="rect">
            <a:avLst/>
          </a:prstGeom>
          <a:noFill/>
        </p:spPr>
      </p:pic>
    </p:spTree>
    <p:extLst>
      <p:ext uri="{BB962C8B-B14F-4D97-AF65-F5344CB8AC3E}">
        <p14:creationId xmlns:p14="http://schemas.microsoft.com/office/powerpoint/2010/main" val="3924888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B1840-28BD-A554-53EB-A5D8D4FA3E11}"/>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43E35535-B397-838E-6337-9F0985A5680E}"/>
              </a:ext>
            </a:extLst>
          </p:cNvPr>
          <p:cNvSpPr txBox="1">
            <a:spLocks/>
          </p:cNvSpPr>
          <p:nvPr/>
        </p:nvSpPr>
        <p:spPr>
          <a:xfrm>
            <a:off x="4531661" y="-60032"/>
            <a:ext cx="2341719"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b="1" dirty="0" err="1"/>
              <a:t>left</a:t>
            </a:r>
            <a:r>
              <a:rPr lang="es-MX" b="1" dirty="0"/>
              <a:t> JOIN</a:t>
            </a:r>
            <a:endParaRPr lang="en-US" b="1" dirty="0"/>
          </a:p>
        </p:txBody>
      </p:sp>
      <p:sp>
        <p:nvSpPr>
          <p:cNvPr id="5" name="CuadroTexto 4">
            <a:extLst>
              <a:ext uri="{FF2B5EF4-FFF2-40B4-BE49-F238E27FC236}">
                <a16:creationId xmlns:a16="http://schemas.microsoft.com/office/drawing/2014/main" id="{447C26AD-0FF8-4290-24C0-5B6F3A61C2F8}"/>
              </a:ext>
            </a:extLst>
          </p:cNvPr>
          <p:cNvSpPr txBox="1"/>
          <p:nvPr/>
        </p:nvSpPr>
        <p:spPr>
          <a:xfrm>
            <a:off x="5957612" y="664194"/>
            <a:ext cx="6205192" cy="1754326"/>
          </a:xfrm>
          <a:prstGeom prst="rect">
            <a:avLst/>
          </a:prstGeom>
          <a:noFill/>
        </p:spPr>
        <p:txBody>
          <a:bodyPr wrap="square">
            <a:spAutoFit/>
          </a:bodyPr>
          <a:lstStyle/>
          <a:p>
            <a:r>
              <a:rPr lang="es-ES" dirty="0"/>
              <a:t>Se utiliza para devolver todos los registros de la tabla de la izquierda (en este caso, la tabla </a:t>
            </a:r>
            <a:r>
              <a:rPr lang="es-ES" b="1" dirty="0"/>
              <a:t>EMPLEADOS</a:t>
            </a:r>
            <a:r>
              <a:rPr lang="es-ES" dirty="0"/>
              <a:t>), y los registros coincidentes de la tabla de la derecha (</a:t>
            </a:r>
            <a:r>
              <a:rPr lang="es-ES" b="1" dirty="0"/>
              <a:t>DEPARTAMENTO</a:t>
            </a:r>
            <a:r>
              <a:rPr lang="es-ES" dirty="0"/>
              <a:t>).Si no hay coincidencias, se devolverá </a:t>
            </a:r>
            <a:r>
              <a:rPr lang="es-ES" b="1" dirty="0"/>
              <a:t>NULL</a:t>
            </a:r>
            <a:r>
              <a:rPr lang="es-ES" dirty="0"/>
              <a:t> en las columnas de la tabla de la derecha.</a:t>
            </a:r>
            <a:endParaRPr lang="es-MX" dirty="0"/>
          </a:p>
        </p:txBody>
      </p:sp>
      <p:graphicFrame>
        <p:nvGraphicFramePr>
          <p:cNvPr id="2" name="Tabla 1">
            <a:extLst>
              <a:ext uri="{FF2B5EF4-FFF2-40B4-BE49-F238E27FC236}">
                <a16:creationId xmlns:a16="http://schemas.microsoft.com/office/drawing/2014/main" id="{4AB6CAD6-F083-8033-1E5F-71D56B476A2D}"/>
              </a:ext>
            </a:extLst>
          </p:cNvPr>
          <p:cNvGraphicFramePr>
            <a:graphicFrameLocks noGrp="1"/>
          </p:cNvGraphicFramePr>
          <p:nvPr>
            <p:extLst>
              <p:ext uri="{D42A27DB-BD31-4B8C-83A1-F6EECF244321}">
                <p14:modId xmlns:p14="http://schemas.microsoft.com/office/powerpoint/2010/main" val="1619490684"/>
              </p:ext>
            </p:extLst>
          </p:nvPr>
        </p:nvGraphicFramePr>
        <p:xfrm>
          <a:off x="363248" y="929358"/>
          <a:ext cx="5200903" cy="1854200"/>
        </p:xfrm>
        <a:graphic>
          <a:graphicData uri="http://schemas.openxmlformats.org/drawingml/2006/table">
            <a:tbl>
              <a:tblPr firstRow="1" bandRow="1">
                <a:tableStyleId>{5C22544A-7EE6-4342-B048-85BDC9FD1C3A}</a:tableStyleId>
              </a:tblPr>
              <a:tblGrid>
                <a:gridCol w="1625599">
                  <a:extLst>
                    <a:ext uri="{9D8B030D-6E8A-4147-A177-3AD203B41FA5}">
                      <a16:colId xmlns:a16="http://schemas.microsoft.com/office/drawing/2014/main" val="2006368430"/>
                    </a:ext>
                  </a:extLst>
                </a:gridCol>
                <a:gridCol w="1408176">
                  <a:extLst>
                    <a:ext uri="{9D8B030D-6E8A-4147-A177-3AD203B41FA5}">
                      <a16:colId xmlns:a16="http://schemas.microsoft.com/office/drawing/2014/main" val="1766761738"/>
                    </a:ext>
                  </a:extLst>
                </a:gridCol>
                <a:gridCol w="2167128">
                  <a:extLst>
                    <a:ext uri="{9D8B030D-6E8A-4147-A177-3AD203B41FA5}">
                      <a16:colId xmlns:a16="http://schemas.microsoft.com/office/drawing/2014/main" val="1165770765"/>
                    </a:ext>
                  </a:extLst>
                </a:gridCol>
              </a:tblGrid>
              <a:tr h="370840">
                <a:tc>
                  <a:txBody>
                    <a:bodyPr/>
                    <a:lstStyle/>
                    <a:p>
                      <a:r>
                        <a:rPr lang="es-MX" dirty="0" err="1"/>
                        <a:t>Id_empleo</a:t>
                      </a:r>
                      <a:endParaRPr lang="es-MX" dirty="0"/>
                    </a:p>
                  </a:txBody>
                  <a:tcPr/>
                </a:tc>
                <a:tc>
                  <a:txBody>
                    <a:bodyPr/>
                    <a:lstStyle/>
                    <a:p>
                      <a:r>
                        <a:rPr lang="es-MX" dirty="0"/>
                        <a:t>nombre</a:t>
                      </a:r>
                    </a:p>
                  </a:txBody>
                  <a:tcPr/>
                </a:tc>
                <a:tc>
                  <a:txBody>
                    <a:bodyPr/>
                    <a:lstStyle/>
                    <a:p>
                      <a:r>
                        <a:rPr lang="es-MX" dirty="0" err="1"/>
                        <a:t>Id_departamento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a:t>
                      </a:r>
                    </a:p>
                  </a:txBody>
                  <a:tcPr/>
                </a:tc>
                <a:tc>
                  <a:txBody>
                    <a:bodyPr/>
                    <a:lstStyle/>
                    <a:p>
                      <a:r>
                        <a:rPr lang="es-MX" dirty="0"/>
                        <a:t>Juan</a:t>
                      </a:r>
                    </a:p>
                  </a:txBody>
                  <a:tcPr/>
                </a:tc>
                <a:tc>
                  <a:txBody>
                    <a:bodyPr/>
                    <a:lstStyle/>
                    <a:p>
                      <a:r>
                        <a:rPr lang="es-MX" dirty="0"/>
                        <a:t>101</a:t>
                      </a:r>
                    </a:p>
                  </a:txBody>
                  <a:tcPr/>
                </a:tc>
                <a:extLst>
                  <a:ext uri="{0D108BD9-81ED-4DB2-BD59-A6C34878D82A}">
                    <a16:rowId xmlns:a16="http://schemas.microsoft.com/office/drawing/2014/main" val="2614181295"/>
                  </a:ext>
                </a:extLst>
              </a:tr>
              <a:tr h="370840">
                <a:tc>
                  <a:txBody>
                    <a:bodyPr/>
                    <a:lstStyle/>
                    <a:p>
                      <a:r>
                        <a:rPr lang="es-MX" dirty="0"/>
                        <a:t>2</a:t>
                      </a:r>
                    </a:p>
                  </a:txBody>
                  <a:tcPr/>
                </a:tc>
                <a:tc>
                  <a:txBody>
                    <a:bodyPr/>
                    <a:lstStyle/>
                    <a:p>
                      <a:r>
                        <a:rPr lang="es-MX" dirty="0"/>
                        <a:t>María</a:t>
                      </a:r>
                    </a:p>
                  </a:txBody>
                  <a:tcPr/>
                </a:tc>
                <a:tc>
                  <a:txBody>
                    <a:bodyPr/>
                    <a:lstStyle/>
                    <a:p>
                      <a:r>
                        <a:rPr lang="es-MX" dirty="0"/>
                        <a:t>102</a:t>
                      </a:r>
                    </a:p>
                  </a:txBody>
                  <a:tcPr/>
                </a:tc>
                <a:extLst>
                  <a:ext uri="{0D108BD9-81ED-4DB2-BD59-A6C34878D82A}">
                    <a16:rowId xmlns:a16="http://schemas.microsoft.com/office/drawing/2014/main" val="628750115"/>
                  </a:ext>
                </a:extLst>
              </a:tr>
              <a:tr h="370840">
                <a:tc>
                  <a:txBody>
                    <a:bodyPr/>
                    <a:lstStyle/>
                    <a:p>
                      <a:r>
                        <a:rPr lang="es-MX" dirty="0"/>
                        <a:t>3</a:t>
                      </a:r>
                    </a:p>
                  </a:txBody>
                  <a:tcPr/>
                </a:tc>
                <a:tc>
                  <a:txBody>
                    <a:bodyPr/>
                    <a:lstStyle/>
                    <a:p>
                      <a:r>
                        <a:rPr lang="es-MX" dirty="0"/>
                        <a:t>Pedro</a:t>
                      </a:r>
                    </a:p>
                  </a:txBody>
                  <a:tcPr/>
                </a:tc>
                <a:tc>
                  <a:txBody>
                    <a:bodyPr/>
                    <a:lstStyle/>
                    <a:p>
                      <a:r>
                        <a:rPr lang="es-MX" dirty="0" err="1"/>
                        <a:t>null</a:t>
                      </a:r>
                      <a:endParaRPr lang="es-MX" dirty="0"/>
                    </a:p>
                  </a:txBody>
                  <a:tcPr/>
                </a:tc>
                <a:extLst>
                  <a:ext uri="{0D108BD9-81ED-4DB2-BD59-A6C34878D82A}">
                    <a16:rowId xmlns:a16="http://schemas.microsoft.com/office/drawing/2014/main" val="514864999"/>
                  </a:ext>
                </a:extLst>
              </a:tr>
              <a:tr h="370840">
                <a:tc>
                  <a:txBody>
                    <a:bodyPr/>
                    <a:lstStyle/>
                    <a:p>
                      <a:r>
                        <a:rPr lang="es-MX" dirty="0"/>
                        <a:t>4</a:t>
                      </a:r>
                    </a:p>
                  </a:txBody>
                  <a:tcPr/>
                </a:tc>
                <a:tc>
                  <a:txBody>
                    <a:bodyPr/>
                    <a:lstStyle/>
                    <a:p>
                      <a:r>
                        <a:rPr lang="es-MX" dirty="0"/>
                        <a:t>Ana</a:t>
                      </a:r>
                    </a:p>
                  </a:txBody>
                  <a:tcPr/>
                </a:tc>
                <a:tc>
                  <a:txBody>
                    <a:bodyPr/>
                    <a:lstStyle/>
                    <a:p>
                      <a:r>
                        <a:rPr lang="es-MX" dirty="0"/>
                        <a:t>103</a:t>
                      </a:r>
                    </a:p>
                  </a:txBody>
                  <a:tcPr/>
                </a:tc>
                <a:extLst>
                  <a:ext uri="{0D108BD9-81ED-4DB2-BD59-A6C34878D82A}">
                    <a16:rowId xmlns:a16="http://schemas.microsoft.com/office/drawing/2014/main" val="2062987991"/>
                  </a:ext>
                </a:extLst>
              </a:tr>
            </a:tbl>
          </a:graphicData>
        </a:graphic>
      </p:graphicFrame>
      <p:sp>
        <p:nvSpPr>
          <p:cNvPr id="3" name="Título 1">
            <a:extLst>
              <a:ext uri="{FF2B5EF4-FFF2-40B4-BE49-F238E27FC236}">
                <a16:creationId xmlns:a16="http://schemas.microsoft.com/office/drawing/2014/main" id="{26954B5D-25D6-9D82-9CAE-651C77BA24FF}"/>
              </a:ext>
            </a:extLst>
          </p:cNvPr>
          <p:cNvSpPr txBox="1">
            <a:spLocks/>
          </p:cNvSpPr>
          <p:nvPr/>
        </p:nvSpPr>
        <p:spPr>
          <a:xfrm>
            <a:off x="393461" y="413980"/>
            <a:ext cx="172794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EMPLEADOS (E)</a:t>
            </a:r>
            <a:endParaRPr lang="en-US" sz="1800" dirty="0"/>
          </a:p>
        </p:txBody>
      </p:sp>
      <p:sp>
        <p:nvSpPr>
          <p:cNvPr id="4" name="Título 1">
            <a:extLst>
              <a:ext uri="{FF2B5EF4-FFF2-40B4-BE49-F238E27FC236}">
                <a16:creationId xmlns:a16="http://schemas.microsoft.com/office/drawing/2014/main" id="{F741BA0A-8FC8-40E5-8CF1-6FF5980494B8}"/>
              </a:ext>
            </a:extLst>
          </p:cNvPr>
          <p:cNvSpPr txBox="1">
            <a:spLocks/>
          </p:cNvSpPr>
          <p:nvPr/>
        </p:nvSpPr>
        <p:spPr>
          <a:xfrm>
            <a:off x="262664" y="2880811"/>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err="1"/>
              <a:t>dEPARTAMENTO</a:t>
            </a:r>
            <a:r>
              <a:rPr lang="es-ES" sz="1800" dirty="0"/>
              <a:t> (D)</a:t>
            </a:r>
            <a:endParaRPr lang="en-US" sz="1800" dirty="0"/>
          </a:p>
        </p:txBody>
      </p:sp>
      <p:graphicFrame>
        <p:nvGraphicFramePr>
          <p:cNvPr id="6" name="Tabla 5">
            <a:extLst>
              <a:ext uri="{FF2B5EF4-FFF2-40B4-BE49-F238E27FC236}">
                <a16:creationId xmlns:a16="http://schemas.microsoft.com/office/drawing/2014/main" id="{FA8FCA92-035D-2A6C-C866-774A4A7A02C4}"/>
              </a:ext>
            </a:extLst>
          </p:cNvPr>
          <p:cNvGraphicFramePr>
            <a:graphicFrameLocks noGrp="1"/>
          </p:cNvGraphicFramePr>
          <p:nvPr/>
        </p:nvGraphicFramePr>
        <p:xfrm>
          <a:off x="363248" y="3459834"/>
          <a:ext cx="5074652" cy="148336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err="1"/>
                        <a:t>Id_empleo</a:t>
                      </a:r>
                      <a:endParaRPr lang="es-MX" dirty="0"/>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101</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102</a:t>
                      </a:r>
                    </a:p>
                  </a:txBody>
                  <a:tcPr/>
                </a:tc>
                <a:tc>
                  <a:txBody>
                    <a:bodyPr/>
                    <a:lstStyle/>
                    <a:p>
                      <a:r>
                        <a:rPr lang="es-MX" dirty="0"/>
                        <a:t>Marketing</a:t>
                      </a:r>
                    </a:p>
                  </a:txBody>
                  <a:tcPr/>
                </a:tc>
                <a:extLst>
                  <a:ext uri="{0D108BD9-81ED-4DB2-BD59-A6C34878D82A}">
                    <a16:rowId xmlns:a16="http://schemas.microsoft.com/office/drawing/2014/main" val="62875011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103</a:t>
                      </a:r>
                    </a:p>
                  </a:txBody>
                  <a:tcPr/>
                </a:tc>
                <a:tc>
                  <a:txBody>
                    <a:bodyPr/>
                    <a:lstStyle/>
                    <a:p>
                      <a:r>
                        <a:rPr lang="es-MX" dirty="0"/>
                        <a:t>Recursos humanos</a:t>
                      </a:r>
                    </a:p>
                  </a:txBody>
                  <a:tcPr/>
                </a:tc>
                <a:extLst>
                  <a:ext uri="{0D108BD9-81ED-4DB2-BD59-A6C34878D82A}">
                    <a16:rowId xmlns:a16="http://schemas.microsoft.com/office/drawing/2014/main" val="514864999"/>
                  </a:ext>
                </a:extLst>
              </a:tr>
            </a:tbl>
          </a:graphicData>
        </a:graphic>
      </p:graphicFrame>
      <p:sp>
        <p:nvSpPr>
          <p:cNvPr id="9" name="Título 1">
            <a:extLst>
              <a:ext uri="{FF2B5EF4-FFF2-40B4-BE49-F238E27FC236}">
                <a16:creationId xmlns:a16="http://schemas.microsoft.com/office/drawing/2014/main" id="{17B54532-9CFE-F2B5-EC07-4BB63FC86DF6}"/>
              </a:ext>
            </a:extLst>
          </p:cNvPr>
          <p:cNvSpPr txBox="1">
            <a:spLocks/>
          </p:cNvSpPr>
          <p:nvPr/>
        </p:nvSpPr>
        <p:spPr>
          <a:xfrm>
            <a:off x="6119713" y="3793457"/>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LEFT JOIN</a:t>
            </a:r>
          </a:p>
        </p:txBody>
      </p:sp>
      <p:graphicFrame>
        <p:nvGraphicFramePr>
          <p:cNvPr id="18" name="Tabla 17">
            <a:extLst>
              <a:ext uri="{FF2B5EF4-FFF2-40B4-BE49-F238E27FC236}">
                <a16:creationId xmlns:a16="http://schemas.microsoft.com/office/drawing/2014/main" id="{85FA5EBD-A9FF-C021-D3C8-7E7E5C0CE187}"/>
              </a:ext>
            </a:extLst>
          </p:cNvPr>
          <p:cNvGraphicFramePr>
            <a:graphicFrameLocks noGrp="1"/>
          </p:cNvGraphicFramePr>
          <p:nvPr>
            <p:extLst>
              <p:ext uri="{D42A27DB-BD31-4B8C-83A1-F6EECF244321}">
                <p14:modId xmlns:p14="http://schemas.microsoft.com/office/powerpoint/2010/main" val="3827468911"/>
              </p:ext>
            </p:extLst>
          </p:nvPr>
        </p:nvGraphicFramePr>
        <p:xfrm>
          <a:off x="6238738" y="4349766"/>
          <a:ext cx="5074652" cy="184404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a:t>Nombre</a:t>
                      </a:r>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Juan</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María</a:t>
                      </a:r>
                    </a:p>
                  </a:txBody>
                  <a:tcPr/>
                </a:tc>
                <a:tc>
                  <a:txBody>
                    <a:bodyPr/>
                    <a:lstStyle/>
                    <a:p>
                      <a:r>
                        <a:rPr lang="es-MX" dirty="0"/>
                        <a:t>Marketing</a:t>
                      </a:r>
                    </a:p>
                  </a:txBody>
                  <a:tcPr/>
                </a:tc>
                <a:extLst>
                  <a:ext uri="{0D108BD9-81ED-4DB2-BD59-A6C34878D82A}">
                    <a16:rowId xmlns:a16="http://schemas.microsoft.com/office/drawing/2014/main" val="628750115"/>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Pedro</a:t>
                      </a:r>
                    </a:p>
                  </a:txBody>
                  <a:tcPr/>
                </a:tc>
                <a:tc>
                  <a:txBody>
                    <a:bodyPr/>
                    <a:lstStyle/>
                    <a:p>
                      <a:r>
                        <a:rPr lang="es-MX" dirty="0" err="1"/>
                        <a:t>null</a:t>
                      </a:r>
                      <a:endParaRPr lang="es-MX" dirty="0"/>
                    </a:p>
                  </a:txBody>
                  <a:tcPr/>
                </a:tc>
                <a:extLst>
                  <a:ext uri="{0D108BD9-81ED-4DB2-BD59-A6C34878D82A}">
                    <a16:rowId xmlns:a16="http://schemas.microsoft.com/office/drawing/2014/main" val="514864999"/>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Ana</a:t>
                      </a:r>
                    </a:p>
                  </a:txBody>
                  <a:tcPr/>
                </a:tc>
                <a:tc>
                  <a:txBody>
                    <a:bodyPr/>
                    <a:lstStyle/>
                    <a:p>
                      <a:r>
                        <a:rPr lang="es-MX" dirty="0"/>
                        <a:t>Recursos Humanos</a:t>
                      </a:r>
                    </a:p>
                  </a:txBody>
                  <a:tcPr/>
                </a:tc>
                <a:extLst>
                  <a:ext uri="{0D108BD9-81ED-4DB2-BD59-A6C34878D82A}">
                    <a16:rowId xmlns:a16="http://schemas.microsoft.com/office/drawing/2014/main" val="2569552315"/>
                  </a:ext>
                </a:extLst>
              </a:tr>
            </a:tbl>
          </a:graphicData>
        </a:graphic>
      </p:graphicFrame>
      <p:pic>
        <p:nvPicPr>
          <p:cNvPr id="11" name="Imagen 10">
            <a:extLst>
              <a:ext uri="{FF2B5EF4-FFF2-40B4-BE49-F238E27FC236}">
                <a16:creationId xmlns:a16="http://schemas.microsoft.com/office/drawing/2014/main" id="{00F31283-1FDB-244A-700B-EA0979A1A4D7}"/>
              </a:ext>
            </a:extLst>
          </p:cNvPr>
          <p:cNvPicPr>
            <a:picLocks noChangeAspect="1"/>
          </p:cNvPicPr>
          <p:nvPr/>
        </p:nvPicPr>
        <p:blipFill>
          <a:blip r:embed="rId2"/>
          <a:srcRect t="4966" b="9254"/>
          <a:stretch/>
        </p:blipFill>
        <p:spPr>
          <a:xfrm>
            <a:off x="6096000" y="2286479"/>
            <a:ext cx="3858991" cy="1188663"/>
          </a:xfrm>
          <a:prstGeom prst="rect">
            <a:avLst/>
          </a:prstGeom>
        </p:spPr>
      </p:pic>
      <p:pic>
        <p:nvPicPr>
          <p:cNvPr id="8" name="Imagen 7">
            <a:extLst>
              <a:ext uri="{FF2B5EF4-FFF2-40B4-BE49-F238E27FC236}">
                <a16:creationId xmlns:a16="http://schemas.microsoft.com/office/drawing/2014/main" id="{9EFA7E06-ED88-A448-0FB8-A9B6A5A415A5}"/>
              </a:ext>
            </a:extLst>
          </p:cNvPr>
          <p:cNvPicPr>
            <a:picLocks noChangeAspect="1"/>
          </p:cNvPicPr>
          <p:nvPr/>
        </p:nvPicPr>
        <p:blipFill>
          <a:blip r:embed="rId3"/>
          <a:stretch>
            <a:fillRect/>
          </a:stretch>
        </p:blipFill>
        <p:spPr>
          <a:xfrm>
            <a:off x="3089522" y="5378244"/>
            <a:ext cx="1654971" cy="1333171"/>
          </a:xfrm>
          <a:prstGeom prst="rect">
            <a:avLst/>
          </a:prstGeom>
        </p:spPr>
      </p:pic>
      <p:cxnSp>
        <p:nvCxnSpPr>
          <p:cNvPr id="7" name="Conector recto 6">
            <a:extLst>
              <a:ext uri="{FF2B5EF4-FFF2-40B4-BE49-F238E27FC236}">
                <a16:creationId xmlns:a16="http://schemas.microsoft.com/office/drawing/2014/main" id="{F1037F4C-1F65-688A-FD0E-2E0155C49475}"/>
              </a:ext>
            </a:extLst>
          </p:cNvPr>
          <p:cNvCxnSpPr>
            <a:cxnSpLocks/>
          </p:cNvCxnSpPr>
          <p:nvPr/>
        </p:nvCxnSpPr>
        <p:spPr>
          <a:xfrm>
            <a:off x="0" y="434663"/>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C59BC265-F3AA-1C9E-A1D9-880BFC15112C}"/>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B1579ED4-8514-F07C-82FB-14A9CEC55BB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349472"/>
            <a:ext cx="896086" cy="508528"/>
          </a:xfrm>
          <a:prstGeom prst="rect">
            <a:avLst/>
          </a:prstGeom>
          <a:noFill/>
        </p:spPr>
      </p:pic>
    </p:spTree>
    <p:extLst>
      <p:ext uri="{BB962C8B-B14F-4D97-AF65-F5344CB8AC3E}">
        <p14:creationId xmlns:p14="http://schemas.microsoft.com/office/powerpoint/2010/main" val="342924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C4C44-ED48-6E40-7457-CE3FA3D39EAD}"/>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087625A1-EF4A-4E06-CAC5-7012E68C9749}"/>
              </a:ext>
            </a:extLst>
          </p:cNvPr>
          <p:cNvSpPr txBox="1">
            <a:spLocks/>
          </p:cNvSpPr>
          <p:nvPr/>
        </p:nvSpPr>
        <p:spPr>
          <a:xfrm>
            <a:off x="4393291" y="5734"/>
            <a:ext cx="2341719"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2800" b="1" dirty="0"/>
              <a:t>RIGHT</a:t>
            </a:r>
            <a:r>
              <a:rPr lang="es-MX" b="1" dirty="0"/>
              <a:t> JOIN</a:t>
            </a:r>
            <a:endParaRPr lang="en-US" b="1" dirty="0"/>
          </a:p>
        </p:txBody>
      </p:sp>
      <p:sp>
        <p:nvSpPr>
          <p:cNvPr id="5" name="CuadroTexto 4">
            <a:extLst>
              <a:ext uri="{FF2B5EF4-FFF2-40B4-BE49-F238E27FC236}">
                <a16:creationId xmlns:a16="http://schemas.microsoft.com/office/drawing/2014/main" id="{28DC7335-62E5-9B40-FCA2-63B58018E51B}"/>
              </a:ext>
            </a:extLst>
          </p:cNvPr>
          <p:cNvSpPr txBox="1"/>
          <p:nvPr/>
        </p:nvSpPr>
        <p:spPr>
          <a:xfrm>
            <a:off x="6096000" y="781311"/>
            <a:ext cx="6033298" cy="1323439"/>
          </a:xfrm>
          <a:prstGeom prst="rect">
            <a:avLst/>
          </a:prstGeom>
          <a:noFill/>
        </p:spPr>
        <p:txBody>
          <a:bodyPr wrap="square">
            <a:spAutoFit/>
          </a:bodyPr>
          <a:lstStyle/>
          <a:p>
            <a:r>
              <a:rPr lang="es-MX" sz="1600" dirty="0"/>
              <a:t>Es similar al </a:t>
            </a:r>
            <a:r>
              <a:rPr lang="es-MX" sz="1600" b="1" dirty="0"/>
              <a:t>LEFT JOIN</a:t>
            </a:r>
            <a:r>
              <a:rPr lang="es-MX" sz="1600" dirty="0"/>
              <a:t>, pero con la diferencia de que garantiza que todos los registros de la tabla de la derecha </a:t>
            </a:r>
            <a:r>
              <a:rPr lang="es-MX" sz="1600" b="1" dirty="0"/>
              <a:t>(DEPARTAMENTO</a:t>
            </a:r>
            <a:r>
              <a:rPr lang="es-MX" sz="1600" dirty="0"/>
              <a:t>), aparezca en el resultado, incluso si no hay coincidencia en la tabla de la izquierda</a:t>
            </a:r>
            <a:r>
              <a:rPr lang="es-MX" sz="1600" b="1" dirty="0"/>
              <a:t>(EMPLEADOS). </a:t>
            </a:r>
            <a:r>
              <a:rPr lang="es-MX" sz="1600" dirty="0"/>
              <a:t>Si no hay coincidencia, las columnas de la tabla izquierda</a:t>
            </a:r>
            <a:r>
              <a:rPr lang="es-MX" sz="1600" b="1" dirty="0"/>
              <a:t>(EMPLEADOS) </a:t>
            </a:r>
            <a:r>
              <a:rPr lang="es-MX" sz="1600" dirty="0"/>
              <a:t>tendrá valores </a:t>
            </a:r>
            <a:r>
              <a:rPr lang="es-MX" sz="1600" b="1" dirty="0"/>
              <a:t>NULL</a:t>
            </a:r>
          </a:p>
        </p:txBody>
      </p:sp>
      <p:graphicFrame>
        <p:nvGraphicFramePr>
          <p:cNvPr id="2" name="Tabla 1">
            <a:extLst>
              <a:ext uri="{FF2B5EF4-FFF2-40B4-BE49-F238E27FC236}">
                <a16:creationId xmlns:a16="http://schemas.microsoft.com/office/drawing/2014/main" id="{2DA4E01F-8DA8-5E3C-06E0-A0F453A581EB}"/>
              </a:ext>
            </a:extLst>
          </p:cNvPr>
          <p:cNvGraphicFramePr>
            <a:graphicFrameLocks noGrp="1"/>
          </p:cNvGraphicFramePr>
          <p:nvPr/>
        </p:nvGraphicFramePr>
        <p:xfrm>
          <a:off x="363248" y="929358"/>
          <a:ext cx="5200903" cy="1854200"/>
        </p:xfrm>
        <a:graphic>
          <a:graphicData uri="http://schemas.openxmlformats.org/drawingml/2006/table">
            <a:tbl>
              <a:tblPr firstRow="1" bandRow="1">
                <a:tableStyleId>{5C22544A-7EE6-4342-B048-85BDC9FD1C3A}</a:tableStyleId>
              </a:tblPr>
              <a:tblGrid>
                <a:gridCol w="1625599">
                  <a:extLst>
                    <a:ext uri="{9D8B030D-6E8A-4147-A177-3AD203B41FA5}">
                      <a16:colId xmlns:a16="http://schemas.microsoft.com/office/drawing/2014/main" val="2006368430"/>
                    </a:ext>
                  </a:extLst>
                </a:gridCol>
                <a:gridCol w="1408176">
                  <a:extLst>
                    <a:ext uri="{9D8B030D-6E8A-4147-A177-3AD203B41FA5}">
                      <a16:colId xmlns:a16="http://schemas.microsoft.com/office/drawing/2014/main" val="1766761738"/>
                    </a:ext>
                  </a:extLst>
                </a:gridCol>
                <a:gridCol w="2167128">
                  <a:extLst>
                    <a:ext uri="{9D8B030D-6E8A-4147-A177-3AD203B41FA5}">
                      <a16:colId xmlns:a16="http://schemas.microsoft.com/office/drawing/2014/main" val="1165770765"/>
                    </a:ext>
                  </a:extLst>
                </a:gridCol>
              </a:tblGrid>
              <a:tr h="370840">
                <a:tc>
                  <a:txBody>
                    <a:bodyPr/>
                    <a:lstStyle/>
                    <a:p>
                      <a:r>
                        <a:rPr lang="es-MX" dirty="0" err="1"/>
                        <a:t>Id_empleo</a:t>
                      </a:r>
                      <a:endParaRPr lang="es-MX" dirty="0"/>
                    </a:p>
                  </a:txBody>
                  <a:tcPr/>
                </a:tc>
                <a:tc>
                  <a:txBody>
                    <a:bodyPr/>
                    <a:lstStyle/>
                    <a:p>
                      <a:r>
                        <a:rPr lang="es-MX" dirty="0"/>
                        <a:t>nombre</a:t>
                      </a:r>
                    </a:p>
                  </a:txBody>
                  <a:tcPr/>
                </a:tc>
                <a:tc>
                  <a:txBody>
                    <a:bodyPr/>
                    <a:lstStyle/>
                    <a:p>
                      <a:r>
                        <a:rPr lang="es-MX" dirty="0" err="1"/>
                        <a:t>Id_departamento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a:t>
                      </a:r>
                    </a:p>
                  </a:txBody>
                  <a:tcPr/>
                </a:tc>
                <a:tc>
                  <a:txBody>
                    <a:bodyPr/>
                    <a:lstStyle/>
                    <a:p>
                      <a:r>
                        <a:rPr lang="es-MX" dirty="0"/>
                        <a:t>Juan</a:t>
                      </a:r>
                    </a:p>
                  </a:txBody>
                  <a:tcPr/>
                </a:tc>
                <a:tc>
                  <a:txBody>
                    <a:bodyPr/>
                    <a:lstStyle/>
                    <a:p>
                      <a:r>
                        <a:rPr lang="es-MX" dirty="0"/>
                        <a:t>101</a:t>
                      </a:r>
                    </a:p>
                  </a:txBody>
                  <a:tcPr/>
                </a:tc>
                <a:extLst>
                  <a:ext uri="{0D108BD9-81ED-4DB2-BD59-A6C34878D82A}">
                    <a16:rowId xmlns:a16="http://schemas.microsoft.com/office/drawing/2014/main" val="2614181295"/>
                  </a:ext>
                </a:extLst>
              </a:tr>
              <a:tr h="370840">
                <a:tc>
                  <a:txBody>
                    <a:bodyPr/>
                    <a:lstStyle/>
                    <a:p>
                      <a:r>
                        <a:rPr lang="es-MX" dirty="0"/>
                        <a:t>2</a:t>
                      </a:r>
                    </a:p>
                  </a:txBody>
                  <a:tcPr/>
                </a:tc>
                <a:tc>
                  <a:txBody>
                    <a:bodyPr/>
                    <a:lstStyle/>
                    <a:p>
                      <a:r>
                        <a:rPr lang="es-MX" dirty="0"/>
                        <a:t>María</a:t>
                      </a:r>
                    </a:p>
                  </a:txBody>
                  <a:tcPr/>
                </a:tc>
                <a:tc>
                  <a:txBody>
                    <a:bodyPr/>
                    <a:lstStyle/>
                    <a:p>
                      <a:r>
                        <a:rPr lang="es-MX" dirty="0"/>
                        <a:t>102</a:t>
                      </a:r>
                    </a:p>
                  </a:txBody>
                  <a:tcPr/>
                </a:tc>
                <a:extLst>
                  <a:ext uri="{0D108BD9-81ED-4DB2-BD59-A6C34878D82A}">
                    <a16:rowId xmlns:a16="http://schemas.microsoft.com/office/drawing/2014/main" val="628750115"/>
                  </a:ext>
                </a:extLst>
              </a:tr>
              <a:tr h="370840">
                <a:tc>
                  <a:txBody>
                    <a:bodyPr/>
                    <a:lstStyle/>
                    <a:p>
                      <a:r>
                        <a:rPr lang="es-MX" dirty="0"/>
                        <a:t>3</a:t>
                      </a:r>
                    </a:p>
                  </a:txBody>
                  <a:tcPr/>
                </a:tc>
                <a:tc>
                  <a:txBody>
                    <a:bodyPr/>
                    <a:lstStyle/>
                    <a:p>
                      <a:r>
                        <a:rPr lang="es-MX" dirty="0"/>
                        <a:t>Pedro</a:t>
                      </a:r>
                    </a:p>
                  </a:txBody>
                  <a:tcPr/>
                </a:tc>
                <a:tc>
                  <a:txBody>
                    <a:bodyPr/>
                    <a:lstStyle/>
                    <a:p>
                      <a:r>
                        <a:rPr lang="es-MX" dirty="0" err="1"/>
                        <a:t>null</a:t>
                      </a:r>
                      <a:endParaRPr lang="es-MX" dirty="0"/>
                    </a:p>
                  </a:txBody>
                  <a:tcPr/>
                </a:tc>
                <a:extLst>
                  <a:ext uri="{0D108BD9-81ED-4DB2-BD59-A6C34878D82A}">
                    <a16:rowId xmlns:a16="http://schemas.microsoft.com/office/drawing/2014/main" val="514864999"/>
                  </a:ext>
                </a:extLst>
              </a:tr>
              <a:tr h="370840">
                <a:tc>
                  <a:txBody>
                    <a:bodyPr/>
                    <a:lstStyle/>
                    <a:p>
                      <a:r>
                        <a:rPr lang="es-MX" dirty="0"/>
                        <a:t>4</a:t>
                      </a:r>
                    </a:p>
                  </a:txBody>
                  <a:tcPr/>
                </a:tc>
                <a:tc>
                  <a:txBody>
                    <a:bodyPr/>
                    <a:lstStyle/>
                    <a:p>
                      <a:r>
                        <a:rPr lang="es-MX" dirty="0"/>
                        <a:t>Ana</a:t>
                      </a:r>
                    </a:p>
                  </a:txBody>
                  <a:tcPr/>
                </a:tc>
                <a:tc>
                  <a:txBody>
                    <a:bodyPr/>
                    <a:lstStyle/>
                    <a:p>
                      <a:r>
                        <a:rPr lang="es-MX" dirty="0"/>
                        <a:t>103</a:t>
                      </a:r>
                    </a:p>
                  </a:txBody>
                  <a:tcPr/>
                </a:tc>
                <a:extLst>
                  <a:ext uri="{0D108BD9-81ED-4DB2-BD59-A6C34878D82A}">
                    <a16:rowId xmlns:a16="http://schemas.microsoft.com/office/drawing/2014/main" val="2062987991"/>
                  </a:ext>
                </a:extLst>
              </a:tr>
            </a:tbl>
          </a:graphicData>
        </a:graphic>
      </p:graphicFrame>
      <p:sp>
        <p:nvSpPr>
          <p:cNvPr id="3" name="Título 1">
            <a:extLst>
              <a:ext uri="{FF2B5EF4-FFF2-40B4-BE49-F238E27FC236}">
                <a16:creationId xmlns:a16="http://schemas.microsoft.com/office/drawing/2014/main" id="{E99A11C3-A9D8-FD41-A9B6-C0C696E576F3}"/>
              </a:ext>
            </a:extLst>
          </p:cNvPr>
          <p:cNvSpPr txBox="1">
            <a:spLocks/>
          </p:cNvSpPr>
          <p:nvPr/>
        </p:nvSpPr>
        <p:spPr>
          <a:xfrm>
            <a:off x="393461" y="413980"/>
            <a:ext cx="172794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EMPLEADOS (E)</a:t>
            </a:r>
            <a:endParaRPr lang="en-US" sz="1800" dirty="0"/>
          </a:p>
        </p:txBody>
      </p:sp>
      <p:sp>
        <p:nvSpPr>
          <p:cNvPr id="4" name="Título 1">
            <a:extLst>
              <a:ext uri="{FF2B5EF4-FFF2-40B4-BE49-F238E27FC236}">
                <a16:creationId xmlns:a16="http://schemas.microsoft.com/office/drawing/2014/main" id="{EE5F9307-C941-9E25-1396-852CDA2A8076}"/>
              </a:ext>
            </a:extLst>
          </p:cNvPr>
          <p:cNvSpPr txBox="1">
            <a:spLocks/>
          </p:cNvSpPr>
          <p:nvPr/>
        </p:nvSpPr>
        <p:spPr>
          <a:xfrm>
            <a:off x="262664" y="2880811"/>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err="1"/>
              <a:t>dEPARTAMENTO</a:t>
            </a:r>
            <a:r>
              <a:rPr lang="es-ES" sz="1800" dirty="0"/>
              <a:t> (D)</a:t>
            </a:r>
            <a:endParaRPr lang="en-US" sz="1800" dirty="0"/>
          </a:p>
        </p:txBody>
      </p:sp>
      <p:graphicFrame>
        <p:nvGraphicFramePr>
          <p:cNvPr id="6" name="Tabla 5">
            <a:extLst>
              <a:ext uri="{FF2B5EF4-FFF2-40B4-BE49-F238E27FC236}">
                <a16:creationId xmlns:a16="http://schemas.microsoft.com/office/drawing/2014/main" id="{39EFA98F-DC06-7AF6-9D1B-7C9AD73DEDF6}"/>
              </a:ext>
            </a:extLst>
          </p:cNvPr>
          <p:cNvGraphicFramePr>
            <a:graphicFrameLocks noGrp="1"/>
          </p:cNvGraphicFramePr>
          <p:nvPr>
            <p:extLst>
              <p:ext uri="{D42A27DB-BD31-4B8C-83A1-F6EECF244321}">
                <p14:modId xmlns:p14="http://schemas.microsoft.com/office/powerpoint/2010/main" val="3133704057"/>
              </p:ext>
            </p:extLst>
          </p:nvPr>
        </p:nvGraphicFramePr>
        <p:xfrm>
          <a:off x="363248" y="3459834"/>
          <a:ext cx="5074652" cy="185420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err="1"/>
                        <a:t>Id_empleo</a:t>
                      </a:r>
                      <a:endParaRPr lang="es-MX" dirty="0"/>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101</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102</a:t>
                      </a:r>
                    </a:p>
                  </a:txBody>
                  <a:tcPr/>
                </a:tc>
                <a:tc>
                  <a:txBody>
                    <a:bodyPr/>
                    <a:lstStyle/>
                    <a:p>
                      <a:r>
                        <a:rPr lang="es-MX" dirty="0"/>
                        <a:t>Marketing</a:t>
                      </a:r>
                    </a:p>
                  </a:txBody>
                  <a:tcPr/>
                </a:tc>
                <a:extLst>
                  <a:ext uri="{0D108BD9-81ED-4DB2-BD59-A6C34878D82A}">
                    <a16:rowId xmlns:a16="http://schemas.microsoft.com/office/drawing/2014/main" val="62875011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103</a:t>
                      </a:r>
                    </a:p>
                  </a:txBody>
                  <a:tcPr/>
                </a:tc>
                <a:tc>
                  <a:txBody>
                    <a:bodyPr/>
                    <a:lstStyle/>
                    <a:p>
                      <a:r>
                        <a:rPr lang="es-MX" dirty="0"/>
                        <a:t>Recursos humanos</a:t>
                      </a:r>
                    </a:p>
                  </a:txBody>
                  <a:tcPr/>
                </a:tc>
                <a:extLst>
                  <a:ext uri="{0D108BD9-81ED-4DB2-BD59-A6C34878D82A}">
                    <a16:rowId xmlns:a16="http://schemas.microsoft.com/office/drawing/2014/main" val="51486499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104</a:t>
                      </a:r>
                    </a:p>
                  </a:txBody>
                  <a:tcPr/>
                </a:tc>
                <a:tc>
                  <a:txBody>
                    <a:bodyPr/>
                    <a:lstStyle/>
                    <a:p>
                      <a:r>
                        <a:rPr lang="es-MX" dirty="0"/>
                        <a:t>IT</a:t>
                      </a:r>
                    </a:p>
                  </a:txBody>
                  <a:tcPr/>
                </a:tc>
                <a:extLst>
                  <a:ext uri="{0D108BD9-81ED-4DB2-BD59-A6C34878D82A}">
                    <a16:rowId xmlns:a16="http://schemas.microsoft.com/office/drawing/2014/main" val="3592070235"/>
                  </a:ext>
                </a:extLst>
              </a:tr>
            </a:tbl>
          </a:graphicData>
        </a:graphic>
      </p:graphicFrame>
      <p:sp>
        <p:nvSpPr>
          <p:cNvPr id="9" name="Título 1">
            <a:extLst>
              <a:ext uri="{FF2B5EF4-FFF2-40B4-BE49-F238E27FC236}">
                <a16:creationId xmlns:a16="http://schemas.microsoft.com/office/drawing/2014/main" id="{82C8374E-BCD1-2E8C-C537-66D0F52B59DC}"/>
              </a:ext>
            </a:extLst>
          </p:cNvPr>
          <p:cNvSpPr txBox="1">
            <a:spLocks/>
          </p:cNvSpPr>
          <p:nvPr/>
        </p:nvSpPr>
        <p:spPr>
          <a:xfrm>
            <a:off x="6126172" y="3892239"/>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RIGHT JOIN</a:t>
            </a:r>
          </a:p>
        </p:txBody>
      </p:sp>
      <p:graphicFrame>
        <p:nvGraphicFramePr>
          <p:cNvPr id="18" name="Tabla 17">
            <a:extLst>
              <a:ext uri="{FF2B5EF4-FFF2-40B4-BE49-F238E27FC236}">
                <a16:creationId xmlns:a16="http://schemas.microsoft.com/office/drawing/2014/main" id="{B39B48C2-76D2-13C3-B606-155A0D643A8A}"/>
              </a:ext>
            </a:extLst>
          </p:cNvPr>
          <p:cNvGraphicFramePr>
            <a:graphicFrameLocks noGrp="1"/>
          </p:cNvGraphicFramePr>
          <p:nvPr>
            <p:extLst>
              <p:ext uri="{D42A27DB-BD31-4B8C-83A1-F6EECF244321}">
                <p14:modId xmlns:p14="http://schemas.microsoft.com/office/powerpoint/2010/main" val="3083235914"/>
              </p:ext>
            </p:extLst>
          </p:nvPr>
        </p:nvGraphicFramePr>
        <p:xfrm>
          <a:off x="6238738" y="4615735"/>
          <a:ext cx="5074652" cy="184404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a:t>Nombre</a:t>
                      </a:r>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Juan</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María</a:t>
                      </a:r>
                    </a:p>
                  </a:txBody>
                  <a:tcPr/>
                </a:tc>
                <a:tc>
                  <a:txBody>
                    <a:bodyPr/>
                    <a:lstStyle/>
                    <a:p>
                      <a:r>
                        <a:rPr lang="es-MX" dirty="0"/>
                        <a:t>Marketing</a:t>
                      </a:r>
                    </a:p>
                  </a:txBody>
                  <a:tcPr/>
                </a:tc>
                <a:extLst>
                  <a:ext uri="{0D108BD9-81ED-4DB2-BD59-A6C34878D82A}">
                    <a16:rowId xmlns:a16="http://schemas.microsoft.com/office/drawing/2014/main" val="628750115"/>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Ana</a:t>
                      </a:r>
                    </a:p>
                  </a:txBody>
                  <a:tcPr/>
                </a:tc>
                <a:tc>
                  <a:txBody>
                    <a:bodyPr/>
                    <a:lstStyle/>
                    <a:p>
                      <a:r>
                        <a:rPr lang="es-MX" dirty="0"/>
                        <a:t>Recursos Humanos</a:t>
                      </a:r>
                    </a:p>
                  </a:txBody>
                  <a:tcPr/>
                </a:tc>
                <a:extLst>
                  <a:ext uri="{0D108BD9-81ED-4DB2-BD59-A6C34878D82A}">
                    <a16:rowId xmlns:a16="http://schemas.microsoft.com/office/drawing/2014/main" val="2569552315"/>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NULL</a:t>
                      </a:r>
                    </a:p>
                  </a:txBody>
                  <a:tcPr/>
                </a:tc>
                <a:tc>
                  <a:txBody>
                    <a:bodyPr/>
                    <a:lstStyle/>
                    <a:p>
                      <a:r>
                        <a:rPr lang="es-MX" dirty="0"/>
                        <a:t>IT</a:t>
                      </a:r>
                    </a:p>
                  </a:txBody>
                  <a:tcPr/>
                </a:tc>
                <a:extLst>
                  <a:ext uri="{0D108BD9-81ED-4DB2-BD59-A6C34878D82A}">
                    <a16:rowId xmlns:a16="http://schemas.microsoft.com/office/drawing/2014/main" val="1836837541"/>
                  </a:ext>
                </a:extLst>
              </a:tr>
            </a:tbl>
          </a:graphicData>
        </a:graphic>
      </p:graphicFrame>
      <p:pic>
        <p:nvPicPr>
          <p:cNvPr id="8" name="Imagen 7">
            <a:extLst>
              <a:ext uri="{FF2B5EF4-FFF2-40B4-BE49-F238E27FC236}">
                <a16:creationId xmlns:a16="http://schemas.microsoft.com/office/drawing/2014/main" id="{1B9F8386-5131-2754-87D5-EF8B64E919F8}"/>
              </a:ext>
            </a:extLst>
          </p:cNvPr>
          <p:cNvPicPr>
            <a:picLocks noChangeAspect="1"/>
          </p:cNvPicPr>
          <p:nvPr/>
        </p:nvPicPr>
        <p:blipFill>
          <a:blip r:embed="rId2"/>
          <a:srcRect l="2544"/>
          <a:stretch/>
        </p:blipFill>
        <p:spPr>
          <a:xfrm>
            <a:off x="6126172" y="2311754"/>
            <a:ext cx="4142582" cy="1351684"/>
          </a:xfrm>
          <a:prstGeom prst="rect">
            <a:avLst/>
          </a:prstGeom>
        </p:spPr>
      </p:pic>
      <p:pic>
        <p:nvPicPr>
          <p:cNvPr id="11" name="Imagen 10">
            <a:extLst>
              <a:ext uri="{FF2B5EF4-FFF2-40B4-BE49-F238E27FC236}">
                <a16:creationId xmlns:a16="http://schemas.microsoft.com/office/drawing/2014/main" id="{3D651B24-3F3C-A68F-AF8F-5C7540B6D76E}"/>
              </a:ext>
            </a:extLst>
          </p:cNvPr>
          <p:cNvPicPr>
            <a:picLocks noChangeAspect="1"/>
          </p:cNvPicPr>
          <p:nvPr/>
        </p:nvPicPr>
        <p:blipFill>
          <a:blip r:embed="rId3"/>
          <a:stretch>
            <a:fillRect/>
          </a:stretch>
        </p:blipFill>
        <p:spPr>
          <a:xfrm>
            <a:off x="3404855" y="5669158"/>
            <a:ext cx="1294963" cy="1088163"/>
          </a:xfrm>
          <a:prstGeom prst="rect">
            <a:avLst/>
          </a:prstGeom>
        </p:spPr>
      </p:pic>
      <p:cxnSp>
        <p:nvCxnSpPr>
          <p:cNvPr id="7" name="Conector recto 6">
            <a:extLst>
              <a:ext uri="{FF2B5EF4-FFF2-40B4-BE49-F238E27FC236}">
                <a16:creationId xmlns:a16="http://schemas.microsoft.com/office/drawing/2014/main" id="{A3A32BBF-53EC-3825-E874-285A861C467D}"/>
              </a:ext>
            </a:extLst>
          </p:cNvPr>
          <p:cNvCxnSpPr>
            <a:cxnSpLocks/>
          </p:cNvCxnSpPr>
          <p:nvPr/>
        </p:nvCxnSpPr>
        <p:spPr>
          <a:xfrm>
            <a:off x="0" y="488921"/>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BE070B8D-BC12-B210-BA49-1DA9D229FB21}"/>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C2849211-4615-FFC6-3EB5-B77F56CD1AE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349472"/>
            <a:ext cx="896086" cy="508528"/>
          </a:xfrm>
          <a:prstGeom prst="rect">
            <a:avLst/>
          </a:prstGeom>
          <a:noFill/>
        </p:spPr>
      </p:pic>
    </p:spTree>
    <p:extLst>
      <p:ext uri="{BB962C8B-B14F-4D97-AF65-F5344CB8AC3E}">
        <p14:creationId xmlns:p14="http://schemas.microsoft.com/office/powerpoint/2010/main" val="211525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871D3-F95A-4A3D-7DB0-874906A4D8BF}"/>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E6B5FB8B-D479-3DE7-CA40-EB20D22140A4}"/>
              </a:ext>
            </a:extLst>
          </p:cNvPr>
          <p:cNvSpPr txBox="1">
            <a:spLocks/>
          </p:cNvSpPr>
          <p:nvPr/>
        </p:nvSpPr>
        <p:spPr>
          <a:xfrm>
            <a:off x="4502163" y="5734"/>
            <a:ext cx="2341719" cy="494695"/>
          </a:xfrm>
          <a:prstGeom prst="rect">
            <a:avLst/>
          </a:prstGeom>
        </p:spPr>
        <p:txBody>
          <a:bodyPr vert="horz" lIns="91440" tIns="45720" rIns="91440" bIns="45720" rtlCol="0" anchor="b">
            <a:normAutofit fontScale="97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b="1" dirty="0"/>
              <a:t>FULL</a:t>
            </a:r>
            <a:r>
              <a:rPr lang="es-MX" b="1" dirty="0"/>
              <a:t> JOIN</a:t>
            </a:r>
            <a:endParaRPr lang="en-US" b="1" dirty="0"/>
          </a:p>
        </p:txBody>
      </p:sp>
      <p:sp>
        <p:nvSpPr>
          <p:cNvPr id="5" name="CuadroTexto 4">
            <a:extLst>
              <a:ext uri="{FF2B5EF4-FFF2-40B4-BE49-F238E27FC236}">
                <a16:creationId xmlns:a16="http://schemas.microsoft.com/office/drawing/2014/main" id="{BE795C8A-02F7-0821-52DC-3C3B1E574B41}"/>
              </a:ext>
            </a:extLst>
          </p:cNvPr>
          <p:cNvSpPr txBox="1"/>
          <p:nvPr/>
        </p:nvSpPr>
        <p:spPr>
          <a:xfrm>
            <a:off x="6095999" y="779240"/>
            <a:ext cx="5782215" cy="1077218"/>
          </a:xfrm>
          <a:prstGeom prst="rect">
            <a:avLst/>
          </a:prstGeom>
          <a:noFill/>
        </p:spPr>
        <p:txBody>
          <a:bodyPr wrap="square">
            <a:spAutoFit/>
          </a:bodyPr>
          <a:lstStyle/>
          <a:p>
            <a:r>
              <a:rPr lang="es-ES" sz="1600" dirty="0"/>
              <a:t>Devuelve todos los registros de </a:t>
            </a:r>
            <a:r>
              <a:rPr lang="es-ES" sz="1600" b="1" dirty="0"/>
              <a:t>ambas tablas</a:t>
            </a:r>
            <a:r>
              <a:rPr lang="es-ES" sz="1600" dirty="0"/>
              <a:t>, ya sea que haya coincidencia o no. Si una tabla tiene registros que no coinciden con la otra, esos registros aparecerán con valores </a:t>
            </a:r>
            <a:r>
              <a:rPr lang="es-ES" sz="1600" b="1" dirty="0" err="1"/>
              <a:t>null</a:t>
            </a:r>
            <a:r>
              <a:rPr lang="es-ES" sz="1600" b="1" dirty="0"/>
              <a:t> </a:t>
            </a:r>
            <a:r>
              <a:rPr lang="es-ES" sz="1600" dirty="0"/>
              <a:t>en las columnas de la tabla que no tiene coincidencia.</a:t>
            </a:r>
            <a:endParaRPr lang="es-MX" sz="1600" b="1" dirty="0"/>
          </a:p>
        </p:txBody>
      </p:sp>
      <p:graphicFrame>
        <p:nvGraphicFramePr>
          <p:cNvPr id="2" name="Tabla 1">
            <a:extLst>
              <a:ext uri="{FF2B5EF4-FFF2-40B4-BE49-F238E27FC236}">
                <a16:creationId xmlns:a16="http://schemas.microsoft.com/office/drawing/2014/main" id="{C6FCC3B8-0813-8CCC-8EFE-C7A09B637A7B}"/>
              </a:ext>
            </a:extLst>
          </p:cNvPr>
          <p:cNvGraphicFramePr>
            <a:graphicFrameLocks noGrp="1"/>
          </p:cNvGraphicFramePr>
          <p:nvPr/>
        </p:nvGraphicFramePr>
        <p:xfrm>
          <a:off x="363248" y="929358"/>
          <a:ext cx="5200903" cy="1854200"/>
        </p:xfrm>
        <a:graphic>
          <a:graphicData uri="http://schemas.openxmlformats.org/drawingml/2006/table">
            <a:tbl>
              <a:tblPr firstRow="1" bandRow="1">
                <a:tableStyleId>{5C22544A-7EE6-4342-B048-85BDC9FD1C3A}</a:tableStyleId>
              </a:tblPr>
              <a:tblGrid>
                <a:gridCol w="1625599">
                  <a:extLst>
                    <a:ext uri="{9D8B030D-6E8A-4147-A177-3AD203B41FA5}">
                      <a16:colId xmlns:a16="http://schemas.microsoft.com/office/drawing/2014/main" val="2006368430"/>
                    </a:ext>
                  </a:extLst>
                </a:gridCol>
                <a:gridCol w="1408176">
                  <a:extLst>
                    <a:ext uri="{9D8B030D-6E8A-4147-A177-3AD203B41FA5}">
                      <a16:colId xmlns:a16="http://schemas.microsoft.com/office/drawing/2014/main" val="1766761738"/>
                    </a:ext>
                  </a:extLst>
                </a:gridCol>
                <a:gridCol w="2167128">
                  <a:extLst>
                    <a:ext uri="{9D8B030D-6E8A-4147-A177-3AD203B41FA5}">
                      <a16:colId xmlns:a16="http://schemas.microsoft.com/office/drawing/2014/main" val="1165770765"/>
                    </a:ext>
                  </a:extLst>
                </a:gridCol>
              </a:tblGrid>
              <a:tr h="370840">
                <a:tc>
                  <a:txBody>
                    <a:bodyPr/>
                    <a:lstStyle/>
                    <a:p>
                      <a:r>
                        <a:rPr lang="es-MX" dirty="0" err="1"/>
                        <a:t>Id_empleo</a:t>
                      </a:r>
                      <a:endParaRPr lang="es-MX" dirty="0"/>
                    </a:p>
                  </a:txBody>
                  <a:tcPr/>
                </a:tc>
                <a:tc>
                  <a:txBody>
                    <a:bodyPr/>
                    <a:lstStyle/>
                    <a:p>
                      <a:r>
                        <a:rPr lang="es-MX" dirty="0"/>
                        <a:t>nombre</a:t>
                      </a:r>
                    </a:p>
                  </a:txBody>
                  <a:tcPr/>
                </a:tc>
                <a:tc>
                  <a:txBody>
                    <a:bodyPr/>
                    <a:lstStyle/>
                    <a:p>
                      <a:r>
                        <a:rPr lang="es-MX" dirty="0" err="1"/>
                        <a:t>Id_departamento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a:t>
                      </a:r>
                    </a:p>
                  </a:txBody>
                  <a:tcPr/>
                </a:tc>
                <a:tc>
                  <a:txBody>
                    <a:bodyPr/>
                    <a:lstStyle/>
                    <a:p>
                      <a:r>
                        <a:rPr lang="es-MX" dirty="0"/>
                        <a:t>Juan</a:t>
                      </a:r>
                    </a:p>
                  </a:txBody>
                  <a:tcPr/>
                </a:tc>
                <a:tc>
                  <a:txBody>
                    <a:bodyPr/>
                    <a:lstStyle/>
                    <a:p>
                      <a:r>
                        <a:rPr lang="es-MX" dirty="0"/>
                        <a:t>101</a:t>
                      </a:r>
                    </a:p>
                  </a:txBody>
                  <a:tcPr/>
                </a:tc>
                <a:extLst>
                  <a:ext uri="{0D108BD9-81ED-4DB2-BD59-A6C34878D82A}">
                    <a16:rowId xmlns:a16="http://schemas.microsoft.com/office/drawing/2014/main" val="2614181295"/>
                  </a:ext>
                </a:extLst>
              </a:tr>
              <a:tr h="370840">
                <a:tc>
                  <a:txBody>
                    <a:bodyPr/>
                    <a:lstStyle/>
                    <a:p>
                      <a:r>
                        <a:rPr lang="es-MX" dirty="0"/>
                        <a:t>2</a:t>
                      </a:r>
                    </a:p>
                  </a:txBody>
                  <a:tcPr/>
                </a:tc>
                <a:tc>
                  <a:txBody>
                    <a:bodyPr/>
                    <a:lstStyle/>
                    <a:p>
                      <a:r>
                        <a:rPr lang="es-MX" dirty="0"/>
                        <a:t>María</a:t>
                      </a:r>
                    </a:p>
                  </a:txBody>
                  <a:tcPr/>
                </a:tc>
                <a:tc>
                  <a:txBody>
                    <a:bodyPr/>
                    <a:lstStyle/>
                    <a:p>
                      <a:r>
                        <a:rPr lang="es-MX" dirty="0"/>
                        <a:t>102</a:t>
                      </a:r>
                    </a:p>
                  </a:txBody>
                  <a:tcPr/>
                </a:tc>
                <a:extLst>
                  <a:ext uri="{0D108BD9-81ED-4DB2-BD59-A6C34878D82A}">
                    <a16:rowId xmlns:a16="http://schemas.microsoft.com/office/drawing/2014/main" val="628750115"/>
                  </a:ext>
                </a:extLst>
              </a:tr>
              <a:tr h="370840">
                <a:tc>
                  <a:txBody>
                    <a:bodyPr/>
                    <a:lstStyle/>
                    <a:p>
                      <a:r>
                        <a:rPr lang="es-MX" dirty="0"/>
                        <a:t>3</a:t>
                      </a:r>
                    </a:p>
                  </a:txBody>
                  <a:tcPr/>
                </a:tc>
                <a:tc>
                  <a:txBody>
                    <a:bodyPr/>
                    <a:lstStyle/>
                    <a:p>
                      <a:r>
                        <a:rPr lang="es-MX" dirty="0"/>
                        <a:t>Pedro</a:t>
                      </a:r>
                    </a:p>
                  </a:txBody>
                  <a:tcPr/>
                </a:tc>
                <a:tc>
                  <a:txBody>
                    <a:bodyPr/>
                    <a:lstStyle/>
                    <a:p>
                      <a:r>
                        <a:rPr lang="es-MX" dirty="0" err="1"/>
                        <a:t>null</a:t>
                      </a:r>
                      <a:endParaRPr lang="es-MX" dirty="0"/>
                    </a:p>
                  </a:txBody>
                  <a:tcPr/>
                </a:tc>
                <a:extLst>
                  <a:ext uri="{0D108BD9-81ED-4DB2-BD59-A6C34878D82A}">
                    <a16:rowId xmlns:a16="http://schemas.microsoft.com/office/drawing/2014/main" val="514864999"/>
                  </a:ext>
                </a:extLst>
              </a:tr>
              <a:tr h="370840">
                <a:tc>
                  <a:txBody>
                    <a:bodyPr/>
                    <a:lstStyle/>
                    <a:p>
                      <a:r>
                        <a:rPr lang="es-MX" dirty="0"/>
                        <a:t>4</a:t>
                      </a:r>
                    </a:p>
                  </a:txBody>
                  <a:tcPr/>
                </a:tc>
                <a:tc>
                  <a:txBody>
                    <a:bodyPr/>
                    <a:lstStyle/>
                    <a:p>
                      <a:r>
                        <a:rPr lang="es-MX" dirty="0"/>
                        <a:t>Ana</a:t>
                      </a:r>
                    </a:p>
                  </a:txBody>
                  <a:tcPr/>
                </a:tc>
                <a:tc>
                  <a:txBody>
                    <a:bodyPr/>
                    <a:lstStyle/>
                    <a:p>
                      <a:r>
                        <a:rPr lang="es-MX" dirty="0"/>
                        <a:t>103</a:t>
                      </a:r>
                    </a:p>
                  </a:txBody>
                  <a:tcPr/>
                </a:tc>
                <a:extLst>
                  <a:ext uri="{0D108BD9-81ED-4DB2-BD59-A6C34878D82A}">
                    <a16:rowId xmlns:a16="http://schemas.microsoft.com/office/drawing/2014/main" val="2062987991"/>
                  </a:ext>
                </a:extLst>
              </a:tr>
            </a:tbl>
          </a:graphicData>
        </a:graphic>
      </p:graphicFrame>
      <p:sp>
        <p:nvSpPr>
          <p:cNvPr id="3" name="Título 1">
            <a:extLst>
              <a:ext uri="{FF2B5EF4-FFF2-40B4-BE49-F238E27FC236}">
                <a16:creationId xmlns:a16="http://schemas.microsoft.com/office/drawing/2014/main" id="{DDE20FA5-9C83-E6EB-9EAB-9626642D88D5}"/>
              </a:ext>
            </a:extLst>
          </p:cNvPr>
          <p:cNvSpPr txBox="1">
            <a:spLocks/>
          </p:cNvSpPr>
          <p:nvPr/>
        </p:nvSpPr>
        <p:spPr>
          <a:xfrm>
            <a:off x="393461" y="413980"/>
            <a:ext cx="1727948"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a:t>EMPLEADOS (E)</a:t>
            </a:r>
            <a:endParaRPr lang="en-US" sz="1800" dirty="0"/>
          </a:p>
        </p:txBody>
      </p:sp>
      <p:sp>
        <p:nvSpPr>
          <p:cNvPr id="4" name="Título 1">
            <a:extLst>
              <a:ext uri="{FF2B5EF4-FFF2-40B4-BE49-F238E27FC236}">
                <a16:creationId xmlns:a16="http://schemas.microsoft.com/office/drawing/2014/main" id="{9B1DA416-54E2-AA45-FD07-24A75EE50392}"/>
              </a:ext>
            </a:extLst>
          </p:cNvPr>
          <p:cNvSpPr txBox="1">
            <a:spLocks/>
          </p:cNvSpPr>
          <p:nvPr/>
        </p:nvSpPr>
        <p:spPr>
          <a:xfrm>
            <a:off x="262664" y="2880811"/>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800" dirty="0" err="1"/>
              <a:t>dEPARTAMENTO</a:t>
            </a:r>
            <a:r>
              <a:rPr lang="es-ES" sz="1800" dirty="0"/>
              <a:t> (D)</a:t>
            </a:r>
            <a:endParaRPr lang="en-US" sz="1800" dirty="0"/>
          </a:p>
        </p:txBody>
      </p:sp>
      <p:graphicFrame>
        <p:nvGraphicFramePr>
          <p:cNvPr id="6" name="Tabla 5">
            <a:extLst>
              <a:ext uri="{FF2B5EF4-FFF2-40B4-BE49-F238E27FC236}">
                <a16:creationId xmlns:a16="http://schemas.microsoft.com/office/drawing/2014/main" id="{44146311-D5B9-E4D4-D8B4-5A52A0A234E8}"/>
              </a:ext>
            </a:extLst>
          </p:cNvPr>
          <p:cNvGraphicFramePr>
            <a:graphicFrameLocks noGrp="1"/>
          </p:cNvGraphicFramePr>
          <p:nvPr/>
        </p:nvGraphicFramePr>
        <p:xfrm>
          <a:off x="363248" y="3459834"/>
          <a:ext cx="5074652" cy="185420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70840">
                <a:tc>
                  <a:txBody>
                    <a:bodyPr/>
                    <a:lstStyle/>
                    <a:p>
                      <a:r>
                        <a:rPr lang="es-MX" dirty="0" err="1"/>
                        <a:t>Id_empleo</a:t>
                      </a:r>
                      <a:endParaRPr lang="es-MX" dirty="0"/>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101</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102</a:t>
                      </a:r>
                    </a:p>
                  </a:txBody>
                  <a:tcPr/>
                </a:tc>
                <a:tc>
                  <a:txBody>
                    <a:bodyPr/>
                    <a:lstStyle/>
                    <a:p>
                      <a:r>
                        <a:rPr lang="es-MX" dirty="0"/>
                        <a:t>Marketing</a:t>
                      </a:r>
                    </a:p>
                  </a:txBody>
                  <a:tcPr/>
                </a:tc>
                <a:extLst>
                  <a:ext uri="{0D108BD9-81ED-4DB2-BD59-A6C34878D82A}">
                    <a16:rowId xmlns:a16="http://schemas.microsoft.com/office/drawing/2014/main" val="62875011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103</a:t>
                      </a:r>
                    </a:p>
                  </a:txBody>
                  <a:tcPr/>
                </a:tc>
                <a:tc>
                  <a:txBody>
                    <a:bodyPr/>
                    <a:lstStyle/>
                    <a:p>
                      <a:r>
                        <a:rPr lang="es-MX" dirty="0"/>
                        <a:t>Recursos humanos</a:t>
                      </a:r>
                    </a:p>
                  </a:txBody>
                  <a:tcPr/>
                </a:tc>
                <a:extLst>
                  <a:ext uri="{0D108BD9-81ED-4DB2-BD59-A6C34878D82A}">
                    <a16:rowId xmlns:a16="http://schemas.microsoft.com/office/drawing/2014/main" val="51486499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104</a:t>
                      </a:r>
                    </a:p>
                  </a:txBody>
                  <a:tcPr/>
                </a:tc>
                <a:tc>
                  <a:txBody>
                    <a:bodyPr/>
                    <a:lstStyle/>
                    <a:p>
                      <a:r>
                        <a:rPr lang="es-MX" dirty="0"/>
                        <a:t>IT</a:t>
                      </a:r>
                    </a:p>
                  </a:txBody>
                  <a:tcPr/>
                </a:tc>
                <a:extLst>
                  <a:ext uri="{0D108BD9-81ED-4DB2-BD59-A6C34878D82A}">
                    <a16:rowId xmlns:a16="http://schemas.microsoft.com/office/drawing/2014/main" val="3592070235"/>
                  </a:ext>
                </a:extLst>
              </a:tr>
            </a:tbl>
          </a:graphicData>
        </a:graphic>
      </p:graphicFrame>
      <p:sp>
        <p:nvSpPr>
          <p:cNvPr id="9" name="Título 1">
            <a:extLst>
              <a:ext uri="{FF2B5EF4-FFF2-40B4-BE49-F238E27FC236}">
                <a16:creationId xmlns:a16="http://schemas.microsoft.com/office/drawing/2014/main" id="{EBD5BF79-2FAD-71FD-B1B5-10CE49C10971}"/>
              </a:ext>
            </a:extLst>
          </p:cNvPr>
          <p:cNvSpPr txBox="1">
            <a:spLocks/>
          </p:cNvSpPr>
          <p:nvPr/>
        </p:nvSpPr>
        <p:spPr>
          <a:xfrm>
            <a:off x="6174658" y="3600613"/>
            <a:ext cx="2341719" cy="494695"/>
          </a:xfrm>
          <a:prstGeom prst="rect">
            <a:avLst/>
          </a:prstGeom>
        </p:spPr>
        <p:txBody>
          <a:bodyPr vert="horz" lIns="91440" tIns="45720" rIns="91440" bIns="45720" rtlCol="0" anchor="b">
            <a:normAutofit fontScale="975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RIGHT JOIN</a:t>
            </a:r>
          </a:p>
        </p:txBody>
      </p:sp>
      <p:graphicFrame>
        <p:nvGraphicFramePr>
          <p:cNvPr id="18" name="Tabla 17">
            <a:extLst>
              <a:ext uri="{FF2B5EF4-FFF2-40B4-BE49-F238E27FC236}">
                <a16:creationId xmlns:a16="http://schemas.microsoft.com/office/drawing/2014/main" id="{ADF28E32-9E54-581D-B1CD-78513729149A}"/>
              </a:ext>
            </a:extLst>
          </p:cNvPr>
          <p:cNvGraphicFramePr>
            <a:graphicFrameLocks noGrp="1"/>
          </p:cNvGraphicFramePr>
          <p:nvPr>
            <p:extLst>
              <p:ext uri="{D42A27DB-BD31-4B8C-83A1-F6EECF244321}">
                <p14:modId xmlns:p14="http://schemas.microsoft.com/office/powerpoint/2010/main" val="3245860491"/>
              </p:ext>
            </p:extLst>
          </p:nvPr>
        </p:nvGraphicFramePr>
        <p:xfrm>
          <a:off x="6289277" y="4381155"/>
          <a:ext cx="5074652" cy="2209800"/>
        </p:xfrm>
        <a:graphic>
          <a:graphicData uri="http://schemas.openxmlformats.org/drawingml/2006/table">
            <a:tbl>
              <a:tblPr firstRow="1" bandRow="1">
                <a:tableStyleId>{5C22544A-7EE6-4342-B048-85BDC9FD1C3A}</a:tableStyleId>
              </a:tblPr>
              <a:tblGrid>
                <a:gridCol w="1599932">
                  <a:extLst>
                    <a:ext uri="{9D8B030D-6E8A-4147-A177-3AD203B41FA5}">
                      <a16:colId xmlns:a16="http://schemas.microsoft.com/office/drawing/2014/main" val="2006368430"/>
                    </a:ext>
                  </a:extLst>
                </a:gridCol>
                <a:gridCol w="3474720">
                  <a:extLst>
                    <a:ext uri="{9D8B030D-6E8A-4147-A177-3AD203B41FA5}">
                      <a16:colId xmlns:a16="http://schemas.microsoft.com/office/drawing/2014/main" val="1766761738"/>
                    </a:ext>
                  </a:extLst>
                </a:gridCol>
              </a:tblGrid>
              <a:tr h="343889">
                <a:tc>
                  <a:txBody>
                    <a:bodyPr/>
                    <a:lstStyle/>
                    <a:p>
                      <a:r>
                        <a:rPr lang="es-MX" dirty="0"/>
                        <a:t>Nombre</a:t>
                      </a:r>
                    </a:p>
                  </a:txBody>
                  <a:tcPr/>
                </a:tc>
                <a:tc>
                  <a:txBody>
                    <a:bodyPr/>
                    <a:lstStyle/>
                    <a:p>
                      <a:r>
                        <a:rPr lang="es-MX" dirty="0" err="1"/>
                        <a:t>Nombre_departamento</a:t>
                      </a:r>
                      <a:endParaRPr lang="es-MX" dirty="0"/>
                    </a:p>
                  </a:txBody>
                  <a:tcPr/>
                </a:tc>
                <a:extLst>
                  <a:ext uri="{0D108BD9-81ED-4DB2-BD59-A6C34878D82A}">
                    <a16:rowId xmlns:a16="http://schemas.microsoft.com/office/drawing/2014/main" val="1309986234"/>
                  </a:ext>
                </a:extLst>
              </a:tr>
              <a:tr h="370840">
                <a:tc>
                  <a:txBody>
                    <a:bodyPr/>
                    <a:lstStyle/>
                    <a:p>
                      <a:r>
                        <a:rPr lang="es-MX" dirty="0"/>
                        <a:t>Juan</a:t>
                      </a:r>
                    </a:p>
                  </a:txBody>
                  <a:tcPr/>
                </a:tc>
                <a:tc>
                  <a:txBody>
                    <a:bodyPr/>
                    <a:lstStyle/>
                    <a:p>
                      <a:r>
                        <a:rPr lang="es-MX" dirty="0"/>
                        <a:t>Ventas</a:t>
                      </a:r>
                    </a:p>
                  </a:txBody>
                  <a:tcPr/>
                </a:tc>
                <a:extLst>
                  <a:ext uri="{0D108BD9-81ED-4DB2-BD59-A6C34878D82A}">
                    <a16:rowId xmlns:a16="http://schemas.microsoft.com/office/drawing/2014/main" val="2614181295"/>
                  </a:ext>
                </a:extLst>
              </a:tr>
              <a:tr h="370840">
                <a:tc>
                  <a:txBody>
                    <a:bodyPr/>
                    <a:lstStyle/>
                    <a:p>
                      <a:r>
                        <a:rPr lang="es-MX" dirty="0"/>
                        <a:t>María</a:t>
                      </a:r>
                    </a:p>
                  </a:txBody>
                  <a:tcPr/>
                </a:tc>
                <a:tc>
                  <a:txBody>
                    <a:bodyPr/>
                    <a:lstStyle/>
                    <a:p>
                      <a:r>
                        <a:rPr lang="es-MX" dirty="0"/>
                        <a:t>Marketing</a:t>
                      </a:r>
                    </a:p>
                  </a:txBody>
                  <a:tcPr/>
                </a:tc>
                <a:extLst>
                  <a:ext uri="{0D108BD9-81ED-4DB2-BD59-A6C34878D82A}">
                    <a16:rowId xmlns:a16="http://schemas.microsoft.com/office/drawing/2014/main" val="628750115"/>
                  </a:ext>
                </a:extLst>
              </a:tr>
              <a:tr h="370840">
                <a:tc>
                  <a:txBody>
                    <a:bodyPr/>
                    <a:lstStyle/>
                    <a:p>
                      <a:r>
                        <a:rPr lang="es-MX" dirty="0"/>
                        <a:t>Pedro</a:t>
                      </a:r>
                    </a:p>
                  </a:txBody>
                  <a:tcPr/>
                </a:tc>
                <a:tc>
                  <a:txBody>
                    <a:bodyPr/>
                    <a:lstStyle/>
                    <a:p>
                      <a:r>
                        <a:rPr lang="es-MX" dirty="0"/>
                        <a:t>NULL</a:t>
                      </a:r>
                    </a:p>
                  </a:txBody>
                  <a:tcPr/>
                </a:tc>
                <a:extLst>
                  <a:ext uri="{0D108BD9-81ED-4DB2-BD59-A6C34878D82A}">
                    <a16:rowId xmlns:a16="http://schemas.microsoft.com/office/drawing/2014/main" val="1828914984"/>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Ana</a:t>
                      </a:r>
                    </a:p>
                  </a:txBody>
                  <a:tcPr/>
                </a:tc>
                <a:tc>
                  <a:txBody>
                    <a:bodyPr/>
                    <a:lstStyle/>
                    <a:p>
                      <a:r>
                        <a:rPr lang="es-MX" dirty="0"/>
                        <a:t>Recursos Humanos</a:t>
                      </a:r>
                    </a:p>
                  </a:txBody>
                  <a:tcPr/>
                </a:tc>
                <a:extLst>
                  <a:ext uri="{0D108BD9-81ED-4DB2-BD59-A6C34878D82A}">
                    <a16:rowId xmlns:a16="http://schemas.microsoft.com/office/drawing/2014/main" val="2569552315"/>
                  </a:ext>
                </a:extLst>
              </a:tr>
              <a:tr h="2902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NULL</a:t>
                      </a:r>
                    </a:p>
                  </a:txBody>
                  <a:tcPr/>
                </a:tc>
                <a:tc>
                  <a:txBody>
                    <a:bodyPr/>
                    <a:lstStyle/>
                    <a:p>
                      <a:r>
                        <a:rPr lang="es-MX" dirty="0"/>
                        <a:t>IT</a:t>
                      </a:r>
                    </a:p>
                  </a:txBody>
                  <a:tcPr/>
                </a:tc>
                <a:extLst>
                  <a:ext uri="{0D108BD9-81ED-4DB2-BD59-A6C34878D82A}">
                    <a16:rowId xmlns:a16="http://schemas.microsoft.com/office/drawing/2014/main" val="1836837541"/>
                  </a:ext>
                </a:extLst>
              </a:tr>
            </a:tbl>
          </a:graphicData>
        </a:graphic>
      </p:graphicFrame>
      <p:pic>
        <p:nvPicPr>
          <p:cNvPr id="11" name="Imagen 10">
            <a:extLst>
              <a:ext uri="{FF2B5EF4-FFF2-40B4-BE49-F238E27FC236}">
                <a16:creationId xmlns:a16="http://schemas.microsoft.com/office/drawing/2014/main" id="{33018A13-D442-48F1-AE83-939B2F2FFA95}"/>
              </a:ext>
            </a:extLst>
          </p:cNvPr>
          <p:cNvPicPr>
            <a:picLocks noChangeAspect="1"/>
          </p:cNvPicPr>
          <p:nvPr/>
        </p:nvPicPr>
        <p:blipFill>
          <a:blip r:embed="rId2"/>
          <a:stretch>
            <a:fillRect/>
          </a:stretch>
        </p:blipFill>
        <p:spPr>
          <a:xfrm>
            <a:off x="6174658" y="2099130"/>
            <a:ext cx="4294096" cy="1276376"/>
          </a:xfrm>
          <a:prstGeom prst="rect">
            <a:avLst/>
          </a:prstGeom>
        </p:spPr>
      </p:pic>
      <p:pic>
        <p:nvPicPr>
          <p:cNvPr id="8" name="Imagen 7">
            <a:extLst>
              <a:ext uri="{FF2B5EF4-FFF2-40B4-BE49-F238E27FC236}">
                <a16:creationId xmlns:a16="http://schemas.microsoft.com/office/drawing/2014/main" id="{AEBF17EF-034C-33B9-295D-3CF1EE3E5A41}"/>
              </a:ext>
            </a:extLst>
          </p:cNvPr>
          <p:cNvPicPr>
            <a:picLocks noChangeAspect="1"/>
          </p:cNvPicPr>
          <p:nvPr/>
        </p:nvPicPr>
        <p:blipFill>
          <a:blip r:embed="rId3"/>
          <a:stretch>
            <a:fillRect/>
          </a:stretch>
        </p:blipFill>
        <p:spPr>
          <a:xfrm>
            <a:off x="3324034" y="5725712"/>
            <a:ext cx="1474108" cy="1126554"/>
          </a:xfrm>
          <a:prstGeom prst="rect">
            <a:avLst/>
          </a:prstGeom>
        </p:spPr>
      </p:pic>
      <p:cxnSp>
        <p:nvCxnSpPr>
          <p:cNvPr id="7" name="Conector recto 6">
            <a:extLst>
              <a:ext uri="{FF2B5EF4-FFF2-40B4-BE49-F238E27FC236}">
                <a16:creationId xmlns:a16="http://schemas.microsoft.com/office/drawing/2014/main" id="{89C19895-4F91-6E4B-B70A-FB9EBDED07A7}"/>
              </a:ext>
            </a:extLst>
          </p:cNvPr>
          <p:cNvCxnSpPr>
            <a:cxnSpLocks/>
          </p:cNvCxnSpPr>
          <p:nvPr/>
        </p:nvCxnSpPr>
        <p:spPr>
          <a:xfrm>
            <a:off x="0" y="471298"/>
            <a:ext cx="12192000" cy="0"/>
          </a:xfrm>
          <a:prstGeom prst="line">
            <a:avLst/>
          </a:prstGeom>
          <a:ln w="38100" cmpd="dbl"/>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592987D5-C2C6-0D84-1CD4-B8ED4F924766}"/>
              </a:ext>
            </a:extLst>
          </p:cNvPr>
          <p:cNvSpPr txBox="1"/>
          <p:nvPr/>
        </p:nvSpPr>
        <p:spPr>
          <a:xfrm>
            <a:off x="0" y="6321500"/>
            <a:ext cx="2885613" cy="779832"/>
          </a:xfrm>
          <a:prstGeom prst="rect">
            <a:avLst/>
          </a:prstGeom>
        </p:spPr>
        <p:txBody>
          <a:bodyPr vert="horz" lIns="91440" tIns="45720" rIns="91440" bIns="45720" rtlCol="0" anchor="ctr">
            <a:normAutofit/>
          </a:bodyPr>
          <a:lstStyle/>
          <a:p>
            <a:pPr defTabSz="457200">
              <a:lnSpc>
                <a:spcPct val="150000"/>
              </a:lnSpc>
              <a:spcBef>
                <a:spcPct val="20000"/>
              </a:spcBef>
              <a:spcAft>
                <a:spcPts val="600"/>
              </a:spcAft>
              <a:buClr>
                <a:schemeClr val="accent1"/>
              </a:buClr>
              <a:buSzPct val="92000"/>
            </a:pPr>
            <a:r>
              <a:rPr lang="es-ES" b="1" dirty="0">
                <a:solidFill>
                  <a:schemeClr val="tx1">
                    <a:lumMod val="75000"/>
                    <a:lumOff val="25000"/>
                  </a:schemeClr>
                </a:solidFill>
              </a:rPr>
              <a:t>ACT.AMÈRICA ARAGÒN.</a:t>
            </a:r>
            <a:endParaRPr lang="en-US" b="1" dirty="0">
              <a:solidFill>
                <a:schemeClr val="tx1">
                  <a:lumMod val="75000"/>
                  <a:lumOff val="25000"/>
                </a:schemeClr>
              </a:solidFill>
            </a:endParaRPr>
          </a:p>
        </p:txBody>
      </p:sp>
      <p:pic>
        <p:nvPicPr>
          <p:cNvPr id="13" name="Picture 2">
            <a:extLst>
              <a:ext uri="{FF2B5EF4-FFF2-40B4-BE49-F238E27FC236}">
                <a16:creationId xmlns:a16="http://schemas.microsoft.com/office/drawing/2014/main" id="{AC671FFA-26E6-2AD9-1AB7-02A5FD706A1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14" b="98086" l="9932" r="89932">
                        <a14:foregroundMark x1="34286" y1="8373" x2="34286" y2="8373"/>
                        <a14:foregroundMark x1="48571" y1="2392" x2="48571" y2="2392"/>
                        <a14:foregroundMark x1="51020" y1="91627" x2="51020" y2="91627"/>
                        <a14:foregroundMark x1="48707" y1="98086" x2="48707" y2="98086"/>
                        <a14:foregroundMark x1="49660" y1="53589" x2="49252" y2="54067"/>
                      </a14:backgroundRemoval>
                    </a14:imgEffect>
                  </a14:imgLayer>
                </a14:imgProps>
              </a:ext>
              <a:ext uri="{28A0092B-C50C-407E-A947-70E740481C1C}">
                <a14:useLocalDpi xmlns:a14="http://schemas.microsoft.com/office/drawing/2010/main" val="0"/>
              </a:ext>
            </a:extLst>
          </a:blip>
          <a:stretch>
            <a:fillRect/>
          </a:stretch>
        </p:blipFill>
        <p:spPr bwMode="auto">
          <a:xfrm>
            <a:off x="11295914" y="6349472"/>
            <a:ext cx="896086" cy="508528"/>
          </a:xfrm>
          <a:prstGeom prst="rect">
            <a:avLst/>
          </a:prstGeom>
          <a:noFill/>
        </p:spPr>
      </p:pic>
    </p:spTree>
    <p:extLst>
      <p:ext uri="{BB962C8B-B14F-4D97-AF65-F5344CB8AC3E}">
        <p14:creationId xmlns:p14="http://schemas.microsoft.com/office/powerpoint/2010/main" val="457157291"/>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
  <TotalTime>2996</TotalTime>
  <Words>4356</Words>
  <Application>Microsoft Office PowerPoint</Application>
  <PresentationFormat>Widescreen</PresentationFormat>
  <Paragraphs>1640</Paragraphs>
  <Slides>56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Aptos</vt:lpstr>
      <vt:lpstr>Aptos Display</vt:lpstr>
      <vt:lpstr>Arial</vt:lpstr>
      <vt:lpstr>Arial Unicode MS</vt:lpstr>
      <vt:lpstr>Symbol</vt:lpstr>
      <vt:lpstr>Wingdings 2</vt:lpstr>
      <vt:lpstr>Office Theme</vt:lpstr>
      <vt:lpstr>INTRODUCCIÒN A SQL</vt:lpstr>
      <vt:lpstr>¿Qué es SQL?</vt:lpstr>
      <vt:lpstr>DDL (Data Definition Language) - Lenguaje de Definición de Datos</vt:lpstr>
      <vt:lpstr>DML (Data Manipulation Language) - Lenguaje de Manipulación de Datos</vt:lpstr>
      <vt:lpstr>DCL (Data Control Language) - Lenguaje de Control de Datos</vt:lpstr>
      <vt:lpstr>Historia</vt:lpstr>
      <vt:lpstr>Bases Relacionales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Sistemas TI</dc:creator>
  <cp:lastModifiedBy>Enrique Garcia</cp:lastModifiedBy>
  <cp:revision>16</cp:revision>
  <dcterms:created xsi:type="dcterms:W3CDTF">2024-11-19T01:43:04Z</dcterms:created>
  <dcterms:modified xsi:type="dcterms:W3CDTF">2025-05-16T19:06:44Z</dcterms:modified>
</cp:coreProperties>
</file>
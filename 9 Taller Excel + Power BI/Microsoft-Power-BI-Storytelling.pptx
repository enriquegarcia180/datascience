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2" d="100"/>
          <a:sy n="112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10b72728-ccee-4103-8dff-0fdd2dd9d18f}">
  <we:reference id="WA200003233" version="2.0.0.3" store="en-US" storeType="OMEX"/>
  <we:alternateReferences/>
  <we:properties>
    <we:property name="Microsoft.Office.CampaignId" value="&quot;none&quot;"/>
    <we:property name="reportUrl" value="&quot;/groups/me/reports/eb14b6ae-31ce-4670-8f32-e280cecafaf6/51f704d7887088870092?bookmarkGuid=d58774e1-b364-4a51-9dbd-2bc74fb16906&amp;bookmarkUsage=1&amp;ctid=3813f100-8bc4-40d8-a07c-6bf6e0c7d53a&amp;fromEntryPoint=export&quot;"/>
    <we:property name="reportState" value="&quot;CONNECTED&quot;"/>
    <we:property name="artifactViewState" value="&quot;live&quot;"/>
    <we:property name="reportEmbeddedTime" value="&quot;2025-02-22T19:17:40.664Z&quot;"/>
    <we:property name="creatorSessionId" value="&quot;ce47b1ef-01b5-4401-a1a9-97e841668889&quot;"/>
    <we:property name="creatorUserId" value="&quot;10032001154DCFDC&quot;"/>
    <we:property name="creatorTenantId" value="&quot;3813f100-8bc4-40d8-a07c-6bf6e0c7d53a&quot;"/>
    <we:property name="pageDisplayName" value="&quot;Page 1&quot;"/>
    <we:property name="pageName" value="&quot;51f704d7887088870092&quot;"/>
    <we:property name="reportName" value="&quot;Taller Excel + Power BI&quot;"/>
    <we:property name="isVisualContainerHeaderHidden" value="false"/>
    <we:property name="isFiltersActionButtonVisible" value="true"/>
    <we:property name="initialStateBookmark" value="&quot;H4sIAAAAAAAAA9VYS3PbOAz+KxldenF39LBeuSWue+k2zSSdXjqeDESCChtZ9JBUNt6M/ntBykkbx427O02qXmwRBIEPwAcT1m3ApVk1sD6BJQaHwbFSV0vQVwdRMAnajezDh3fvj87eXZwcvZ+TWK2sVK0JDm8DC7pG+0maDhpngYSfF5MAmuYUarcS0BicBCvURrXQyH9xUKYtqzvsJwHerBqlwZk8t2DRmb0mdVqT7+ivhDwCs/Iaz5HZQZpGIg+nPC+KPCzcR1jGpGYGBY9sp4oz7d3PVGtBtuTGycoiFXkmirSKpxXPRFLlkZMb2dbNBvC3sx/XK5cVcwn0TdmovpBbZ6fvKZw8CZM8AwjTPCmrkuchwl5bFm9spW4eWys4HY+mmWCQZ2maFhgW7rSQjd2Ar9bzm5WmvFM1BmszymKttGTkyedXoxnSeRvMVNMt/dP8gfxcdZrhGQq/1Vpp185SI7G1VEeH5VQrKqOXf0StpSUXyu9cqn9mGskrDw7DfnIP5IhfQ8tIuo3iqK411mA3y/kzQDxRy0qjl77t2g1x0rGiPYeGqy2w4WOwC5I8SaSGOE1dxK6QD8BmlAY1uwRtH5KLFpqjPl574ryR+q634slWIL+xVv3irvVJ+ct3zb1h+AD+GSi98M1XMUyKTMSl4Cyp4iyKo2Rv842O8/H/oBEDzf80vsS9r9skiJKiZNOCRciqPBVhFcU46rL9quYfedV+EOZQtLgQLAzpug5jPsUoK+OsesGLjh40cDAX6wuCKd1TtI3/LbJL+O333c8gnQFpc+AHd8r7yTXiIDYaf2IMdzqvfzqGF7jho+3ef75WeY4L/L/4H+5xLkQalyVWZRaXU8GwSvIRDNFnEk093gH6O3hPDtB7GctV29mxj6A/ivYlR9B7DANtE54hYxwwASbCiPECxAhoOzf0L70zB7OOtnfdh3sJYRrJUD8gQ7BEXfspjQMZdQGtBpcSh33F/Tb6eG+DvyXlYLD9CZrOmX11DEayV+5nZzNU7CycVze/sGyPErLwCPrd8anOmhUwPIUWd8RJ8UHLXSKfjNW/Vgm8E0qtrJp9yXEvW+4z0/dfAaez/+73EQAA&quot;"/>
    <we:property name="bookmark" value="&quot;H4sIAAAAAAAAA9VY33PTMAz+V3Z+4aVwidP82hsr44njdozjhevtFFvOzNK4ZztjZZf/HTnpBuvKChzbykubSIr0SfpUK71mUrtlA6v3sEB2yI6MuViAvTiI2YS1oyxReQVTjpyXPFVpkkOiSGuWXpvWscNr5sHW6D9p10ETHJHwM0tkhkJIwASEimIhC1BsPmHQNCdQBxsFjcMJW6J1poVGf8PRBam87bCfMLxaNsZCCHTqwWMIdknmdE/A4lcJ4QDh9SWeovCjNI1VHk1lXhR5VISPqORk5kaDAe9Wk+B6CD8zrQfdUpggK4tU5Zkq0opPK5mppMrjIHe6rZs14B/PflwtQ8ncOdA31aj6QmGDn76ndPIkSvIMIErzpKxKmUcIO315vPKVubrvrZD0eDzNlIA8S9O0wKgITyvd+DX4anV8tbTUDerR6G1GVayN1YIiDfW16MZyXrOZabrFcHV8R35qOivwA6pB1XrtV8FTo7H11MeA5cQaauMg/4jWak8hzKA5N19nFimqZIdRP7kF8lpeQitIuonidV1brMGvb48fAeJ7s6gsDtK3XbsmTrqvaE+hkWYDbHQf7JwkDxKpIU7TFIkLlCOwGZXBzM7B+rvkohsr0R6tBuK80fZmtvhkI5Fn7FU/vxl9Mv7y03CvGT6CfwRKz4fhqwQmRaZ4qaRIKp7FPE52Dt/ecZ7/BY0EWPm/8YX3Q98mLE6KUkwLEaOo8lRFVcxxr9v2r4Z/z7v2izTHpvFCiSii4zricopxVvKsesKDji4sSHBnqzOCqcNVvIn/LYpzePbz7neQzoCsJciDG+Pd5NrjJNYW/2MONzYvfzuHJzjh483Zf7xReYwD/E/ij+e4VCrlZYlVmfFyqgRWSb4HS/QHja7e3wX6J3gPLtA7GStN2/l9X0F/le1TrqC3GEbabn25fn7aHjt6S+/cwawj9bbzcCchXKMF2jtkYAu09bClSSCnIaHlGFLjqDdyUOOQ7zV7p6kGo+9P0HTB7YsjcFq8CD8766Via+MGc/cP23avIPMBQb89P9N5twSBJ9DiljwpP2hlKOSDuQ5/q9xm2vffAelfDrnkEQAA&quot;"/>
    <we:property name="datasetId" value="&quot;476cb3c9-6797-45ff-aa19-14932d3794ae&quot;"/>
    <we:property name="embedUrl" value="&quot;/reportEmbed?reportId=eb14b6ae-31ce-4670-8f32-e280cecafaf6&amp;config=eyJjbHVzdGVyVXJsIjoiaHR0cHM6Ly9XQUJJLVdFU1QtVVMtcmVkaXJlY3QuYW5hbHlzaXMud2luZG93cy5uZXQiLCJlbWJlZEZlYXR1cmVzIjp7InVzYWdlTWV0cmljc1ZOZXh0Ijp0cnVlfX0%3D&amp;disableSensitivityBanner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Enrique Garcia</cp:lastModifiedBy>
  <cp:revision>3</cp:revision>
  <dcterms:created xsi:type="dcterms:W3CDTF">2018-06-07T21:39:02Z</dcterms:created>
  <dcterms:modified xsi:type="dcterms:W3CDTF">2025-02-22T19:19:39Z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
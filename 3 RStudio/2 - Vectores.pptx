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handoutMasterIdLst>
    <p:handoutMasterId r:id="rId12"/>
  </p:handoutMasterIdLst>
  <p:sldIdLst>
    <p:sldId id="287" r:id="rId2"/>
    <p:sldId id="276" r:id="rId3"/>
    <p:sldId id="283" r:id="rId4"/>
    <p:sldId id="281" r:id="rId5"/>
    <p:sldId id="278" r:id="rId6"/>
    <p:sldId id="288" r:id="rId7"/>
    <p:sldId id="280" r:id="rId8"/>
    <p:sldId id="289" r:id="rId9"/>
    <p:sldId id="294" r:id="rId1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30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5B7B49-1C9A-4170-9747-99A3E4E92998}" type="doc">
      <dgm:prSet loTypeId="urn:microsoft.com/office/officeart/2005/8/layout/orgChart1" loCatId="hierarchy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F6C2A06B-76B7-4DFE-A861-53FDF6E818ED}">
      <dgm:prSet phldrT="[Texto]"/>
      <dgm:spPr/>
      <dgm:t>
        <a:bodyPr/>
        <a:lstStyle/>
        <a:p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Atributos de un objeto</a:t>
          </a:r>
        </a:p>
      </dgm:t>
    </dgm:pt>
    <dgm:pt modelId="{59DC6D5F-1628-4490-84DC-AAED0611403E}" type="parTrans" cxnId="{89E51C01-A38B-4B5C-A4DD-E4C189543F0F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B3FD7B-065E-4C04-ADB4-C3D28470CBFF}" type="sibTrans" cxnId="{89E51C01-A38B-4B5C-A4DD-E4C189543F0F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7D7FC70-B0E7-41C2-84F5-C0D8E2FCCE6C}">
      <dgm:prSet phldrT="[Texto]"/>
      <dgm:spPr/>
      <dgm:t>
        <a:bodyPr/>
        <a:lstStyle/>
        <a:p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Tipo </a:t>
          </a:r>
          <a:r>
            <a:rPr lang="es-ES" dirty="0" err="1">
              <a:latin typeface="Times New Roman" panose="02020603050405020304" pitchFamily="18" charset="0"/>
              <a:cs typeface="Times New Roman" panose="02020603050405020304" pitchFamily="18" charset="0"/>
            </a:rPr>
            <a:t>mode</a:t>
          </a:r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()</a:t>
          </a:r>
        </a:p>
      </dgm:t>
    </dgm:pt>
    <dgm:pt modelId="{2CDCB0BA-9E52-4348-918B-60661F8A8A1A}" type="parTrans" cxnId="{E43BE8F4-51A8-46E4-95AF-294008F7039C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5B3A32E-5C59-407F-8A0F-3E922458F8DF}" type="sibTrans" cxnId="{E43BE8F4-51A8-46E4-95AF-294008F7039C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787F50-1456-41BC-B5CD-0962831E984A}">
      <dgm:prSet phldrT="[Texto]"/>
      <dgm:spPr/>
      <dgm:t>
        <a:bodyPr/>
        <a:lstStyle/>
        <a:p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Nombre </a:t>
          </a:r>
          <a:r>
            <a:rPr lang="es-E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names</a:t>
          </a:r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()</a:t>
          </a:r>
        </a:p>
      </dgm:t>
    </dgm:pt>
    <dgm:pt modelId="{F1BFFA9E-BC3D-4DD8-B67E-D68657A409BB}" type="parTrans" cxnId="{91144D58-8B47-4B07-BBD4-1EE61AE3122E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699710-7B9C-4A2B-980A-19C2A4516FAA}" type="sibTrans" cxnId="{91144D58-8B47-4B07-BBD4-1EE61AE3122E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612DF9F-0044-48CF-A85D-384FFC17CD65}">
      <dgm:prSet phldrT="[Texto]"/>
      <dgm:spPr/>
      <dgm:t>
        <a:bodyPr/>
        <a:lstStyle/>
        <a:p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Clase </a:t>
          </a:r>
          <a:r>
            <a:rPr lang="es-E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class</a:t>
          </a:r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()</a:t>
          </a:r>
        </a:p>
      </dgm:t>
    </dgm:pt>
    <dgm:pt modelId="{C11D8353-9F6F-4F1E-B620-82B784E897D3}" type="parTrans" cxnId="{EE6A212C-DC50-4F6A-9CA4-F30CD2BBC64B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06E22A-8D78-4EC1-9C06-9443CCDA3A33}" type="sibTrans" cxnId="{EE6A212C-DC50-4F6A-9CA4-F30CD2BBC64B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910C75-5B04-4ECE-AF79-71F376F1337D}">
      <dgm:prSet phldrT="[Texto]"/>
      <dgm:spPr/>
      <dgm:t>
        <a:bodyPr/>
        <a:lstStyle/>
        <a:p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Dimensión </a:t>
          </a:r>
          <a:r>
            <a:rPr lang="es-ES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dim</a:t>
          </a:r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()</a:t>
          </a:r>
        </a:p>
      </dgm:t>
    </dgm:pt>
    <dgm:pt modelId="{6F033CE9-B35A-456E-ACAF-5563BAA4837B}" type="parTrans" cxnId="{469A58F4-95F2-4584-A075-D438C0CD7164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4131AD-8B53-4D3C-98A8-E32E98D95061}" type="sibTrans" cxnId="{469A58F4-95F2-4584-A075-D438C0CD7164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22E151F-60AC-4974-8B2A-D748B26C5F33}">
      <dgm:prSet phldrT="[Texto]"/>
      <dgm:spPr/>
      <dgm:t>
        <a:bodyPr/>
        <a:lstStyle/>
        <a:p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Longitud </a:t>
          </a:r>
          <a:r>
            <a:rPr lang="es-ES" dirty="0" err="1">
              <a:latin typeface="Times New Roman" panose="02020603050405020304" pitchFamily="18" charset="0"/>
              <a:cs typeface="Times New Roman" panose="02020603050405020304" pitchFamily="18" charset="0"/>
            </a:rPr>
            <a:t>length</a:t>
          </a:r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()</a:t>
          </a:r>
        </a:p>
      </dgm:t>
    </dgm:pt>
    <dgm:pt modelId="{AAC51CC3-F405-428A-ABEB-18A0CA39ABBC}" type="parTrans" cxnId="{05E5DB96-3370-4CE8-9589-57EFD6EF66E3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6A43BE-862F-4330-9254-72F1A8796FC4}" type="sibTrans" cxnId="{05E5DB96-3370-4CE8-9589-57EFD6EF66E3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EAC4DA-6521-4148-BFE2-0F40562538BB}" type="pres">
      <dgm:prSet presAssocID="{615B7B49-1C9A-4170-9747-99A3E4E9299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74533C8-5286-4E94-88B0-A15E484D5ADB}" type="pres">
      <dgm:prSet presAssocID="{F6C2A06B-76B7-4DFE-A861-53FDF6E818ED}" presName="hierRoot1" presStyleCnt="0">
        <dgm:presLayoutVars>
          <dgm:hierBranch val="init"/>
        </dgm:presLayoutVars>
      </dgm:prSet>
      <dgm:spPr/>
    </dgm:pt>
    <dgm:pt modelId="{A0DC94E9-4E1F-4C0B-B19E-676C2F6596CF}" type="pres">
      <dgm:prSet presAssocID="{F6C2A06B-76B7-4DFE-A861-53FDF6E818ED}" presName="rootComposite1" presStyleCnt="0"/>
      <dgm:spPr/>
    </dgm:pt>
    <dgm:pt modelId="{7903B4CF-4693-460E-8B6B-A95BABE9111E}" type="pres">
      <dgm:prSet presAssocID="{F6C2A06B-76B7-4DFE-A861-53FDF6E818ED}" presName="rootText1" presStyleLbl="node0" presStyleIdx="0" presStyleCnt="1">
        <dgm:presLayoutVars>
          <dgm:chPref val="3"/>
        </dgm:presLayoutVars>
      </dgm:prSet>
      <dgm:spPr/>
    </dgm:pt>
    <dgm:pt modelId="{4FD99D97-5244-4181-A965-49CA898C2365}" type="pres">
      <dgm:prSet presAssocID="{F6C2A06B-76B7-4DFE-A861-53FDF6E818ED}" presName="rootConnector1" presStyleLbl="node1" presStyleIdx="0" presStyleCnt="0"/>
      <dgm:spPr/>
    </dgm:pt>
    <dgm:pt modelId="{59863C1B-B240-4862-8718-30B4F40D0AD2}" type="pres">
      <dgm:prSet presAssocID="{F6C2A06B-76B7-4DFE-A861-53FDF6E818ED}" presName="hierChild2" presStyleCnt="0"/>
      <dgm:spPr/>
    </dgm:pt>
    <dgm:pt modelId="{8B54622B-9D02-4748-9A45-A6F964B7719D}" type="pres">
      <dgm:prSet presAssocID="{2CDCB0BA-9E52-4348-918B-60661F8A8A1A}" presName="Name37" presStyleLbl="parChTrans1D2" presStyleIdx="0" presStyleCnt="5"/>
      <dgm:spPr/>
    </dgm:pt>
    <dgm:pt modelId="{A33FFC81-F1FE-4E42-B8A3-E6F09973519F}" type="pres">
      <dgm:prSet presAssocID="{B7D7FC70-B0E7-41C2-84F5-C0D8E2FCCE6C}" presName="hierRoot2" presStyleCnt="0">
        <dgm:presLayoutVars>
          <dgm:hierBranch val="init"/>
        </dgm:presLayoutVars>
      </dgm:prSet>
      <dgm:spPr/>
    </dgm:pt>
    <dgm:pt modelId="{63E3FF0A-3169-4495-8A81-6971FB739BCE}" type="pres">
      <dgm:prSet presAssocID="{B7D7FC70-B0E7-41C2-84F5-C0D8E2FCCE6C}" presName="rootComposite" presStyleCnt="0"/>
      <dgm:spPr/>
    </dgm:pt>
    <dgm:pt modelId="{E949B4D6-3806-46DD-A15C-100029864875}" type="pres">
      <dgm:prSet presAssocID="{B7D7FC70-B0E7-41C2-84F5-C0D8E2FCCE6C}" presName="rootText" presStyleLbl="node2" presStyleIdx="0" presStyleCnt="5">
        <dgm:presLayoutVars>
          <dgm:chPref val="3"/>
        </dgm:presLayoutVars>
      </dgm:prSet>
      <dgm:spPr/>
    </dgm:pt>
    <dgm:pt modelId="{635B0C77-5F63-4B33-A9FD-E6A8ECA54E11}" type="pres">
      <dgm:prSet presAssocID="{B7D7FC70-B0E7-41C2-84F5-C0D8E2FCCE6C}" presName="rootConnector" presStyleLbl="node2" presStyleIdx="0" presStyleCnt="5"/>
      <dgm:spPr/>
    </dgm:pt>
    <dgm:pt modelId="{580B815A-ECEF-4D4F-BC29-C9E3CC1B0A19}" type="pres">
      <dgm:prSet presAssocID="{B7D7FC70-B0E7-41C2-84F5-C0D8E2FCCE6C}" presName="hierChild4" presStyleCnt="0"/>
      <dgm:spPr/>
    </dgm:pt>
    <dgm:pt modelId="{70BAA429-D21B-42F7-91CA-F7D35595ACA5}" type="pres">
      <dgm:prSet presAssocID="{B7D7FC70-B0E7-41C2-84F5-C0D8E2FCCE6C}" presName="hierChild5" presStyleCnt="0"/>
      <dgm:spPr/>
    </dgm:pt>
    <dgm:pt modelId="{9455E8BE-C672-4E67-B8FD-F725620A40E6}" type="pres">
      <dgm:prSet presAssocID="{F1BFFA9E-BC3D-4DD8-B67E-D68657A409BB}" presName="Name37" presStyleLbl="parChTrans1D2" presStyleIdx="1" presStyleCnt="5"/>
      <dgm:spPr/>
    </dgm:pt>
    <dgm:pt modelId="{B7FF29C7-6BFE-4EBF-A09B-7C80AAA02606}" type="pres">
      <dgm:prSet presAssocID="{70787F50-1456-41BC-B5CD-0962831E984A}" presName="hierRoot2" presStyleCnt="0">
        <dgm:presLayoutVars>
          <dgm:hierBranch val="init"/>
        </dgm:presLayoutVars>
      </dgm:prSet>
      <dgm:spPr/>
    </dgm:pt>
    <dgm:pt modelId="{9D5D034A-ED86-4D3C-8BF5-44B0AC4A7472}" type="pres">
      <dgm:prSet presAssocID="{70787F50-1456-41BC-B5CD-0962831E984A}" presName="rootComposite" presStyleCnt="0"/>
      <dgm:spPr/>
    </dgm:pt>
    <dgm:pt modelId="{1A13A3D8-1DF4-4DA0-A79E-2741260B2776}" type="pres">
      <dgm:prSet presAssocID="{70787F50-1456-41BC-B5CD-0962831E984A}" presName="rootText" presStyleLbl="node2" presStyleIdx="1" presStyleCnt="5">
        <dgm:presLayoutVars>
          <dgm:chPref val="3"/>
        </dgm:presLayoutVars>
      </dgm:prSet>
      <dgm:spPr/>
    </dgm:pt>
    <dgm:pt modelId="{8D75C58F-4E9B-48F8-8435-FF75D6B3BEC1}" type="pres">
      <dgm:prSet presAssocID="{70787F50-1456-41BC-B5CD-0962831E984A}" presName="rootConnector" presStyleLbl="node2" presStyleIdx="1" presStyleCnt="5"/>
      <dgm:spPr/>
    </dgm:pt>
    <dgm:pt modelId="{F6039576-A4EB-41C8-8CB5-F876B70A64F5}" type="pres">
      <dgm:prSet presAssocID="{70787F50-1456-41BC-B5CD-0962831E984A}" presName="hierChild4" presStyleCnt="0"/>
      <dgm:spPr/>
    </dgm:pt>
    <dgm:pt modelId="{3AFAD70B-03CE-4781-BB46-C3D857FCC6AA}" type="pres">
      <dgm:prSet presAssocID="{70787F50-1456-41BC-B5CD-0962831E984A}" presName="hierChild5" presStyleCnt="0"/>
      <dgm:spPr/>
    </dgm:pt>
    <dgm:pt modelId="{BE2BF53D-A56C-45A0-96A9-D5F23C7448C5}" type="pres">
      <dgm:prSet presAssocID="{6F033CE9-B35A-456E-ACAF-5563BAA4837B}" presName="Name37" presStyleLbl="parChTrans1D2" presStyleIdx="2" presStyleCnt="5"/>
      <dgm:spPr/>
    </dgm:pt>
    <dgm:pt modelId="{0B9DEC15-E4E3-4DE8-9744-AF151B276505}" type="pres">
      <dgm:prSet presAssocID="{48910C75-5B04-4ECE-AF79-71F376F1337D}" presName="hierRoot2" presStyleCnt="0">
        <dgm:presLayoutVars>
          <dgm:hierBranch val="init"/>
        </dgm:presLayoutVars>
      </dgm:prSet>
      <dgm:spPr/>
    </dgm:pt>
    <dgm:pt modelId="{DEEE8165-7D65-44FE-AEB2-2A1DD98C67C1}" type="pres">
      <dgm:prSet presAssocID="{48910C75-5B04-4ECE-AF79-71F376F1337D}" presName="rootComposite" presStyleCnt="0"/>
      <dgm:spPr/>
    </dgm:pt>
    <dgm:pt modelId="{50361BD9-1B7C-4E4D-8FAB-95BD4F485EE7}" type="pres">
      <dgm:prSet presAssocID="{48910C75-5B04-4ECE-AF79-71F376F1337D}" presName="rootText" presStyleLbl="node2" presStyleIdx="2" presStyleCnt="5">
        <dgm:presLayoutVars>
          <dgm:chPref val="3"/>
        </dgm:presLayoutVars>
      </dgm:prSet>
      <dgm:spPr/>
    </dgm:pt>
    <dgm:pt modelId="{DDCA39B7-788E-45FB-B75E-87E51E724853}" type="pres">
      <dgm:prSet presAssocID="{48910C75-5B04-4ECE-AF79-71F376F1337D}" presName="rootConnector" presStyleLbl="node2" presStyleIdx="2" presStyleCnt="5"/>
      <dgm:spPr/>
    </dgm:pt>
    <dgm:pt modelId="{2FE5B571-4019-4D37-AC85-F487E1E99B88}" type="pres">
      <dgm:prSet presAssocID="{48910C75-5B04-4ECE-AF79-71F376F1337D}" presName="hierChild4" presStyleCnt="0"/>
      <dgm:spPr/>
    </dgm:pt>
    <dgm:pt modelId="{1D9C3D59-A7A1-4D8E-B5CA-3E9D0D509E78}" type="pres">
      <dgm:prSet presAssocID="{48910C75-5B04-4ECE-AF79-71F376F1337D}" presName="hierChild5" presStyleCnt="0"/>
      <dgm:spPr/>
    </dgm:pt>
    <dgm:pt modelId="{11C97E7F-2DE3-47DB-BE4C-45536EE6FAA1}" type="pres">
      <dgm:prSet presAssocID="{AAC51CC3-F405-428A-ABEB-18A0CA39ABBC}" presName="Name37" presStyleLbl="parChTrans1D2" presStyleIdx="3" presStyleCnt="5"/>
      <dgm:spPr/>
    </dgm:pt>
    <dgm:pt modelId="{F84208D0-C879-4BF0-993B-0C3003153734}" type="pres">
      <dgm:prSet presAssocID="{F22E151F-60AC-4974-8B2A-D748B26C5F33}" presName="hierRoot2" presStyleCnt="0">
        <dgm:presLayoutVars>
          <dgm:hierBranch val="init"/>
        </dgm:presLayoutVars>
      </dgm:prSet>
      <dgm:spPr/>
    </dgm:pt>
    <dgm:pt modelId="{3CB824A3-D179-4DFA-9A99-C21AE1A63064}" type="pres">
      <dgm:prSet presAssocID="{F22E151F-60AC-4974-8B2A-D748B26C5F33}" presName="rootComposite" presStyleCnt="0"/>
      <dgm:spPr/>
    </dgm:pt>
    <dgm:pt modelId="{D150BC4B-A6DA-4516-B5B1-6706C1F7A074}" type="pres">
      <dgm:prSet presAssocID="{F22E151F-60AC-4974-8B2A-D748B26C5F33}" presName="rootText" presStyleLbl="node2" presStyleIdx="3" presStyleCnt="5">
        <dgm:presLayoutVars>
          <dgm:chPref val="3"/>
        </dgm:presLayoutVars>
      </dgm:prSet>
      <dgm:spPr/>
    </dgm:pt>
    <dgm:pt modelId="{905D93F5-50D0-4E40-9592-89B1612E8048}" type="pres">
      <dgm:prSet presAssocID="{F22E151F-60AC-4974-8B2A-D748B26C5F33}" presName="rootConnector" presStyleLbl="node2" presStyleIdx="3" presStyleCnt="5"/>
      <dgm:spPr/>
    </dgm:pt>
    <dgm:pt modelId="{C8684DB8-B887-469C-9D76-77B84E3E88ED}" type="pres">
      <dgm:prSet presAssocID="{F22E151F-60AC-4974-8B2A-D748B26C5F33}" presName="hierChild4" presStyleCnt="0"/>
      <dgm:spPr/>
    </dgm:pt>
    <dgm:pt modelId="{76B866F9-7F6C-4B08-ACA4-62309AEFFCDB}" type="pres">
      <dgm:prSet presAssocID="{F22E151F-60AC-4974-8B2A-D748B26C5F33}" presName="hierChild5" presStyleCnt="0"/>
      <dgm:spPr/>
    </dgm:pt>
    <dgm:pt modelId="{B8700F93-8B4F-4235-8CB8-BB34D32EFD6F}" type="pres">
      <dgm:prSet presAssocID="{C11D8353-9F6F-4F1E-B620-82B784E897D3}" presName="Name37" presStyleLbl="parChTrans1D2" presStyleIdx="4" presStyleCnt="5"/>
      <dgm:spPr/>
    </dgm:pt>
    <dgm:pt modelId="{FF22663E-0660-48CB-BF63-9915C4F85AD9}" type="pres">
      <dgm:prSet presAssocID="{4612DF9F-0044-48CF-A85D-384FFC17CD65}" presName="hierRoot2" presStyleCnt="0">
        <dgm:presLayoutVars>
          <dgm:hierBranch val="init"/>
        </dgm:presLayoutVars>
      </dgm:prSet>
      <dgm:spPr/>
    </dgm:pt>
    <dgm:pt modelId="{9E396E93-296C-4B6D-93F1-8E5CC15F3D30}" type="pres">
      <dgm:prSet presAssocID="{4612DF9F-0044-48CF-A85D-384FFC17CD65}" presName="rootComposite" presStyleCnt="0"/>
      <dgm:spPr/>
    </dgm:pt>
    <dgm:pt modelId="{19DD4875-003E-4D0B-A030-9F39F46E2237}" type="pres">
      <dgm:prSet presAssocID="{4612DF9F-0044-48CF-A85D-384FFC17CD65}" presName="rootText" presStyleLbl="node2" presStyleIdx="4" presStyleCnt="5">
        <dgm:presLayoutVars>
          <dgm:chPref val="3"/>
        </dgm:presLayoutVars>
      </dgm:prSet>
      <dgm:spPr/>
    </dgm:pt>
    <dgm:pt modelId="{DB2C46AC-7950-4D10-9705-A8642F7B7CD7}" type="pres">
      <dgm:prSet presAssocID="{4612DF9F-0044-48CF-A85D-384FFC17CD65}" presName="rootConnector" presStyleLbl="node2" presStyleIdx="4" presStyleCnt="5"/>
      <dgm:spPr/>
    </dgm:pt>
    <dgm:pt modelId="{74E6C641-7FAB-49F8-94EC-6EB2D130BCC1}" type="pres">
      <dgm:prSet presAssocID="{4612DF9F-0044-48CF-A85D-384FFC17CD65}" presName="hierChild4" presStyleCnt="0"/>
      <dgm:spPr/>
    </dgm:pt>
    <dgm:pt modelId="{D32A42D1-3BDF-4E8F-9BB4-2D0D4D526A10}" type="pres">
      <dgm:prSet presAssocID="{4612DF9F-0044-48CF-A85D-384FFC17CD65}" presName="hierChild5" presStyleCnt="0"/>
      <dgm:spPr/>
    </dgm:pt>
    <dgm:pt modelId="{5BB85A08-022F-4EA9-A4B5-D1BBEE708CDD}" type="pres">
      <dgm:prSet presAssocID="{F6C2A06B-76B7-4DFE-A861-53FDF6E818ED}" presName="hierChild3" presStyleCnt="0"/>
      <dgm:spPr/>
    </dgm:pt>
  </dgm:ptLst>
  <dgm:cxnLst>
    <dgm:cxn modelId="{89E51C01-A38B-4B5C-A4DD-E4C189543F0F}" srcId="{615B7B49-1C9A-4170-9747-99A3E4E92998}" destId="{F6C2A06B-76B7-4DFE-A861-53FDF6E818ED}" srcOrd="0" destOrd="0" parTransId="{59DC6D5F-1628-4490-84DC-AAED0611403E}" sibTransId="{36B3FD7B-065E-4C04-ADB4-C3D28470CBFF}"/>
    <dgm:cxn modelId="{8209EF02-BFFB-4AB5-93AA-F8E707AC475C}" type="presOf" srcId="{615B7B49-1C9A-4170-9747-99A3E4E92998}" destId="{12EAC4DA-6521-4148-BFE2-0F40562538BB}" srcOrd="0" destOrd="0" presId="urn:microsoft.com/office/officeart/2005/8/layout/orgChart1"/>
    <dgm:cxn modelId="{07D20118-AC83-4F72-9EF7-12D3B8B6F262}" type="presOf" srcId="{B7D7FC70-B0E7-41C2-84F5-C0D8E2FCCE6C}" destId="{635B0C77-5F63-4B33-A9FD-E6A8ECA54E11}" srcOrd="1" destOrd="0" presId="urn:microsoft.com/office/officeart/2005/8/layout/orgChart1"/>
    <dgm:cxn modelId="{805F9B22-C865-417A-A3F6-03F1F1551036}" type="presOf" srcId="{F6C2A06B-76B7-4DFE-A861-53FDF6E818ED}" destId="{7903B4CF-4693-460E-8B6B-A95BABE9111E}" srcOrd="0" destOrd="0" presId="urn:microsoft.com/office/officeart/2005/8/layout/orgChart1"/>
    <dgm:cxn modelId="{EE6A212C-DC50-4F6A-9CA4-F30CD2BBC64B}" srcId="{F6C2A06B-76B7-4DFE-A861-53FDF6E818ED}" destId="{4612DF9F-0044-48CF-A85D-384FFC17CD65}" srcOrd="4" destOrd="0" parTransId="{C11D8353-9F6F-4F1E-B620-82B784E897D3}" sibTransId="{F706E22A-8D78-4EC1-9C06-9443CCDA3A33}"/>
    <dgm:cxn modelId="{EAAD0A3A-01EF-403D-A6E3-FB13250C80CB}" type="presOf" srcId="{C11D8353-9F6F-4F1E-B620-82B784E897D3}" destId="{B8700F93-8B4F-4235-8CB8-BB34D32EFD6F}" srcOrd="0" destOrd="0" presId="urn:microsoft.com/office/officeart/2005/8/layout/orgChart1"/>
    <dgm:cxn modelId="{A2D04E3A-7AD4-4E3A-9940-843A09EB23D1}" type="presOf" srcId="{48910C75-5B04-4ECE-AF79-71F376F1337D}" destId="{50361BD9-1B7C-4E4D-8FAB-95BD4F485EE7}" srcOrd="0" destOrd="0" presId="urn:microsoft.com/office/officeart/2005/8/layout/orgChart1"/>
    <dgm:cxn modelId="{D2B44B3F-3B3F-44DD-B511-060E546F0C36}" type="presOf" srcId="{F22E151F-60AC-4974-8B2A-D748B26C5F33}" destId="{D150BC4B-A6DA-4516-B5B1-6706C1F7A074}" srcOrd="0" destOrd="0" presId="urn:microsoft.com/office/officeart/2005/8/layout/orgChart1"/>
    <dgm:cxn modelId="{99AF6960-ED02-494E-BED3-0D923E0A6F73}" type="presOf" srcId="{48910C75-5B04-4ECE-AF79-71F376F1337D}" destId="{DDCA39B7-788E-45FB-B75E-87E51E724853}" srcOrd="1" destOrd="0" presId="urn:microsoft.com/office/officeart/2005/8/layout/orgChart1"/>
    <dgm:cxn modelId="{E105BE4A-1A21-4140-88CA-BDCF9612174C}" type="presOf" srcId="{4612DF9F-0044-48CF-A85D-384FFC17CD65}" destId="{19DD4875-003E-4D0B-A030-9F39F46E2237}" srcOrd="0" destOrd="0" presId="urn:microsoft.com/office/officeart/2005/8/layout/orgChart1"/>
    <dgm:cxn modelId="{D7DF6953-4817-4E4D-894F-E1ADF66D637A}" type="presOf" srcId="{B7D7FC70-B0E7-41C2-84F5-C0D8E2FCCE6C}" destId="{E949B4D6-3806-46DD-A15C-100029864875}" srcOrd="0" destOrd="0" presId="urn:microsoft.com/office/officeart/2005/8/layout/orgChart1"/>
    <dgm:cxn modelId="{91144D58-8B47-4B07-BBD4-1EE61AE3122E}" srcId="{F6C2A06B-76B7-4DFE-A861-53FDF6E818ED}" destId="{70787F50-1456-41BC-B5CD-0962831E984A}" srcOrd="1" destOrd="0" parTransId="{F1BFFA9E-BC3D-4DD8-B67E-D68657A409BB}" sibTransId="{6D699710-7B9C-4A2B-980A-19C2A4516FAA}"/>
    <dgm:cxn modelId="{3F2F5388-2E51-4FBB-811C-E26015638A3E}" type="presOf" srcId="{F1BFFA9E-BC3D-4DD8-B67E-D68657A409BB}" destId="{9455E8BE-C672-4E67-B8FD-F725620A40E6}" srcOrd="0" destOrd="0" presId="urn:microsoft.com/office/officeart/2005/8/layout/orgChart1"/>
    <dgm:cxn modelId="{FFF6EB8D-A124-49D0-B2EE-09243164CDB3}" type="presOf" srcId="{F22E151F-60AC-4974-8B2A-D748B26C5F33}" destId="{905D93F5-50D0-4E40-9592-89B1612E8048}" srcOrd="1" destOrd="0" presId="urn:microsoft.com/office/officeart/2005/8/layout/orgChart1"/>
    <dgm:cxn modelId="{05E5DB96-3370-4CE8-9589-57EFD6EF66E3}" srcId="{F6C2A06B-76B7-4DFE-A861-53FDF6E818ED}" destId="{F22E151F-60AC-4974-8B2A-D748B26C5F33}" srcOrd="3" destOrd="0" parTransId="{AAC51CC3-F405-428A-ABEB-18A0CA39ABBC}" sibTransId="{4B6A43BE-862F-4330-9254-72F1A8796FC4}"/>
    <dgm:cxn modelId="{EB7901C0-EA7D-492E-B2BF-D9E96A8C2A1C}" type="presOf" srcId="{4612DF9F-0044-48CF-A85D-384FFC17CD65}" destId="{DB2C46AC-7950-4D10-9705-A8642F7B7CD7}" srcOrd="1" destOrd="0" presId="urn:microsoft.com/office/officeart/2005/8/layout/orgChart1"/>
    <dgm:cxn modelId="{9C749AC0-F12D-4AEB-9C79-8DFE2744AD8F}" type="presOf" srcId="{2CDCB0BA-9E52-4348-918B-60661F8A8A1A}" destId="{8B54622B-9D02-4748-9A45-A6F964B7719D}" srcOrd="0" destOrd="0" presId="urn:microsoft.com/office/officeart/2005/8/layout/orgChart1"/>
    <dgm:cxn modelId="{3F6E7FC5-EC92-4F63-9D16-6FAA9C38B3A1}" type="presOf" srcId="{6F033CE9-B35A-456E-ACAF-5563BAA4837B}" destId="{BE2BF53D-A56C-45A0-96A9-D5F23C7448C5}" srcOrd="0" destOrd="0" presId="urn:microsoft.com/office/officeart/2005/8/layout/orgChart1"/>
    <dgm:cxn modelId="{D29D46D1-C70E-4EC6-A66B-5CFB79CFB093}" type="presOf" srcId="{70787F50-1456-41BC-B5CD-0962831E984A}" destId="{1A13A3D8-1DF4-4DA0-A79E-2741260B2776}" srcOrd="0" destOrd="0" presId="urn:microsoft.com/office/officeart/2005/8/layout/orgChart1"/>
    <dgm:cxn modelId="{B91A4FDC-44FE-4B76-8CE5-6AADC862822C}" type="presOf" srcId="{F6C2A06B-76B7-4DFE-A861-53FDF6E818ED}" destId="{4FD99D97-5244-4181-A965-49CA898C2365}" srcOrd="1" destOrd="0" presId="urn:microsoft.com/office/officeart/2005/8/layout/orgChart1"/>
    <dgm:cxn modelId="{47B21DE7-ABBA-4698-A926-DFEA52F6FFF1}" type="presOf" srcId="{AAC51CC3-F405-428A-ABEB-18A0CA39ABBC}" destId="{11C97E7F-2DE3-47DB-BE4C-45536EE6FAA1}" srcOrd="0" destOrd="0" presId="urn:microsoft.com/office/officeart/2005/8/layout/orgChart1"/>
    <dgm:cxn modelId="{48B53EEF-CF68-431C-844E-310013351167}" type="presOf" srcId="{70787F50-1456-41BC-B5CD-0962831E984A}" destId="{8D75C58F-4E9B-48F8-8435-FF75D6B3BEC1}" srcOrd="1" destOrd="0" presId="urn:microsoft.com/office/officeart/2005/8/layout/orgChart1"/>
    <dgm:cxn modelId="{469A58F4-95F2-4584-A075-D438C0CD7164}" srcId="{F6C2A06B-76B7-4DFE-A861-53FDF6E818ED}" destId="{48910C75-5B04-4ECE-AF79-71F376F1337D}" srcOrd="2" destOrd="0" parTransId="{6F033CE9-B35A-456E-ACAF-5563BAA4837B}" sibTransId="{7A4131AD-8B53-4D3C-98A8-E32E98D95061}"/>
    <dgm:cxn modelId="{E43BE8F4-51A8-46E4-95AF-294008F7039C}" srcId="{F6C2A06B-76B7-4DFE-A861-53FDF6E818ED}" destId="{B7D7FC70-B0E7-41C2-84F5-C0D8E2FCCE6C}" srcOrd="0" destOrd="0" parTransId="{2CDCB0BA-9E52-4348-918B-60661F8A8A1A}" sibTransId="{B5B3A32E-5C59-407F-8A0F-3E922458F8DF}"/>
    <dgm:cxn modelId="{59B7C972-C60C-4BB0-99C6-B04CCCC14B30}" type="presParOf" srcId="{12EAC4DA-6521-4148-BFE2-0F40562538BB}" destId="{774533C8-5286-4E94-88B0-A15E484D5ADB}" srcOrd="0" destOrd="0" presId="urn:microsoft.com/office/officeart/2005/8/layout/orgChart1"/>
    <dgm:cxn modelId="{AF37642E-8846-4CAE-8CBB-88E21D6E1CC2}" type="presParOf" srcId="{774533C8-5286-4E94-88B0-A15E484D5ADB}" destId="{A0DC94E9-4E1F-4C0B-B19E-676C2F6596CF}" srcOrd="0" destOrd="0" presId="urn:microsoft.com/office/officeart/2005/8/layout/orgChart1"/>
    <dgm:cxn modelId="{A149A33E-536D-4D21-8D1A-E9CAC42F9139}" type="presParOf" srcId="{A0DC94E9-4E1F-4C0B-B19E-676C2F6596CF}" destId="{7903B4CF-4693-460E-8B6B-A95BABE9111E}" srcOrd="0" destOrd="0" presId="urn:microsoft.com/office/officeart/2005/8/layout/orgChart1"/>
    <dgm:cxn modelId="{0781FFEA-484E-4AE7-8185-1175BCE9DBB1}" type="presParOf" srcId="{A0DC94E9-4E1F-4C0B-B19E-676C2F6596CF}" destId="{4FD99D97-5244-4181-A965-49CA898C2365}" srcOrd="1" destOrd="0" presId="urn:microsoft.com/office/officeart/2005/8/layout/orgChart1"/>
    <dgm:cxn modelId="{E0008ACD-3E16-4747-A8A9-CDC83CBF1553}" type="presParOf" srcId="{774533C8-5286-4E94-88B0-A15E484D5ADB}" destId="{59863C1B-B240-4862-8718-30B4F40D0AD2}" srcOrd="1" destOrd="0" presId="urn:microsoft.com/office/officeart/2005/8/layout/orgChart1"/>
    <dgm:cxn modelId="{CA38B60C-0848-41ED-9085-A30B1CC6F8CB}" type="presParOf" srcId="{59863C1B-B240-4862-8718-30B4F40D0AD2}" destId="{8B54622B-9D02-4748-9A45-A6F964B7719D}" srcOrd="0" destOrd="0" presId="urn:microsoft.com/office/officeart/2005/8/layout/orgChart1"/>
    <dgm:cxn modelId="{B90AF191-E3B0-44E9-93CB-690B47EF8435}" type="presParOf" srcId="{59863C1B-B240-4862-8718-30B4F40D0AD2}" destId="{A33FFC81-F1FE-4E42-B8A3-E6F09973519F}" srcOrd="1" destOrd="0" presId="urn:microsoft.com/office/officeart/2005/8/layout/orgChart1"/>
    <dgm:cxn modelId="{C52501D7-1D00-436C-AB19-C7AD2D790A00}" type="presParOf" srcId="{A33FFC81-F1FE-4E42-B8A3-E6F09973519F}" destId="{63E3FF0A-3169-4495-8A81-6971FB739BCE}" srcOrd="0" destOrd="0" presId="urn:microsoft.com/office/officeart/2005/8/layout/orgChart1"/>
    <dgm:cxn modelId="{64024A30-2A0B-435D-9D4C-C83378B31A1A}" type="presParOf" srcId="{63E3FF0A-3169-4495-8A81-6971FB739BCE}" destId="{E949B4D6-3806-46DD-A15C-100029864875}" srcOrd="0" destOrd="0" presId="urn:microsoft.com/office/officeart/2005/8/layout/orgChart1"/>
    <dgm:cxn modelId="{9F75764D-F7B1-4FA9-96EB-32341836EC78}" type="presParOf" srcId="{63E3FF0A-3169-4495-8A81-6971FB739BCE}" destId="{635B0C77-5F63-4B33-A9FD-E6A8ECA54E11}" srcOrd="1" destOrd="0" presId="urn:microsoft.com/office/officeart/2005/8/layout/orgChart1"/>
    <dgm:cxn modelId="{E77BF945-91D6-4915-8BE0-8D6C64724BFB}" type="presParOf" srcId="{A33FFC81-F1FE-4E42-B8A3-E6F09973519F}" destId="{580B815A-ECEF-4D4F-BC29-C9E3CC1B0A19}" srcOrd="1" destOrd="0" presId="urn:microsoft.com/office/officeart/2005/8/layout/orgChart1"/>
    <dgm:cxn modelId="{D7E2615C-480E-45A0-8666-221985C8F731}" type="presParOf" srcId="{A33FFC81-F1FE-4E42-B8A3-E6F09973519F}" destId="{70BAA429-D21B-42F7-91CA-F7D35595ACA5}" srcOrd="2" destOrd="0" presId="urn:microsoft.com/office/officeart/2005/8/layout/orgChart1"/>
    <dgm:cxn modelId="{81F95D07-75D3-4788-8D2E-D19FBA957028}" type="presParOf" srcId="{59863C1B-B240-4862-8718-30B4F40D0AD2}" destId="{9455E8BE-C672-4E67-B8FD-F725620A40E6}" srcOrd="2" destOrd="0" presId="urn:microsoft.com/office/officeart/2005/8/layout/orgChart1"/>
    <dgm:cxn modelId="{2DF43F41-4A7F-4D7D-B071-F7E1035C356D}" type="presParOf" srcId="{59863C1B-B240-4862-8718-30B4F40D0AD2}" destId="{B7FF29C7-6BFE-4EBF-A09B-7C80AAA02606}" srcOrd="3" destOrd="0" presId="urn:microsoft.com/office/officeart/2005/8/layout/orgChart1"/>
    <dgm:cxn modelId="{2B0F7945-DAE7-48B9-AA82-670B050CBBA5}" type="presParOf" srcId="{B7FF29C7-6BFE-4EBF-A09B-7C80AAA02606}" destId="{9D5D034A-ED86-4D3C-8BF5-44B0AC4A7472}" srcOrd="0" destOrd="0" presId="urn:microsoft.com/office/officeart/2005/8/layout/orgChart1"/>
    <dgm:cxn modelId="{241400B2-6B22-4DD4-9165-33733B97AF3B}" type="presParOf" srcId="{9D5D034A-ED86-4D3C-8BF5-44B0AC4A7472}" destId="{1A13A3D8-1DF4-4DA0-A79E-2741260B2776}" srcOrd="0" destOrd="0" presId="urn:microsoft.com/office/officeart/2005/8/layout/orgChart1"/>
    <dgm:cxn modelId="{6D80B621-2573-40B8-8E7F-0B7167B1F920}" type="presParOf" srcId="{9D5D034A-ED86-4D3C-8BF5-44B0AC4A7472}" destId="{8D75C58F-4E9B-48F8-8435-FF75D6B3BEC1}" srcOrd="1" destOrd="0" presId="urn:microsoft.com/office/officeart/2005/8/layout/orgChart1"/>
    <dgm:cxn modelId="{AC740702-3E22-4B7F-826D-BF07B47B7597}" type="presParOf" srcId="{B7FF29C7-6BFE-4EBF-A09B-7C80AAA02606}" destId="{F6039576-A4EB-41C8-8CB5-F876B70A64F5}" srcOrd="1" destOrd="0" presId="urn:microsoft.com/office/officeart/2005/8/layout/orgChart1"/>
    <dgm:cxn modelId="{731338AC-4509-43DE-9170-B8B7F705F31A}" type="presParOf" srcId="{B7FF29C7-6BFE-4EBF-A09B-7C80AAA02606}" destId="{3AFAD70B-03CE-4781-BB46-C3D857FCC6AA}" srcOrd="2" destOrd="0" presId="urn:microsoft.com/office/officeart/2005/8/layout/orgChart1"/>
    <dgm:cxn modelId="{A424FD55-4B2C-471F-92C4-45F2CC7EF112}" type="presParOf" srcId="{59863C1B-B240-4862-8718-30B4F40D0AD2}" destId="{BE2BF53D-A56C-45A0-96A9-D5F23C7448C5}" srcOrd="4" destOrd="0" presId="urn:microsoft.com/office/officeart/2005/8/layout/orgChart1"/>
    <dgm:cxn modelId="{6A179E89-4CCF-47DC-8B08-E0F72863980A}" type="presParOf" srcId="{59863C1B-B240-4862-8718-30B4F40D0AD2}" destId="{0B9DEC15-E4E3-4DE8-9744-AF151B276505}" srcOrd="5" destOrd="0" presId="urn:microsoft.com/office/officeart/2005/8/layout/orgChart1"/>
    <dgm:cxn modelId="{AC49D115-3F6C-4C3C-8EEE-4FE2E73D5441}" type="presParOf" srcId="{0B9DEC15-E4E3-4DE8-9744-AF151B276505}" destId="{DEEE8165-7D65-44FE-AEB2-2A1DD98C67C1}" srcOrd="0" destOrd="0" presId="urn:microsoft.com/office/officeart/2005/8/layout/orgChart1"/>
    <dgm:cxn modelId="{B671C81A-3CD1-4798-9E41-1DED1B310AB4}" type="presParOf" srcId="{DEEE8165-7D65-44FE-AEB2-2A1DD98C67C1}" destId="{50361BD9-1B7C-4E4D-8FAB-95BD4F485EE7}" srcOrd="0" destOrd="0" presId="urn:microsoft.com/office/officeart/2005/8/layout/orgChart1"/>
    <dgm:cxn modelId="{92986184-B1FB-4321-B15A-9A3F577C9445}" type="presParOf" srcId="{DEEE8165-7D65-44FE-AEB2-2A1DD98C67C1}" destId="{DDCA39B7-788E-45FB-B75E-87E51E724853}" srcOrd="1" destOrd="0" presId="urn:microsoft.com/office/officeart/2005/8/layout/orgChart1"/>
    <dgm:cxn modelId="{65A09290-638A-4726-9E58-D075DE2C90E5}" type="presParOf" srcId="{0B9DEC15-E4E3-4DE8-9744-AF151B276505}" destId="{2FE5B571-4019-4D37-AC85-F487E1E99B88}" srcOrd="1" destOrd="0" presId="urn:microsoft.com/office/officeart/2005/8/layout/orgChart1"/>
    <dgm:cxn modelId="{4389FEF0-C634-45FF-B034-81F707C6F95C}" type="presParOf" srcId="{0B9DEC15-E4E3-4DE8-9744-AF151B276505}" destId="{1D9C3D59-A7A1-4D8E-B5CA-3E9D0D509E78}" srcOrd="2" destOrd="0" presId="urn:microsoft.com/office/officeart/2005/8/layout/orgChart1"/>
    <dgm:cxn modelId="{1313110A-5805-4486-94BA-FFFF6FDBEA8B}" type="presParOf" srcId="{59863C1B-B240-4862-8718-30B4F40D0AD2}" destId="{11C97E7F-2DE3-47DB-BE4C-45536EE6FAA1}" srcOrd="6" destOrd="0" presId="urn:microsoft.com/office/officeart/2005/8/layout/orgChart1"/>
    <dgm:cxn modelId="{F4E835E0-5E42-4862-81D0-3B9CDE92B72D}" type="presParOf" srcId="{59863C1B-B240-4862-8718-30B4F40D0AD2}" destId="{F84208D0-C879-4BF0-993B-0C3003153734}" srcOrd="7" destOrd="0" presId="urn:microsoft.com/office/officeart/2005/8/layout/orgChart1"/>
    <dgm:cxn modelId="{8BFBFB3A-02B6-490C-94FA-8785FAF15224}" type="presParOf" srcId="{F84208D0-C879-4BF0-993B-0C3003153734}" destId="{3CB824A3-D179-4DFA-9A99-C21AE1A63064}" srcOrd="0" destOrd="0" presId="urn:microsoft.com/office/officeart/2005/8/layout/orgChart1"/>
    <dgm:cxn modelId="{D5BF7462-1147-4703-87C0-BCAD5F44357D}" type="presParOf" srcId="{3CB824A3-D179-4DFA-9A99-C21AE1A63064}" destId="{D150BC4B-A6DA-4516-B5B1-6706C1F7A074}" srcOrd="0" destOrd="0" presId="urn:microsoft.com/office/officeart/2005/8/layout/orgChart1"/>
    <dgm:cxn modelId="{65B8BC95-F6D1-445D-8737-383579999A61}" type="presParOf" srcId="{3CB824A3-D179-4DFA-9A99-C21AE1A63064}" destId="{905D93F5-50D0-4E40-9592-89B1612E8048}" srcOrd="1" destOrd="0" presId="urn:microsoft.com/office/officeart/2005/8/layout/orgChart1"/>
    <dgm:cxn modelId="{38558DD3-C713-4BBB-B56E-35DFCD2994C6}" type="presParOf" srcId="{F84208D0-C879-4BF0-993B-0C3003153734}" destId="{C8684DB8-B887-469C-9D76-77B84E3E88ED}" srcOrd="1" destOrd="0" presId="urn:microsoft.com/office/officeart/2005/8/layout/orgChart1"/>
    <dgm:cxn modelId="{33CF0311-209F-4E41-8C2F-AFBD5C05DB09}" type="presParOf" srcId="{F84208D0-C879-4BF0-993B-0C3003153734}" destId="{76B866F9-7F6C-4B08-ACA4-62309AEFFCDB}" srcOrd="2" destOrd="0" presId="urn:microsoft.com/office/officeart/2005/8/layout/orgChart1"/>
    <dgm:cxn modelId="{D2088B32-7674-416A-B06B-FA923C7379D6}" type="presParOf" srcId="{59863C1B-B240-4862-8718-30B4F40D0AD2}" destId="{B8700F93-8B4F-4235-8CB8-BB34D32EFD6F}" srcOrd="8" destOrd="0" presId="urn:microsoft.com/office/officeart/2005/8/layout/orgChart1"/>
    <dgm:cxn modelId="{DE6F0E04-67BF-4D57-A909-6F0B98A7DF99}" type="presParOf" srcId="{59863C1B-B240-4862-8718-30B4F40D0AD2}" destId="{FF22663E-0660-48CB-BF63-9915C4F85AD9}" srcOrd="9" destOrd="0" presId="urn:microsoft.com/office/officeart/2005/8/layout/orgChart1"/>
    <dgm:cxn modelId="{29BE4524-7131-410D-A987-8FE7472F455A}" type="presParOf" srcId="{FF22663E-0660-48CB-BF63-9915C4F85AD9}" destId="{9E396E93-296C-4B6D-93F1-8E5CC15F3D30}" srcOrd="0" destOrd="0" presId="urn:microsoft.com/office/officeart/2005/8/layout/orgChart1"/>
    <dgm:cxn modelId="{A6500E80-133C-47A8-B19E-9F41323FC393}" type="presParOf" srcId="{9E396E93-296C-4B6D-93F1-8E5CC15F3D30}" destId="{19DD4875-003E-4D0B-A030-9F39F46E2237}" srcOrd="0" destOrd="0" presId="urn:microsoft.com/office/officeart/2005/8/layout/orgChart1"/>
    <dgm:cxn modelId="{E01A5E2C-D51B-428B-B002-A09D8E71CC3D}" type="presParOf" srcId="{9E396E93-296C-4B6D-93F1-8E5CC15F3D30}" destId="{DB2C46AC-7950-4D10-9705-A8642F7B7CD7}" srcOrd="1" destOrd="0" presId="urn:microsoft.com/office/officeart/2005/8/layout/orgChart1"/>
    <dgm:cxn modelId="{CF788DAF-158A-4ACC-8931-9D1B566C8B39}" type="presParOf" srcId="{FF22663E-0660-48CB-BF63-9915C4F85AD9}" destId="{74E6C641-7FAB-49F8-94EC-6EB2D130BCC1}" srcOrd="1" destOrd="0" presId="urn:microsoft.com/office/officeart/2005/8/layout/orgChart1"/>
    <dgm:cxn modelId="{ABCCDAE3-72B8-4B09-866A-C3A62039C149}" type="presParOf" srcId="{FF22663E-0660-48CB-BF63-9915C4F85AD9}" destId="{D32A42D1-3BDF-4E8F-9BB4-2D0D4D526A10}" srcOrd="2" destOrd="0" presId="urn:microsoft.com/office/officeart/2005/8/layout/orgChart1"/>
    <dgm:cxn modelId="{6B5B7A21-4539-4316-A9A0-D7E447DC382D}" type="presParOf" srcId="{774533C8-5286-4E94-88B0-A15E484D5ADB}" destId="{5BB85A08-022F-4EA9-A4B5-D1BBEE708CD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E77E61-45B5-44B9-9B2D-532B7F2BC0BB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s-MX"/>
        </a:p>
      </dgm:t>
    </dgm:pt>
    <dgm:pt modelId="{88BD5D14-9637-4D2D-9B4E-1688DF285412}">
      <dgm:prSet phldrT="[Texto]" custT="1"/>
      <dgm:spPr/>
      <dgm:t>
        <a:bodyPr/>
        <a:lstStyle/>
        <a:p>
          <a:r>
            <a:rPr lang="es-MX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Propiedades de los vectores</a:t>
          </a:r>
        </a:p>
      </dgm:t>
    </dgm:pt>
    <dgm:pt modelId="{227899DC-911E-4966-8E79-462EBB13FE66}" type="parTrans" cxnId="{50E6E8BD-00BD-4347-88E1-769C62D2B3FA}">
      <dgm:prSet/>
      <dgm:spPr/>
      <dgm:t>
        <a:bodyPr/>
        <a:lstStyle/>
        <a:p>
          <a:endParaRPr lang="es-MX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4B28BD-3EA9-4800-B240-C944C390237F}" type="sibTrans" cxnId="{50E6E8BD-00BD-4347-88E1-769C62D2B3FA}">
      <dgm:prSet/>
      <dgm:spPr/>
      <dgm:t>
        <a:bodyPr/>
        <a:lstStyle/>
        <a:p>
          <a:endParaRPr lang="es-MX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E7BC63-5D3E-483A-AA5B-2C091BBCDF7A}">
      <dgm:prSet phldrT="[Texto]" custT="1"/>
      <dgm:spPr/>
      <dgm:t>
        <a:bodyPr/>
        <a:lstStyle/>
        <a:p>
          <a:r>
            <a:rPr lang="es-MX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Modo/Tipo</a:t>
          </a:r>
        </a:p>
      </dgm:t>
    </dgm:pt>
    <dgm:pt modelId="{EAEE86F6-FB66-40C4-AA30-5836F405B6DB}" type="parTrans" cxnId="{E6B6D16A-99B2-4197-B746-61442BA6523D}">
      <dgm:prSet/>
      <dgm:spPr/>
      <dgm:t>
        <a:bodyPr/>
        <a:lstStyle/>
        <a:p>
          <a:endParaRPr lang="es-MX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F507D1A-D119-4076-B1EB-D05A0484F0D4}" type="sibTrans" cxnId="{E6B6D16A-99B2-4197-B746-61442BA6523D}">
      <dgm:prSet/>
      <dgm:spPr/>
      <dgm:t>
        <a:bodyPr/>
        <a:lstStyle/>
        <a:p>
          <a:endParaRPr lang="es-MX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7EFB8F2-3453-43A6-AC80-58786FF2AE10}">
      <dgm:prSet phldrT="[Texto]" custT="1"/>
      <dgm:spPr/>
      <dgm:t>
        <a:bodyPr/>
        <a:lstStyle/>
        <a:p>
          <a:r>
            <a:rPr lang="es-MX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Longitud</a:t>
          </a:r>
        </a:p>
      </dgm:t>
    </dgm:pt>
    <dgm:pt modelId="{77EF0F68-B2FE-4B8E-B8AC-B9F3A5637B01}" type="parTrans" cxnId="{379CF0A3-8FD7-4091-828A-34EACBB0139F}">
      <dgm:prSet/>
      <dgm:spPr/>
      <dgm:t>
        <a:bodyPr/>
        <a:lstStyle/>
        <a:p>
          <a:endParaRPr lang="es-MX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FC3E42-9FA8-4938-BF79-986A5ECD1F60}" type="sibTrans" cxnId="{379CF0A3-8FD7-4091-828A-34EACBB0139F}">
      <dgm:prSet/>
      <dgm:spPr/>
      <dgm:t>
        <a:bodyPr/>
        <a:lstStyle/>
        <a:p>
          <a:endParaRPr lang="es-MX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D79004-B2F1-4D00-84FC-338B069B473D}">
      <dgm:prSet/>
      <dgm:spPr/>
      <dgm:t>
        <a:bodyPr/>
        <a:lstStyle/>
        <a:p>
          <a:r>
            <a:rPr lang="es-MX" dirty="0">
              <a:latin typeface="Times New Roman" panose="02020603050405020304" pitchFamily="18" charset="0"/>
              <a:cs typeface="Times New Roman" panose="02020603050405020304" pitchFamily="18" charset="0"/>
            </a:rPr>
            <a:t>Es el número de elementos que contiene un vector. El largo es la única dimensión que tiene esta estructura de datos. Para calcular el largo del vector se utiliza la función </a:t>
          </a:r>
          <a:r>
            <a:rPr lang="es-MX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lenght</a:t>
          </a:r>
          <a:r>
            <a:rPr lang="es-MX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( ).</a:t>
          </a:r>
          <a:r>
            <a:rPr lang="es-MX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gm:t>
    </dgm:pt>
    <dgm:pt modelId="{083E2AAA-B694-404E-8554-7B13FD993DC9}" type="parTrans" cxnId="{4FF16153-0543-484D-8CA0-8D01D56BC3E7}">
      <dgm:prSet/>
      <dgm:spPr/>
      <dgm:t>
        <a:bodyPr/>
        <a:lstStyle/>
        <a:p>
          <a:endParaRPr lang="es-MX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EDBC16-CD46-4E17-B3F4-0CFD90C94EB7}" type="sibTrans" cxnId="{4FF16153-0543-484D-8CA0-8D01D56BC3E7}">
      <dgm:prSet/>
      <dgm:spPr/>
      <dgm:t>
        <a:bodyPr/>
        <a:lstStyle/>
        <a:p>
          <a:endParaRPr lang="es-MX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8173D2-7B5F-44D3-83A2-5868084003C1}">
      <dgm:prSet/>
      <dgm:spPr/>
      <dgm:t>
        <a:bodyPr/>
        <a:lstStyle/>
        <a:p>
          <a:r>
            <a:rPr lang="es-MX" dirty="0">
              <a:latin typeface="Times New Roman" panose="02020603050405020304" pitchFamily="18" charset="0"/>
              <a:cs typeface="Times New Roman" panose="02020603050405020304" pitchFamily="18" charset="0"/>
            </a:rPr>
            <a:t>Un vector tiene el mismo </a:t>
          </a:r>
          <a:r>
            <a:rPr lang="es-MX" b="1" dirty="0">
              <a:latin typeface="Times New Roman" panose="02020603050405020304" pitchFamily="18" charset="0"/>
              <a:cs typeface="Times New Roman" panose="02020603050405020304" pitchFamily="18" charset="0"/>
            </a:rPr>
            <a:t>tipo</a:t>
          </a:r>
          <a:r>
            <a:rPr lang="es-MX" dirty="0">
              <a:latin typeface="Times New Roman" panose="02020603050405020304" pitchFamily="18" charset="0"/>
              <a:cs typeface="Times New Roman" panose="02020603050405020304" pitchFamily="18" charset="0"/>
            </a:rPr>
            <a:t> que los datos que contiene </a:t>
          </a:r>
          <a:r>
            <a:rPr lang="es-MX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(vector atómico)</a:t>
          </a:r>
          <a:r>
            <a:rPr lang="es-MX" dirty="0">
              <a:latin typeface="Times New Roman" panose="02020603050405020304" pitchFamily="18" charset="0"/>
              <a:cs typeface="Times New Roman" panose="02020603050405020304" pitchFamily="18" charset="0"/>
            </a:rPr>
            <a:t>. Por ejemplo, si tenemos un vector que contiene datos de tipo </a:t>
          </a:r>
          <a:r>
            <a:rPr lang="es-MX" b="1" dirty="0">
              <a:latin typeface="Times New Roman" panose="02020603050405020304" pitchFamily="18" charset="0"/>
              <a:cs typeface="Times New Roman" panose="02020603050405020304" pitchFamily="18" charset="0"/>
            </a:rPr>
            <a:t>numérico</a:t>
          </a:r>
          <a:r>
            <a:rPr lang="es-MX" dirty="0">
              <a:latin typeface="Times New Roman" panose="02020603050405020304" pitchFamily="18" charset="0"/>
              <a:cs typeface="Times New Roman" panose="02020603050405020304" pitchFamily="18" charset="0"/>
            </a:rPr>
            <a:t>, el vector será también de tipo numérico, es decir la clase del vector es </a:t>
          </a:r>
          <a:r>
            <a:rPr lang="es-MX" b="1" dirty="0">
              <a:latin typeface="Times New Roman" panose="02020603050405020304" pitchFamily="18" charset="0"/>
              <a:cs typeface="Times New Roman" panose="02020603050405020304" pitchFamily="18" charset="0"/>
            </a:rPr>
            <a:t>numérico</a:t>
          </a:r>
          <a:r>
            <a:rPr lang="es-MX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</a:p>
      </dgm:t>
    </dgm:pt>
    <dgm:pt modelId="{62CAB277-F570-4C02-82A0-08B0AB9FB7B5}" type="sibTrans" cxnId="{262C9912-22F5-4931-B4A7-55D9461F20B8}">
      <dgm:prSet/>
      <dgm:spPr/>
      <dgm:t>
        <a:bodyPr/>
        <a:lstStyle/>
        <a:p>
          <a:endParaRPr lang="es-MX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4AECA59-D47F-4CA2-B877-F75361685B92}" type="parTrans" cxnId="{262C9912-22F5-4931-B4A7-55D9461F20B8}">
      <dgm:prSet/>
      <dgm:spPr/>
      <dgm:t>
        <a:bodyPr/>
        <a:lstStyle/>
        <a:p>
          <a:endParaRPr lang="es-MX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C67F49-DB4C-4F9A-A1B7-4D3E7F9B2755}" type="pres">
      <dgm:prSet presAssocID="{43E77E61-45B5-44B9-9B2D-532B7F2BC0B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491F493-8670-49E6-A2B7-8204031AB1B9}" type="pres">
      <dgm:prSet presAssocID="{88BD5D14-9637-4D2D-9B4E-1688DF285412}" presName="hierRoot1" presStyleCnt="0">
        <dgm:presLayoutVars>
          <dgm:hierBranch val="init"/>
        </dgm:presLayoutVars>
      </dgm:prSet>
      <dgm:spPr/>
    </dgm:pt>
    <dgm:pt modelId="{8793A54D-B5E7-4175-9E39-BD769D005D90}" type="pres">
      <dgm:prSet presAssocID="{88BD5D14-9637-4D2D-9B4E-1688DF285412}" presName="rootComposite1" presStyleCnt="0"/>
      <dgm:spPr/>
    </dgm:pt>
    <dgm:pt modelId="{66316F77-12B5-4B1A-99E6-79762171228A}" type="pres">
      <dgm:prSet presAssocID="{88BD5D14-9637-4D2D-9B4E-1688DF285412}" presName="rootText1" presStyleLbl="node0" presStyleIdx="0" presStyleCnt="1">
        <dgm:presLayoutVars>
          <dgm:chPref val="3"/>
        </dgm:presLayoutVars>
      </dgm:prSet>
      <dgm:spPr/>
    </dgm:pt>
    <dgm:pt modelId="{966B54C1-2527-4833-AD0B-23B73D773D58}" type="pres">
      <dgm:prSet presAssocID="{88BD5D14-9637-4D2D-9B4E-1688DF285412}" presName="rootConnector1" presStyleLbl="node1" presStyleIdx="0" presStyleCnt="0"/>
      <dgm:spPr/>
    </dgm:pt>
    <dgm:pt modelId="{F1D77531-77AF-4579-9BDE-D003F8134E5E}" type="pres">
      <dgm:prSet presAssocID="{88BD5D14-9637-4D2D-9B4E-1688DF285412}" presName="hierChild2" presStyleCnt="0"/>
      <dgm:spPr/>
    </dgm:pt>
    <dgm:pt modelId="{D27FFBD1-04B1-43F0-AB00-989824FF2A78}" type="pres">
      <dgm:prSet presAssocID="{EAEE86F6-FB66-40C4-AA30-5836F405B6DB}" presName="Name64" presStyleLbl="parChTrans1D2" presStyleIdx="0" presStyleCnt="2"/>
      <dgm:spPr/>
    </dgm:pt>
    <dgm:pt modelId="{E5C405CF-2A9F-4350-8EF0-5993A9F5A446}" type="pres">
      <dgm:prSet presAssocID="{30E7BC63-5D3E-483A-AA5B-2C091BBCDF7A}" presName="hierRoot2" presStyleCnt="0">
        <dgm:presLayoutVars>
          <dgm:hierBranch val="init"/>
        </dgm:presLayoutVars>
      </dgm:prSet>
      <dgm:spPr/>
    </dgm:pt>
    <dgm:pt modelId="{CCF0D2E4-73EA-4557-87D2-131EF97EAA62}" type="pres">
      <dgm:prSet presAssocID="{30E7BC63-5D3E-483A-AA5B-2C091BBCDF7A}" presName="rootComposite" presStyleCnt="0"/>
      <dgm:spPr/>
    </dgm:pt>
    <dgm:pt modelId="{1DE3ECAC-8CA8-4B27-9D8C-B9F832B644AF}" type="pres">
      <dgm:prSet presAssocID="{30E7BC63-5D3E-483A-AA5B-2C091BBCDF7A}" presName="rootText" presStyleLbl="node2" presStyleIdx="0" presStyleCnt="2" custScaleX="54456">
        <dgm:presLayoutVars>
          <dgm:chPref val="3"/>
        </dgm:presLayoutVars>
      </dgm:prSet>
      <dgm:spPr/>
    </dgm:pt>
    <dgm:pt modelId="{C4FEA2C5-1EC5-43AE-BAA1-FCD14AF9D461}" type="pres">
      <dgm:prSet presAssocID="{30E7BC63-5D3E-483A-AA5B-2C091BBCDF7A}" presName="rootConnector" presStyleLbl="node2" presStyleIdx="0" presStyleCnt="2"/>
      <dgm:spPr/>
    </dgm:pt>
    <dgm:pt modelId="{EAFEA63D-60E5-448A-8419-6A533B64393C}" type="pres">
      <dgm:prSet presAssocID="{30E7BC63-5D3E-483A-AA5B-2C091BBCDF7A}" presName="hierChild4" presStyleCnt="0"/>
      <dgm:spPr/>
    </dgm:pt>
    <dgm:pt modelId="{60FB4659-F67C-4AD5-9A23-3C14FBBE276A}" type="pres">
      <dgm:prSet presAssocID="{84AECA59-D47F-4CA2-B877-F75361685B92}" presName="Name64" presStyleLbl="parChTrans1D3" presStyleIdx="0" presStyleCnt="2"/>
      <dgm:spPr/>
    </dgm:pt>
    <dgm:pt modelId="{778D9071-85C7-40EF-858D-F7A48BD13E72}" type="pres">
      <dgm:prSet presAssocID="{358173D2-7B5F-44D3-83A2-5868084003C1}" presName="hierRoot2" presStyleCnt="0">
        <dgm:presLayoutVars>
          <dgm:hierBranch val="init"/>
        </dgm:presLayoutVars>
      </dgm:prSet>
      <dgm:spPr/>
    </dgm:pt>
    <dgm:pt modelId="{2B0BA3CB-8477-452A-ABBC-987BB2D462F3}" type="pres">
      <dgm:prSet presAssocID="{358173D2-7B5F-44D3-83A2-5868084003C1}" presName="rootComposite" presStyleCnt="0"/>
      <dgm:spPr/>
    </dgm:pt>
    <dgm:pt modelId="{ABB08AB8-B253-486B-810E-576E5BE45E9C}" type="pres">
      <dgm:prSet presAssocID="{358173D2-7B5F-44D3-83A2-5868084003C1}" presName="rootText" presStyleLbl="node3" presStyleIdx="0" presStyleCnt="2" custScaleX="340969">
        <dgm:presLayoutVars>
          <dgm:chPref val="3"/>
        </dgm:presLayoutVars>
      </dgm:prSet>
      <dgm:spPr/>
    </dgm:pt>
    <dgm:pt modelId="{96524A1F-3517-4338-BFAA-335761766AC3}" type="pres">
      <dgm:prSet presAssocID="{358173D2-7B5F-44D3-83A2-5868084003C1}" presName="rootConnector" presStyleLbl="node3" presStyleIdx="0" presStyleCnt="2"/>
      <dgm:spPr/>
    </dgm:pt>
    <dgm:pt modelId="{EA724FC5-C8B9-4A7D-8B1E-14C77CF30D36}" type="pres">
      <dgm:prSet presAssocID="{358173D2-7B5F-44D3-83A2-5868084003C1}" presName="hierChild4" presStyleCnt="0"/>
      <dgm:spPr/>
    </dgm:pt>
    <dgm:pt modelId="{176F7EE8-1EEE-43EB-B108-53C7B2F9A7A5}" type="pres">
      <dgm:prSet presAssocID="{358173D2-7B5F-44D3-83A2-5868084003C1}" presName="hierChild5" presStyleCnt="0"/>
      <dgm:spPr/>
    </dgm:pt>
    <dgm:pt modelId="{BDED64BB-0812-43C7-A507-FEBA519A27F3}" type="pres">
      <dgm:prSet presAssocID="{30E7BC63-5D3E-483A-AA5B-2C091BBCDF7A}" presName="hierChild5" presStyleCnt="0"/>
      <dgm:spPr/>
    </dgm:pt>
    <dgm:pt modelId="{121E95CE-5D23-4957-9ABD-BD0AAE0204D4}" type="pres">
      <dgm:prSet presAssocID="{77EF0F68-B2FE-4B8E-B8AC-B9F3A5637B01}" presName="Name64" presStyleLbl="parChTrans1D2" presStyleIdx="1" presStyleCnt="2"/>
      <dgm:spPr/>
    </dgm:pt>
    <dgm:pt modelId="{D8F34827-2C69-4A3B-8FBD-C4072B6E800E}" type="pres">
      <dgm:prSet presAssocID="{47EFB8F2-3453-43A6-AC80-58786FF2AE10}" presName="hierRoot2" presStyleCnt="0">
        <dgm:presLayoutVars>
          <dgm:hierBranch val="init"/>
        </dgm:presLayoutVars>
      </dgm:prSet>
      <dgm:spPr/>
    </dgm:pt>
    <dgm:pt modelId="{A628CD54-BD8F-4925-86F1-F49F8D9CE905}" type="pres">
      <dgm:prSet presAssocID="{47EFB8F2-3453-43A6-AC80-58786FF2AE10}" presName="rootComposite" presStyleCnt="0"/>
      <dgm:spPr/>
    </dgm:pt>
    <dgm:pt modelId="{5D15E2D9-A942-47E5-870A-D49472D80DD8}" type="pres">
      <dgm:prSet presAssocID="{47EFB8F2-3453-43A6-AC80-58786FF2AE10}" presName="rootText" presStyleLbl="node2" presStyleIdx="1" presStyleCnt="2" custScaleX="54456">
        <dgm:presLayoutVars>
          <dgm:chPref val="3"/>
        </dgm:presLayoutVars>
      </dgm:prSet>
      <dgm:spPr/>
    </dgm:pt>
    <dgm:pt modelId="{F276326A-6085-4798-84A6-29F1DF9B7313}" type="pres">
      <dgm:prSet presAssocID="{47EFB8F2-3453-43A6-AC80-58786FF2AE10}" presName="rootConnector" presStyleLbl="node2" presStyleIdx="1" presStyleCnt="2"/>
      <dgm:spPr/>
    </dgm:pt>
    <dgm:pt modelId="{868A8256-5FF3-4E99-AFD5-F4EF463AD1D9}" type="pres">
      <dgm:prSet presAssocID="{47EFB8F2-3453-43A6-AC80-58786FF2AE10}" presName="hierChild4" presStyleCnt="0"/>
      <dgm:spPr/>
    </dgm:pt>
    <dgm:pt modelId="{45E7473E-05F9-4322-B581-79ED78C592D0}" type="pres">
      <dgm:prSet presAssocID="{083E2AAA-B694-404E-8554-7B13FD993DC9}" presName="Name64" presStyleLbl="parChTrans1D3" presStyleIdx="1" presStyleCnt="2"/>
      <dgm:spPr/>
    </dgm:pt>
    <dgm:pt modelId="{0824AE05-7C9D-4198-9D1C-95729E8CE5A0}" type="pres">
      <dgm:prSet presAssocID="{B4D79004-B2F1-4D00-84FC-338B069B473D}" presName="hierRoot2" presStyleCnt="0">
        <dgm:presLayoutVars>
          <dgm:hierBranch val="init"/>
        </dgm:presLayoutVars>
      </dgm:prSet>
      <dgm:spPr/>
    </dgm:pt>
    <dgm:pt modelId="{F2B4FBB4-4E89-4F6B-ABC7-D8D5CD39926C}" type="pres">
      <dgm:prSet presAssocID="{B4D79004-B2F1-4D00-84FC-338B069B473D}" presName="rootComposite" presStyleCnt="0"/>
      <dgm:spPr/>
    </dgm:pt>
    <dgm:pt modelId="{D3CAF9A6-DFD5-4F6B-B55B-5EEEA7144BE6}" type="pres">
      <dgm:prSet presAssocID="{B4D79004-B2F1-4D00-84FC-338B069B473D}" presName="rootText" presStyleLbl="node3" presStyleIdx="1" presStyleCnt="2" custScaleX="340969">
        <dgm:presLayoutVars>
          <dgm:chPref val="3"/>
        </dgm:presLayoutVars>
      </dgm:prSet>
      <dgm:spPr/>
    </dgm:pt>
    <dgm:pt modelId="{77FC18B6-93AD-4AB8-92B3-8E82220BFF01}" type="pres">
      <dgm:prSet presAssocID="{B4D79004-B2F1-4D00-84FC-338B069B473D}" presName="rootConnector" presStyleLbl="node3" presStyleIdx="1" presStyleCnt="2"/>
      <dgm:spPr/>
    </dgm:pt>
    <dgm:pt modelId="{12CE6D1E-1FAC-4701-9804-4405DBF17C61}" type="pres">
      <dgm:prSet presAssocID="{B4D79004-B2F1-4D00-84FC-338B069B473D}" presName="hierChild4" presStyleCnt="0"/>
      <dgm:spPr/>
    </dgm:pt>
    <dgm:pt modelId="{7DBE7D76-690E-470A-BE08-C060C8EB4F30}" type="pres">
      <dgm:prSet presAssocID="{B4D79004-B2F1-4D00-84FC-338B069B473D}" presName="hierChild5" presStyleCnt="0"/>
      <dgm:spPr/>
    </dgm:pt>
    <dgm:pt modelId="{CF60B06B-24A8-49BA-91C8-3F69F3FAA4B0}" type="pres">
      <dgm:prSet presAssocID="{47EFB8F2-3453-43A6-AC80-58786FF2AE10}" presName="hierChild5" presStyleCnt="0"/>
      <dgm:spPr/>
    </dgm:pt>
    <dgm:pt modelId="{7CE0FFFB-72B2-4BB3-A89E-524D4FCE338B}" type="pres">
      <dgm:prSet presAssocID="{88BD5D14-9637-4D2D-9B4E-1688DF285412}" presName="hierChild3" presStyleCnt="0"/>
      <dgm:spPr/>
    </dgm:pt>
  </dgm:ptLst>
  <dgm:cxnLst>
    <dgm:cxn modelId="{A8933A0F-C1E6-46E5-8303-1AAEBB7987FE}" type="presOf" srcId="{EAEE86F6-FB66-40C4-AA30-5836F405B6DB}" destId="{D27FFBD1-04B1-43F0-AB00-989824FF2A78}" srcOrd="0" destOrd="0" presId="urn:microsoft.com/office/officeart/2009/3/layout/HorizontalOrganizationChart"/>
    <dgm:cxn modelId="{262C9912-22F5-4931-B4A7-55D9461F20B8}" srcId="{30E7BC63-5D3E-483A-AA5B-2C091BBCDF7A}" destId="{358173D2-7B5F-44D3-83A2-5868084003C1}" srcOrd="0" destOrd="0" parTransId="{84AECA59-D47F-4CA2-B877-F75361685B92}" sibTransId="{62CAB277-F570-4C02-82A0-08B0AB9FB7B5}"/>
    <dgm:cxn modelId="{17E23B13-3FFE-4229-8B62-82A62834CF92}" type="presOf" srcId="{358173D2-7B5F-44D3-83A2-5868084003C1}" destId="{ABB08AB8-B253-486B-810E-576E5BE45E9C}" srcOrd="0" destOrd="0" presId="urn:microsoft.com/office/officeart/2009/3/layout/HorizontalOrganizationChart"/>
    <dgm:cxn modelId="{1BCDC416-8B51-45D7-8D32-0E8473C92DE6}" type="presOf" srcId="{B4D79004-B2F1-4D00-84FC-338B069B473D}" destId="{77FC18B6-93AD-4AB8-92B3-8E82220BFF01}" srcOrd="1" destOrd="0" presId="urn:microsoft.com/office/officeart/2009/3/layout/HorizontalOrganizationChart"/>
    <dgm:cxn modelId="{2E99585C-3702-4320-A897-D090F316462B}" type="presOf" srcId="{88BD5D14-9637-4D2D-9B4E-1688DF285412}" destId="{966B54C1-2527-4833-AD0B-23B73D773D58}" srcOrd="1" destOrd="0" presId="urn:microsoft.com/office/officeart/2009/3/layout/HorizontalOrganizationChart"/>
    <dgm:cxn modelId="{76810B5E-5BE2-4E4C-83BC-6CA97B6BE18F}" type="presOf" srcId="{47EFB8F2-3453-43A6-AC80-58786FF2AE10}" destId="{5D15E2D9-A942-47E5-870A-D49472D80DD8}" srcOrd="0" destOrd="0" presId="urn:microsoft.com/office/officeart/2009/3/layout/HorizontalOrganizationChart"/>
    <dgm:cxn modelId="{58570E61-6E54-4D24-973B-F76E7D8C088E}" type="presOf" srcId="{84AECA59-D47F-4CA2-B877-F75361685B92}" destId="{60FB4659-F67C-4AD5-9A23-3C14FBBE276A}" srcOrd="0" destOrd="0" presId="urn:microsoft.com/office/officeart/2009/3/layout/HorizontalOrganizationChart"/>
    <dgm:cxn modelId="{E6B6D16A-99B2-4197-B746-61442BA6523D}" srcId="{88BD5D14-9637-4D2D-9B4E-1688DF285412}" destId="{30E7BC63-5D3E-483A-AA5B-2C091BBCDF7A}" srcOrd="0" destOrd="0" parTransId="{EAEE86F6-FB66-40C4-AA30-5836F405B6DB}" sibTransId="{5F507D1A-D119-4076-B1EB-D05A0484F0D4}"/>
    <dgm:cxn modelId="{4FF16153-0543-484D-8CA0-8D01D56BC3E7}" srcId="{47EFB8F2-3453-43A6-AC80-58786FF2AE10}" destId="{B4D79004-B2F1-4D00-84FC-338B069B473D}" srcOrd="0" destOrd="0" parTransId="{083E2AAA-B694-404E-8554-7B13FD993DC9}" sibTransId="{FFEDBC16-CD46-4E17-B3F4-0CFD90C94EB7}"/>
    <dgm:cxn modelId="{18AFC577-08D5-4A58-993D-2FA0DAA2D57F}" type="presOf" srcId="{43E77E61-45B5-44B9-9B2D-532B7F2BC0BB}" destId="{D2C67F49-DB4C-4F9A-A1B7-4D3E7F9B2755}" srcOrd="0" destOrd="0" presId="urn:microsoft.com/office/officeart/2009/3/layout/HorizontalOrganizationChart"/>
    <dgm:cxn modelId="{0482D17B-FB89-412F-BB9A-765B5B2CCE44}" type="presOf" srcId="{30E7BC63-5D3E-483A-AA5B-2C091BBCDF7A}" destId="{1DE3ECAC-8CA8-4B27-9D8C-B9F832B644AF}" srcOrd="0" destOrd="0" presId="urn:microsoft.com/office/officeart/2009/3/layout/HorizontalOrganizationChart"/>
    <dgm:cxn modelId="{DEA11399-CBAE-4D11-94D5-B1187483E727}" type="presOf" srcId="{358173D2-7B5F-44D3-83A2-5868084003C1}" destId="{96524A1F-3517-4338-BFAA-335761766AC3}" srcOrd="1" destOrd="0" presId="urn:microsoft.com/office/officeart/2009/3/layout/HorizontalOrganizationChart"/>
    <dgm:cxn modelId="{379CF0A3-8FD7-4091-828A-34EACBB0139F}" srcId="{88BD5D14-9637-4D2D-9B4E-1688DF285412}" destId="{47EFB8F2-3453-43A6-AC80-58786FF2AE10}" srcOrd="1" destOrd="0" parTransId="{77EF0F68-B2FE-4B8E-B8AC-B9F3A5637B01}" sibTransId="{6FFC3E42-9FA8-4938-BF79-986A5ECD1F60}"/>
    <dgm:cxn modelId="{58F0E6AE-BD01-437D-92DF-5AD64B875A0E}" type="presOf" srcId="{88BD5D14-9637-4D2D-9B4E-1688DF285412}" destId="{66316F77-12B5-4B1A-99E6-79762171228A}" srcOrd="0" destOrd="0" presId="urn:microsoft.com/office/officeart/2009/3/layout/HorizontalOrganizationChart"/>
    <dgm:cxn modelId="{8D12F0B9-688D-4216-B248-21E3B788690E}" type="presOf" srcId="{30E7BC63-5D3E-483A-AA5B-2C091BBCDF7A}" destId="{C4FEA2C5-1EC5-43AE-BAA1-FCD14AF9D461}" srcOrd="1" destOrd="0" presId="urn:microsoft.com/office/officeart/2009/3/layout/HorizontalOrganizationChart"/>
    <dgm:cxn modelId="{50E6E8BD-00BD-4347-88E1-769C62D2B3FA}" srcId="{43E77E61-45B5-44B9-9B2D-532B7F2BC0BB}" destId="{88BD5D14-9637-4D2D-9B4E-1688DF285412}" srcOrd="0" destOrd="0" parTransId="{227899DC-911E-4966-8E79-462EBB13FE66}" sibTransId="{7D4B28BD-3EA9-4800-B240-C944C390237F}"/>
    <dgm:cxn modelId="{05E7C7CF-2AF9-4D3B-ADD7-2CB6ABC72521}" type="presOf" srcId="{B4D79004-B2F1-4D00-84FC-338B069B473D}" destId="{D3CAF9A6-DFD5-4F6B-B55B-5EEEA7144BE6}" srcOrd="0" destOrd="0" presId="urn:microsoft.com/office/officeart/2009/3/layout/HorizontalOrganizationChart"/>
    <dgm:cxn modelId="{6B8461E1-1318-428F-86FA-3AFCA0A06C1D}" type="presOf" srcId="{083E2AAA-B694-404E-8554-7B13FD993DC9}" destId="{45E7473E-05F9-4322-B581-79ED78C592D0}" srcOrd="0" destOrd="0" presId="urn:microsoft.com/office/officeart/2009/3/layout/HorizontalOrganizationChart"/>
    <dgm:cxn modelId="{9241CFF2-5DA0-46C2-B3B3-A06FBA8AE0C4}" type="presOf" srcId="{77EF0F68-B2FE-4B8E-B8AC-B9F3A5637B01}" destId="{121E95CE-5D23-4957-9ABD-BD0AAE0204D4}" srcOrd="0" destOrd="0" presId="urn:microsoft.com/office/officeart/2009/3/layout/HorizontalOrganizationChart"/>
    <dgm:cxn modelId="{933C23FC-0F0E-4CB9-A9F4-D45A39361599}" type="presOf" srcId="{47EFB8F2-3453-43A6-AC80-58786FF2AE10}" destId="{F276326A-6085-4798-84A6-29F1DF9B7313}" srcOrd="1" destOrd="0" presId="urn:microsoft.com/office/officeart/2009/3/layout/HorizontalOrganizationChart"/>
    <dgm:cxn modelId="{E6E41807-0C19-46E2-ABBE-D9415E8CF600}" type="presParOf" srcId="{D2C67F49-DB4C-4F9A-A1B7-4D3E7F9B2755}" destId="{5491F493-8670-49E6-A2B7-8204031AB1B9}" srcOrd="0" destOrd="0" presId="urn:microsoft.com/office/officeart/2009/3/layout/HorizontalOrganizationChart"/>
    <dgm:cxn modelId="{B7EDBB4B-8B36-4117-AD31-3021BAA26D7A}" type="presParOf" srcId="{5491F493-8670-49E6-A2B7-8204031AB1B9}" destId="{8793A54D-B5E7-4175-9E39-BD769D005D90}" srcOrd="0" destOrd="0" presId="urn:microsoft.com/office/officeart/2009/3/layout/HorizontalOrganizationChart"/>
    <dgm:cxn modelId="{0015C3AE-4019-46E0-A2DE-7EFFDF5BEF23}" type="presParOf" srcId="{8793A54D-B5E7-4175-9E39-BD769D005D90}" destId="{66316F77-12B5-4B1A-99E6-79762171228A}" srcOrd="0" destOrd="0" presId="urn:microsoft.com/office/officeart/2009/3/layout/HorizontalOrganizationChart"/>
    <dgm:cxn modelId="{D5775B64-4235-4E2C-BD5B-BAB2807CAFF7}" type="presParOf" srcId="{8793A54D-B5E7-4175-9E39-BD769D005D90}" destId="{966B54C1-2527-4833-AD0B-23B73D773D58}" srcOrd="1" destOrd="0" presId="urn:microsoft.com/office/officeart/2009/3/layout/HorizontalOrganizationChart"/>
    <dgm:cxn modelId="{21A2EC08-3E7F-4DCD-9CD8-9AD6C2F5257E}" type="presParOf" srcId="{5491F493-8670-49E6-A2B7-8204031AB1B9}" destId="{F1D77531-77AF-4579-9BDE-D003F8134E5E}" srcOrd="1" destOrd="0" presId="urn:microsoft.com/office/officeart/2009/3/layout/HorizontalOrganizationChart"/>
    <dgm:cxn modelId="{A59E7E33-D2F7-4D5D-9231-1345F8473315}" type="presParOf" srcId="{F1D77531-77AF-4579-9BDE-D003F8134E5E}" destId="{D27FFBD1-04B1-43F0-AB00-989824FF2A78}" srcOrd="0" destOrd="0" presId="urn:microsoft.com/office/officeart/2009/3/layout/HorizontalOrganizationChart"/>
    <dgm:cxn modelId="{908E7F40-2FCA-4CC7-907E-1370E08BC395}" type="presParOf" srcId="{F1D77531-77AF-4579-9BDE-D003F8134E5E}" destId="{E5C405CF-2A9F-4350-8EF0-5993A9F5A446}" srcOrd="1" destOrd="0" presId="urn:microsoft.com/office/officeart/2009/3/layout/HorizontalOrganizationChart"/>
    <dgm:cxn modelId="{7CDFC09A-DBC4-4C97-86E3-55505F9E583E}" type="presParOf" srcId="{E5C405CF-2A9F-4350-8EF0-5993A9F5A446}" destId="{CCF0D2E4-73EA-4557-87D2-131EF97EAA62}" srcOrd="0" destOrd="0" presId="urn:microsoft.com/office/officeart/2009/3/layout/HorizontalOrganizationChart"/>
    <dgm:cxn modelId="{0260D120-CED3-411D-9F08-5EFA12EF21B4}" type="presParOf" srcId="{CCF0D2E4-73EA-4557-87D2-131EF97EAA62}" destId="{1DE3ECAC-8CA8-4B27-9D8C-B9F832B644AF}" srcOrd="0" destOrd="0" presId="urn:microsoft.com/office/officeart/2009/3/layout/HorizontalOrganizationChart"/>
    <dgm:cxn modelId="{D2A21F4D-77BF-42FF-A619-852DA0CF6BCF}" type="presParOf" srcId="{CCF0D2E4-73EA-4557-87D2-131EF97EAA62}" destId="{C4FEA2C5-1EC5-43AE-BAA1-FCD14AF9D461}" srcOrd="1" destOrd="0" presId="urn:microsoft.com/office/officeart/2009/3/layout/HorizontalOrganizationChart"/>
    <dgm:cxn modelId="{925EA2D3-50C2-45A5-8449-FEBDCEF1CDE4}" type="presParOf" srcId="{E5C405CF-2A9F-4350-8EF0-5993A9F5A446}" destId="{EAFEA63D-60E5-448A-8419-6A533B64393C}" srcOrd="1" destOrd="0" presId="urn:microsoft.com/office/officeart/2009/3/layout/HorizontalOrganizationChart"/>
    <dgm:cxn modelId="{73F36714-B4D9-498A-A804-C4E3C7771842}" type="presParOf" srcId="{EAFEA63D-60E5-448A-8419-6A533B64393C}" destId="{60FB4659-F67C-4AD5-9A23-3C14FBBE276A}" srcOrd="0" destOrd="0" presId="urn:microsoft.com/office/officeart/2009/3/layout/HorizontalOrganizationChart"/>
    <dgm:cxn modelId="{6AEE3669-EFAC-4B28-BAF4-CF8A3348A838}" type="presParOf" srcId="{EAFEA63D-60E5-448A-8419-6A533B64393C}" destId="{778D9071-85C7-40EF-858D-F7A48BD13E72}" srcOrd="1" destOrd="0" presId="urn:microsoft.com/office/officeart/2009/3/layout/HorizontalOrganizationChart"/>
    <dgm:cxn modelId="{6B123650-D5F1-4EAE-A2D4-4C744A2E16B7}" type="presParOf" srcId="{778D9071-85C7-40EF-858D-F7A48BD13E72}" destId="{2B0BA3CB-8477-452A-ABBC-987BB2D462F3}" srcOrd="0" destOrd="0" presId="urn:microsoft.com/office/officeart/2009/3/layout/HorizontalOrganizationChart"/>
    <dgm:cxn modelId="{EDD37134-ECEE-4D1D-BE51-917E4C368E51}" type="presParOf" srcId="{2B0BA3CB-8477-452A-ABBC-987BB2D462F3}" destId="{ABB08AB8-B253-486B-810E-576E5BE45E9C}" srcOrd="0" destOrd="0" presId="urn:microsoft.com/office/officeart/2009/3/layout/HorizontalOrganizationChart"/>
    <dgm:cxn modelId="{7A763662-AC45-455C-A337-71699CDF9F8B}" type="presParOf" srcId="{2B0BA3CB-8477-452A-ABBC-987BB2D462F3}" destId="{96524A1F-3517-4338-BFAA-335761766AC3}" srcOrd="1" destOrd="0" presId="urn:microsoft.com/office/officeart/2009/3/layout/HorizontalOrganizationChart"/>
    <dgm:cxn modelId="{498FF65B-0BA3-4F51-8EBA-C45A52255250}" type="presParOf" srcId="{778D9071-85C7-40EF-858D-F7A48BD13E72}" destId="{EA724FC5-C8B9-4A7D-8B1E-14C77CF30D36}" srcOrd="1" destOrd="0" presId="urn:microsoft.com/office/officeart/2009/3/layout/HorizontalOrganizationChart"/>
    <dgm:cxn modelId="{678E1813-7F25-4E5B-A268-9AC73C9FE08D}" type="presParOf" srcId="{778D9071-85C7-40EF-858D-F7A48BD13E72}" destId="{176F7EE8-1EEE-43EB-B108-53C7B2F9A7A5}" srcOrd="2" destOrd="0" presId="urn:microsoft.com/office/officeart/2009/3/layout/HorizontalOrganizationChart"/>
    <dgm:cxn modelId="{000DCF9D-3549-4ABD-9B0A-E8A65823EED7}" type="presParOf" srcId="{E5C405CF-2A9F-4350-8EF0-5993A9F5A446}" destId="{BDED64BB-0812-43C7-A507-FEBA519A27F3}" srcOrd="2" destOrd="0" presId="urn:microsoft.com/office/officeart/2009/3/layout/HorizontalOrganizationChart"/>
    <dgm:cxn modelId="{6DA818A4-B970-412E-83E3-0C2D8F5E7F55}" type="presParOf" srcId="{F1D77531-77AF-4579-9BDE-D003F8134E5E}" destId="{121E95CE-5D23-4957-9ABD-BD0AAE0204D4}" srcOrd="2" destOrd="0" presId="urn:microsoft.com/office/officeart/2009/3/layout/HorizontalOrganizationChart"/>
    <dgm:cxn modelId="{AE86002F-699D-47E6-AEEC-5294318757E2}" type="presParOf" srcId="{F1D77531-77AF-4579-9BDE-D003F8134E5E}" destId="{D8F34827-2C69-4A3B-8FBD-C4072B6E800E}" srcOrd="3" destOrd="0" presId="urn:microsoft.com/office/officeart/2009/3/layout/HorizontalOrganizationChart"/>
    <dgm:cxn modelId="{5C2A32D2-9496-4BFE-873A-A8D64E9A06B3}" type="presParOf" srcId="{D8F34827-2C69-4A3B-8FBD-C4072B6E800E}" destId="{A628CD54-BD8F-4925-86F1-F49F8D9CE905}" srcOrd="0" destOrd="0" presId="urn:microsoft.com/office/officeart/2009/3/layout/HorizontalOrganizationChart"/>
    <dgm:cxn modelId="{A7C55F2F-C5D2-422D-A2CA-3F8FE3F80C2C}" type="presParOf" srcId="{A628CD54-BD8F-4925-86F1-F49F8D9CE905}" destId="{5D15E2D9-A942-47E5-870A-D49472D80DD8}" srcOrd="0" destOrd="0" presId="urn:microsoft.com/office/officeart/2009/3/layout/HorizontalOrganizationChart"/>
    <dgm:cxn modelId="{5195DCD2-8553-4B43-989D-4BC8ED9CACEE}" type="presParOf" srcId="{A628CD54-BD8F-4925-86F1-F49F8D9CE905}" destId="{F276326A-6085-4798-84A6-29F1DF9B7313}" srcOrd="1" destOrd="0" presId="urn:microsoft.com/office/officeart/2009/3/layout/HorizontalOrganizationChart"/>
    <dgm:cxn modelId="{79522B3E-13FD-462A-A0D3-BE8C0511E781}" type="presParOf" srcId="{D8F34827-2C69-4A3B-8FBD-C4072B6E800E}" destId="{868A8256-5FF3-4E99-AFD5-F4EF463AD1D9}" srcOrd="1" destOrd="0" presId="urn:microsoft.com/office/officeart/2009/3/layout/HorizontalOrganizationChart"/>
    <dgm:cxn modelId="{C368C6BA-202F-41A5-8547-1619D150A336}" type="presParOf" srcId="{868A8256-5FF3-4E99-AFD5-F4EF463AD1D9}" destId="{45E7473E-05F9-4322-B581-79ED78C592D0}" srcOrd="0" destOrd="0" presId="urn:microsoft.com/office/officeart/2009/3/layout/HorizontalOrganizationChart"/>
    <dgm:cxn modelId="{21C1DA40-46B1-45E6-9302-D19868B301EC}" type="presParOf" srcId="{868A8256-5FF3-4E99-AFD5-F4EF463AD1D9}" destId="{0824AE05-7C9D-4198-9D1C-95729E8CE5A0}" srcOrd="1" destOrd="0" presId="urn:microsoft.com/office/officeart/2009/3/layout/HorizontalOrganizationChart"/>
    <dgm:cxn modelId="{9EA10B8E-8271-423E-9C26-9D324F900065}" type="presParOf" srcId="{0824AE05-7C9D-4198-9D1C-95729E8CE5A0}" destId="{F2B4FBB4-4E89-4F6B-ABC7-D8D5CD39926C}" srcOrd="0" destOrd="0" presId="urn:microsoft.com/office/officeart/2009/3/layout/HorizontalOrganizationChart"/>
    <dgm:cxn modelId="{A1C56E68-3F17-400E-9830-91A7766AC3FB}" type="presParOf" srcId="{F2B4FBB4-4E89-4F6B-ABC7-D8D5CD39926C}" destId="{D3CAF9A6-DFD5-4F6B-B55B-5EEEA7144BE6}" srcOrd="0" destOrd="0" presId="urn:microsoft.com/office/officeart/2009/3/layout/HorizontalOrganizationChart"/>
    <dgm:cxn modelId="{8F37DAFF-8475-48B8-A83E-FC894F29038B}" type="presParOf" srcId="{F2B4FBB4-4E89-4F6B-ABC7-D8D5CD39926C}" destId="{77FC18B6-93AD-4AB8-92B3-8E82220BFF01}" srcOrd="1" destOrd="0" presId="urn:microsoft.com/office/officeart/2009/3/layout/HorizontalOrganizationChart"/>
    <dgm:cxn modelId="{3FB55E67-176F-45B9-A1EB-E01959898D8A}" type="presParOf" srcId="{0824AE05-7C9D-4198-9D1C-95729E8CE5A0}" destId="{12CE6D1E-1FAC-4701-9804-4405DBF17C61}" srcOrd="1" destOrd="0" presId="urn:microsoft.com/office/officeart/2009/3/layout/HorizontalOrganizationChart"/>
    <dgm:cxn modelId="{27028348-B9A1-4446-B95F-E0327B989284}" type="presParOf" srcId="{0824AE05-7C9D-4198-9D1C-95729E8CE5A0}" destId="{7DBE7D76-690E-470A-BE08-C060C8EB4F30}" srcOrd="2" destOrd="0" presId="urn:microsoft.com/office/officeart/2009/3/layout/HorizontalOrganizationChart"/>
    <dgm:cxn modelId="{802AC4BC-F166-43D8-9574-9F621BC5B3B1}" type="presParOf" srcId="{D8F34827-2C69-4A3B-8FBD-C4072B6E800E}" destId="{CF60B06B-24A8-49BA-91C8-3F69F3FAA4B0}" srcOrd="2" destOrd="0" presId="urn:microsoft.com/office/officeart/2009/3/layout/HorizontalOrganizationChart"/>
    <dgm:cxn modelId="{ED7A35D9-5550-4C3B-AE32-1AC72B49B0E4}" type="presParOf" srcId="{5491F493-8670-49E6-A2B7-8204031AB1B9}" destId="{7CE0FFFB-72B2-4BB3-A89E-524D4FCE338B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CEB4AD-01EB-46DD-AABC-556B2ABBBE84}" type="doc">
      <dgm:prSet loTypeId="urn:microsoft.com/office/officeart/2005/8/layout/matrix1" loCatId="matrix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MX"/>
        </a:p>
      </dgm:t>
    </dgm:pt>
    <dgm:pt modelId="{8669D36F-1E71-4BAE-A9A8-02E9AC224A2B}">
      <dgm:prSet phldrT="[Texto]" custT="1"/>
      <dgm:spPr/>
      <dgm:t>
        <a:bodyPr/>
        <a:lstStyle/>
        <a:p>
          <a:r>
            <a:rPr lang="es-MX" sz="1800" dirty="0"/>
            <a:t>TIPOS</a:t>
          </a:r>
        </a:p>
      </dgm:t>
    </dgm:pt>
    <dgm:pt modelId="{F1B2A7E8-6E5B-48B3-B6B3-96F5C5AD2F2B}" type="parTrans" cxnId="{CB27BA4F-0F56-409D-BA3F-07E3C7539EB0}">
      <dgm:prSet/>
      <dgm:spPr/>
      <dgm:t>
        <a:bodyPr/>
        <a:lstStyle/>
        <a:p>
          <a:endParaRPr lang="es-MX" sz="1800"/>
        </a:p>
      </dgm:t>
    </dgm:pt>
    <dgm:pt modelId="{4AB4B711-D1A3-416A-AB73-EDF6957201B2}" type="sibTrans" cxnId="{CB27BA4F-0F56-409D-BA3F-07E3C7539EB0}">
      <dgm:prSet/>
      <dgm:spPr/>
      <dgm:t>
        <a:bodyPr/>
        <a:lstStyle/>
        <a:p>
          <a:endParaRPr lang="es-MX" sz="1800"/>
        </a:p>
      </dgm:t>
    </dgm:pt>
    <dgm:pt modelId="{CE381527-6B55-4420-A89A-6F3901E3CFBA}">
      <dgm:prSet phldrT="[Texto]" custT="1"/>
      <dgm:spPr/>
      <dgm:t>
        <a:bodyPr/>
        <a:lstStyle/>
        <a:p>
          <a:pPr algn="ctr"/>
          <a:r>
            <a:rPr lang="es-MX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Un vector lógico. </a:t>
          </a:r>
          <a:r>
            <a:rPr lang="es-MX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Sólo se seleccionarán los elementos correspondientes a valores TRUE (que cumplan ciertas condiciones) del vector de índices y se omitirá el resto.</a:t>
          </a:r>
        </a:p>
      </dgm:t>
    </dgm:pt>
    <dgm:pt modelId="{4707C488-254E-4A6C-BAAB-249AD7EFE113}" type="parTrans" cxnId="{6D754968-F762-4DB9-B3D3-0FF3789666B2}">
      <dgm:prSet/>
      <dgm:spPr/>
      <dgm:t>
        <a:bodyPr/>
        <a:lstStyle/>
        <a:p>
          <a:endParaRPr lang="es-MX" sz="1800"/>
        </a:p>
      </dgm:t>
    </dgm:pt>
    <dgm:pt modelId="{9A8D472B-8EF3-4A95-BB53-470BFB3E194D}" type="sibTrans" cxnId="{6D754968-F762-4DB9-B3D3-0FF3789666B2}">
      <dgm:prSet/>
      <dgm:spPr/>
      <dgm:t>
        <a:bodyPr/>
        <a:lstStyle/>
        <a:p>
          <a:endParaRPr lang="es-MX" sz="1800"/>
        </a:p>
      </dgm:t>
    </dgm:pt>
    <dgm:pt modelId="{7CCBD013-86C5-4BF6-BCEF-03F81238C7DF}">
      <dgm:prSet phldrT="[Texto]" custT="1"/>
      <dgm:spPr/>
      <dgm:t>
        <a:bodyPr/>
        <a:lstStyle/>
        <a:p>
          <a:r>
            <a:rPr lang="es-MX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Un vector de número naturales positivos</a:t>
          </a:r>
          <a:r>
            <a:rPr lang="es-MX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. Los elementos del vector de índices deben pertenecer al conjunto {1,2,…,</a:t>
          </a:r>
          <a:r>
            <a:rPr lang="es-MX" sz="1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length</a:t>
          </a:r>
          <a:r>
            <a:rPr lang="es-MX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( )}. Por ejemplo, x[6] es el sexto elemento de x.</a:t>
          </a:r>
        </a:p>
      </dgm:t>
    </dgm:pt>
    <dgm:pt modelId="{EFDBE3C5-8DE5-4400-A3ED-A6F66AFF9965}" type="parTrans" cxnId="{6CF955D0-AEE1-4691-89CC-974AB3054204}">
      <dgm:prSet/>
      <dgm:spPr/>
      <dgm:t>
        <a:bodyPr/>
        <a:lstStyle/>
        <a:p>
          <a:endParaRPr lang="es-MX" sz="1800"/>
        </a:p>
      </dgm:t>
    </dgm:pt>
    <dgm:pt modelId="{8EC389DD-EBFC-4F42-B5B8-7BC60640AFE4}" type="sibTrans" cxnId="{6CF955D0-AEE1-4691-89CC-974AB3054204}">
      <dgm:prSet/>
      <dgm:spPr/>
      <dgm:t>
        <a:bodyPr/>
        <a:lstStyle/>
        <a:p>
          <a:endParaRPr lang="es-MX" sz="1800"/>
        </a:p>
      </dgm:t>
    </dgm:pt>
    <dgm:pt modelId="{5EFD4A29-88B0-42B5-B5D4-AC69067C43C4}">
      <dgm:prSet phldrT="[Texto]" custT="1"/>
      <dgm:spPr/>
      <dgm:t>
        <a:bodyPr/>
        <a:lstStyle/>
        <a:p>
          <a:r>
            <a:rPr lang="es-MX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Un vector de número negativos. </a:t>
          </a:r>
          <a:r>
            <a:rPr lang="es-MX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En este caso, los índices indican los elementos del vector referido que deben </a:t>
          </a:r>
          <a:r>
            <a:rPr lang="es-MX" sz="1800" i="1" dirty="0">
              <a:latin typeface="Times New Roman" panose="02020603050405020304" pitchFamily="18" charset="0"/>
              <a:cs typeface="Times New Roman" panose="02020603050405020304" pitchFamily="18" charset="0"/>
            </a:rPr>
            <a:t>excluirse</a:t>
          </a:r>
          <a:r>
            <a:rPr lang="es-MX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.  Por ejemplo, x[-(1:5)] almacena en el vector los elementos de x excepto los cinco primeros. </a:t>
          </a:r>
        </a:p>
      </dgm:t>
    </dgm:pt>
    <dgm:pt modelId="{8B70489C-3F18-4FE7-9CCA-0ADACAF815E8}" type="parTrans" cxnId="{1F97524A-9413-4537-8E6B-0FAFE1C1A94C}">
      <dgm:prSet/>
      <dgm:spPr/>
      <dgm:t>
        <a:bodyPr/>
        <a:lstStyle/>
        <a:p>
          <a:endParaRPr lang="es-MX" sz="1800"/>
        </a:p>
      </dgm:t>
    </dgm:pt>
    <dgm:pt modelId="{AA5EC3D2-DDA3-430C-8AD2-4FCEF534113E}" type="sibTrans" cxnId="{1F97524A-9413-4537-8E6B-0FAFE1C1A94C}">
      <dgm:prSet/>
      <dgm:spPr/>
      <dgm:t>
        <a:bodyPr/>
        <a:lstStyle/>
        <a:p>
          <a:endParaRPr lang="es-MX" sz="1800"/>
        </a:p>
      </dgm:t>
    </dgm:pt>
    <dgm:pt modelId="{41332205-EC40-4062-A7E4-FBA0710ED533}">
      <dgm:prSet phldrT="[Texto]" custT="1"/>
      <dgm:spPr/>
      <dgm:t>
        <a:bodyPr/>
        <a:lstStyle/>
        <a:p>
          <a:r>
            <a:rPr lang="es-MX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Un vector de caracteres. </a:t>
          </a:r>
          <a:r>
            <a:rPr lang="es-MX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Esta opción solo puede realizarse si el vector posee el atributo </a:t>
          </a:r>
          <a:r>
            <a:rPr lang="es-MX" sz="18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names</a:t>
          </a:r>
          <a:r>
            <a:rPr lang="es-MX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(nombres) para identificar sus componentes. </a:t>
          </a:r>
        </a:p>
      </dgm:t>
    </dgm:pt>
    <dgm:pt modelId="{F27A35B8-1ACD-40DF-BD96-BAB84AC69DED}" type="parTrans" cxnId="{800DD72B-7DF0-4039-AC90-346CA9DABAC2}">
      <dgm:prSet/>
      <dgm:spPr/>
      <dgm:t>
        <a:bodyPr/>
        <a:lstStyle/>
        <a:p>
          <a:endParaRPr lang="es-MX" sz="1800"/>
        </a:p>
      </dgm:t>
    </dgm:pt>
    <dgm:pt modelId="{4AEBC5F8-C358-46B0-A567-F84B42FA438D}" type="sibTrans" cxnId="{800DD72B-7DF0-4039-AC90-346CA9DABAC2}">
      <dgm:prSet/>
      <dgm:spPr/>
      <dgm:t>
        <a:bodyPr/>
        <a:lstStyle/>
        <a:p>
          <a:endParaRPr lang="es-MX" sz="1800"/>
        </a:p>
      </dgm:t>
    </dgm:pt>
    <dgm:pt modelId="{04A3B75C-E054-4399-847B-0632EFB7FC03}" type="pres">
      <dgm:prSet presAssocID="{66CEB4AD-01EB-46DD-AABC-556B2ABBBE84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C0980DA-9671-4632-BB1D-6F2F703F48D4}" type="pres">
      <dgm:prSet presAssocID="{66CEB4AD-01EB-46DD-AABC-556B2ABBBE84}" presName="matrix" presStyleCnt="0"/>
      <dgm:spPr/>
    </dgm:pt>
    <dgm:pt modelId="{22B66900-6246-47C6-A310-5692C4DE77B5}" type="pres">
      <dgm:prSet presAssocID="{66CEB4AD-01EB-46DD-AABC-556B2ABBBE84}" presName="tile1" presStyleLbl="node1" presStyleIdx="0" presStyleCnt="4"/>
      <dgm:spPr/>
    </dgm:pt>
    <dgm:pt modelId="{5512A574-A8B2-4BDC-B223-F9334389E7AB}" type="pres">
      <dgm:prSet presAssocID="{66CEB4AD-01EB-46DD-AABC-556B2ABBBE84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CB99990-C126-43A4-82E2-F0EFC81F138E}" type="pres">
      <dgm:prSet presAssocID="{66CEB4AD-01EB-46DD-AABC-556B2ABBBE84}" presName="tile2" presStyleLbl="node1" presStyleIdx="1" presStyleCnt="4"/>
      <dgm:spPr/>
    </dgm:pt>
    <dgm:pt modelId="{08F02463-EB7A-428F-917C-1BC8F945978A}" type="pres">
      <dgm:prSet presAssocID="{66CEB4AD-01EB-46DD-AABC-556B2ABBBE84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5DE5BC2-25DF-4A62-83A2-540E41C1BD67}" type="pres">
      <dgm:prSet presAssocID="{66CEB4AD-01EB-46DD-AABC-556B2ABBBE84}" presName="tile3" presStyleLbl="node1" presStyleIdx="2" presStyleCnt="4"/>
      <dgm:spPr/>
    </dgm:pt>
    <dgm:pt modelId="{F7640713-6F39-4B09-BCF6-60FED99EA7DC}" type="pres">
      <dgm:prSet presAssocID="{66CEB4AD-01EB-46DD-AABC-556B2ABBBE84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4B0D42F-B1B3-45EB-8280-D87C8C7E3154}" type="pres">
      <dgm:prSet presAssocID="{66CEB4AD-01EB-46DD-AABC-556B2ABBBE84}" presName="tile4" presStyleLbl="node1" presStyleIdx="3" presStyleCnt="4"/>
      <dgm:spPr/>
    </dgm:pt>
    <dgm:pt modelId="{F4F52B3F-8F92-47DA-844D-C6D59EEE065C}" type="pres">
      <dgm:prSet presAssocID="{66CEB4AD-01EB-46DD-AABC-556B2ABBBE84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B46938F1-692C-40EC-A650-EE7B01A71E1F}" type="pres">
      <dgm:prSet presAssocID="{66CEB4AD-01EB-46DD-AABC-556B2ABBBE84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99E70B27-A68A-45AE-B2EB-D91443F83C67}" type="presOf" srcId="{7CCBD013-86C5-4BF6-BCEF-03F81238C7DF}" destId="{1CB99990-C126-43A4-82E2-F0EFC81F138E}" srcOrd="0" destOrd="0" presId="urn:microsoft.com/office/officeart/2005/8/layout/matrix1"/>
    <dgm:cxn modelId="{62ECCD2B-90B2-432A-AE17-BBCF6CE48CD3}" type="presOf" srcId="{5EFD4A29-88B0-42B5-B5D4-AC69067C43C4}" destId="{F7640713-6F39-4B09-BCF6-60FED99EA7DC}" srcOrd="1" destOrd="0" presId="urn:microsoft.com/office/officeart/2005/8/layout/matrix1"/>
    <dgm:cxn modelId="{800DD72B-7DF0-4039-AC90-346CA9DABAC2}" srcId="{8669D36F-1E71-4BAE-A9A8-02E9AC224A2B}" destId="{41332205-EC40-4062-A7E4-FBA0710ED533}" srcOrd="3" destOrd="0" parTransId="{F27A35B8-1ACD-40DF-BD96-BAB84AC69DED}" sibTransId="{4AEBC5F8-C358-46B0-A567-F84B42FA438D}"/>
    <dgm:cxn modelId="{51D21538-25B6-4D9F-83EB-06BAB0DABECA}" type="presOf" srcId="{CE381527-6B55-4420-A89A-6F3901E3CFBA}" destId="{22B66900-6246-47C6-A310-5692C4DE77B5}" srcOrd="0" destOrd="0" presId="urn:microsoft.com/office/officeart/2005/8/layout/matrix1"/>
    <dgm:cxn modelId="{6D754968-F762-4DB9-B3D3-0FF3789666B2}" srcId="{8669D36F-1E71-4BAE-A9A8-02E9AC224A2B}" destId="{CE381527-6B55-4420-A89A-6F3901E3CFBA}" srcOrd="0" destOrd="0" parTransId="{4707C488-254E-4A6C-BAAB-249AD7EFE113}" sibTransId="{9A8D472B-8EF3-4A95-BB53-470BFB3E194D}"/>
    <dgm:cxn modelId="{1F97524A-9413-4537-8E6B-0FAFE1C1A94C}" srcId="{8669D36F-1E71-4BAE-A9A8-02E9AC224A2B}" destId="{5EFD4A29-88B0-42B5-B5D4-AC69067C43C4}" srcOrd="2" destOrd="0" parTransId="{8B70489C-3F18-4FE7-9CCA-0ADACAF815E8}" sibTransId="{AA5EC3D2-DDA3-430C-8AD2-4FCEF534113E}"/>
    <dgm:cxn modelId="{CB27BA4F-0F56-409D-BA3F-07E3C7539EB0}" srcId="{66CEB4AD-01EB-46DD-AABC-556B2ABBBE84}" destId="{8669D36F-1E71-4BAE-A9A8-02E9AC224A2B}" srcOrd="0" destOrd="0" parTransId="{F1B2A7E8-6E5B-48B3-B6B3-96F5C5AD2F2B}" sibTransId="{4AB4B711-D1A3-416A-AB73-EDF6957201B2}"/>
    <dgm:cxn modelId="{43F9D082-D16A-4F0D-8EF5-971FA839F970}" type="presOf" srcId="{5EFD4A29-88B0-42B5-B5D4-AC69067C43C4}" destId="{A5DE5BC2-25DF-4A62-83A2-540E41C1BD67}" srcOrd="0" destOrd="0" presId="urn:microsoft.com/office/officeart/2005/8/layout/matrix1"/>
    <dgm:cxn modelId="{E5F08D8B-95D1-447F-8D5E-A28CEE38AC6E}" type="presOf" srcId="{66CEB4AD-01EB-46DD-AABC-556B2ABBBE84}" destId="{04A3B75C-E054-4399-847B-0632EFB7FC03}" srcOrd="0" destOrd="0" presId="urn:microsoft.com/office/officeart/2005/8/layout/matrix1"/>
    <dgm:cxn modelId="{2452C7C1-652D-4203-8468-77578AE70D3F}" type="presOf" srcId="{8669D36F-1E71-4BAE-A9A8-02E9AC224A2B}" destId="{B46938F1-692C-40EC-A650-EE7B01A71E1F}" srcOrd="0" destOrd="0" presId="urn:microsoft.com/office/officeart/2005/8/layout/matrix1"/>
    <dgm:cxn modelId="{F0D3D3C8-7328-4761-9531-5C845A9CE0EF}" type="presOf" srcId="{7CCBD013-86C5-4BF6-BCEF-03F81238C7DF}" destId="{08F02463-EB7A-428F-917C-1BC8F945978A}" srcOrd="1" destOrd="0" presId="urn:microsoft.com/office/officeart/2005/8/layout/matrix1"/>
    <dgm:cxn modelId="{6CF955D0-AEE1-4691-89CC-974AB3054204}" srcId="{8669D36F-1E71-4BAE-A9A8-02E9AC224A2B}" destId="{7CCBD013-86C5-4BF6-BCEF-03F81238C7DF}" srcOrd="1" destOrd="0" parTransId="{EFDBE3C5-8DE5-4400-A3ED-A6F66AFF9965}" sibTransId="{8EC389DD-EBFC-4F42-B5B8-7BC60640AFE4}"/>
    <dgm:cxn modelId="{9D95BEDF-AD53-4EA4-A4F8-93C5908295B7}" type="presOf" srcId="{41332205-EC40-4062-A7E4-FBA0710ED533}" destId="{F4F52B3F-8F92-47DA-844D-C6D59EEE065C}" srcOrd="1" destOrd="0" presId="urn:microsoft.com/office/officeart/2005/8/layout/matrix1"/>
    <dgm:cxn modelId="{326EC4E1-A60E-4FF4-A59C-4A2D7889AFDA}" type="presOf" srcId="{41332205-EC40-4062-A7E4-FBA0710ED533}" destId="{64B0D42F-B1B3-45EB-8280-D87C8C7E3154}" srcOrd="0" destOrd="0" presId="urn:microsoft.com/office/officeart/2005/8/layout/matrix1"/>
    <dgm:cxn modelId="{C21B49EC-72C7-424B-8321-DAE908007244}" type="presOf" srcId="{CE381527-6B55-4420-A89A-6F3901E3CFBA}" destId="{5512A574-A8B2-4BDC-B223-F9334389E7AB}" srcOrd="1" destOrd="0" presId="urn:microsoft.com/office/officeart/2005/8/layout/matrix1"/>
    <dgm:cxn modelId="{58D4FED1-8A5F-4369-A68E-17A1DFA03F2C}" type="presParOf" srcId="{04A3B75C-E054-4399-847B-0632EFB7FC03}" destId="{DC0980DA-9671-4632-BB1D-6F2F703F48D4}" srcOrd="0" destOrd="0" presId="urn:microsoft.com/office/officeart/2005/8/layout/matrix1"/>
    <dgm:cxn modelId="{BF3E0A1C-E5BE-4FFC-BB10-6C6AF8829C33}" type="presParOf" srcId="{DC0980DA-9671-4632-BB1D-6F2F703F48D4}" destId="{22B66900-6246-47C6-A310-5692C4DE77B5}" srcOrd="0" destOrd="0" presId="urn:microsoft.com/office/officeart/2005/8/layout/matrix1"/>
    <dgm:cxn modelId="{B53630B3-946A-4737-A180-F5FBE34E6E6B}" type="presParOf" srcId="{DC0980DA-9671-4632-BB1D-6F2F703F48D4}" destId="{5512A574-A8B2-4BDC-B223-F9334389E7AB}" srcOrd="1" destOrd="0" presId="urn:microsoft.com/office/officeart/2005/8/layout/matrix1"/>
    <dgm:cxn modelId="{8BC902DB-7C71-46DB-9D26-E896EEB11D5E}" type="presParOf" srcId="{DC0980DA-9671-4632-BB1D-6F2F703F48D4}" destId="{1CB99990-C126-43A4-82E2-F0EFC81F138E}" srcOrd="2" destOrd="0" presId="urn:microsoft.com/office/officeart/2005/8/layout/matrix1"/>
    <dgm:cxn modelId="{F40A774C-4B75-4406-9F45-1F4AFCAEF119}" type="presParOf" srcId="{DC0980DA-9671-4632-BB1D-6F2F703F48D4}" destId="{08F02463-EB7A-428F-917C-1BC8F945978A}" srcOrd="3" destOrd="0" presId="urn:microsoft.com/office/officeart/2005/8/layout/matrix1"/>
    <dgm:cxn modelId="{4AF7BBB9-358F-4465-ABA7-D09723722429}" type="presParOf" srcId="{DC0980DA-9671-4632-BB1D-6F2F703F48D4}" destId="{A5DE5BC2-25DF-4A62-83A2-540E41C1BD67}" srcOrd="4" destOrd="0" presId="urn:microsoft.com/office/officeart/2005/8/layout/matrix1"/>
    <dgm:cxn modelId="{65E5C1FD-A4B9-49B9-A0B4-1222E1286DA4}" type="presParOf" srcId="{DC0980DA-9671-4632-BB1D-6F2F703F48D4}" destId="{F7640713-6F39-4B09-BCF6-60FED99EA7DC}" srcOrd="5" destOrd="0" presId="urn:microsoft.com/office/officeart/2005/8/layout/matrix1"/>
    <dgm:cxn modelId="{C3C1462E-3AC1-411E-B5C6-9C76A8755807}" type="presParOf" srcId="{DC0980DA-9671-4632-BB1D-6F2F703F48D4}" destId="{64B0D42F-B1B3-45EB-8280-D87C8C7E3154}" srcOrd="6" destOrd="0" presId="urn:microsoft.com/office/officeart/2005/8/layout/matrix1"/>
    <dgm:cxn modelId="{29AC4BC9-F5D8-4B7C-A76C-DC38D1D970AA}" type="presParOf" srcId="{DC0980DA-9671-4632-BB1D-6F2F703F48D4}" destId="{F4F52B3F-8F92-47DA-844D-C6D59EEE065C}" srcOrd="7" destOrd="0" presId="urn:microsoft.com/office/officeart/2005/8/layout/matrix1"/>
    <dgm:cxn modelId="{B17836A0-DF91-49FC-A68C-C186D9883FE7}" type="presParOf" srcId="{04A3B75C-E054-4399-847B-0632EFB7FC03}" destId="{B46938F1-692C-40EC-A650-EE7B01A71E1F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700F93-8B4F-4235-8CB8-BB34D32EFD6F}">
      <dsp:nvSpPr>
        <dsp:cNvPr id="0" name=""/>
        <dsp:cNvSpPr/>
      </dsp:nvSpPr>
      <dsp:spPr>
        <a:xfrm>
          <a:off x="5806439" y="1123653"/>
          <a:ext cx="4811363" cy="4175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8757"/>
              </a:lnTo>
              <a:lnTo>
                <a:pt x="4811363" y="208757"/>
              </a:lnTo>
              <a:lnTo>
                <a:pt x="4811363" y="41751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C97E7F-2DE3-47DB-BE4C-45536EE6FAA1}">
      <dsp:nvSpPr>
        <dsp:cNvPr id="0" name=""/>
        <dsp:cNvSpPr/>
      </dsp:nvSpPr>
      <dsp:spPr>
        <a:xfrm>
          <a:off x="5806439" y="1123653"/>
          <a:ext cx="2405681" cy="4175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8757"/>
              </a:lnTo>
              <a:lnTo>
                <a:pt x="2405681" y="208757"/>
              </a:lnTo>
              <a:lnTo>
                <a:pt x="2405681" y="41751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2BF53D-A56C-45A0-96A9-D5F23C7448C5}">
      <dsp:nvSpPr>
        <dsp:cNvPr id="0" name=""/>
        <dsp:cNvSpPr/>
      </dsp:nvSpPr>
      <dsp:spPr>
        <a:xfrm>
          <a:off x="5760719" y="1123653"/>
          <a:ext cx="91440" cy="4175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751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55E8BE-C672-4E67-B8FD-F725620A40E6}">
      <dsp:nvSpPr>
        <dsp:cNvPr id="0" name=""/>
        <dsp:cNvSpPr/>
      </dsp:nvSpPr>
      <dsp:spPr>
        <a:xfrm>
          <a:off x="3400757" y="1123653"/>
          <a:ext cx="2405681" cy="417515"/>
        </a:xfrm>
        <a:custGeom>
          <a:avLst/>
          <a:gdLst/>
          <a:ahLst/>
          <a:cxnLst/>
          <a:rect l="0" t="0" r="0" b="0"/>
          <a:pathLst>
            <a:path>
              <a:moveTo>
                <a:pt x="2405681" y="0"/>
              </a:moveTo>
              <a:lnTo>
                <a:pt x="2405681" y="208757"/>
              </a:lnTo>
              <a:lnTo>
                <a:pt x="0" y="208757"/>
              </a:lnTo>
              <a:lnTo>
                <a:pt x="0" y="41751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54622B-9D02-4748-9A45-A6F964B7719D}">
      <dsp:nvSpPr>
        <dsp:cNvPr id="0" name=""/>
        <dsp:cNvSpPr/>
      </dsp:nvSpPr>
      <dsp:spPr>
        <a:xfrm>
          <a:off x="995075" y="1123653"/>
          <a:ext cx="4811363" cy="417515"/>
        </a:xfrm>
        <a:custGeom>
          <a:avLst/>
          <a:gdLst/>
          <a:ahLst/>
          <a:cxnLst/>
          <a:rect l="0" t="0" r="0" b="0"/>
          <a:pathLst>
            <a:path>
              <a:moveTo>
                <a:pt x="4811363" y="0"/>
              </a:moveTo>
              <a:lnTo>
                <a:pt x="4811363" y="208757"/>
              </a:lnTo>
              <a:lnTo>
                <a:pt x="0" y="208757"/>
              </a:lnTo>
              <a:lnTo>
                <a:pt x="0" y="41751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03B4CF-4693-460E-8B6B-A95BABE9111E}">
      <dsp:nvSpPr>
        <dsp:cNvPr id="0" name=""/>
        <dsp:cNvSpPr/>
      </dsp:nvSpPr>
      <dsp:spPr>
        <a:xfrm>
          <a:off x="4812356" y="129570"/>
          <a:ext cx="1988166" cy="99408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Atributos de un objeto</a:t>
          </a:r>
        </a:p>
      </dsp:txBody>
      <dsp:txXfrm>
        <a:off x="4812356" y="129570"/>
        <a:ext cx="1988166" cy="994083"/>
      </dsp:txXfrm>
    </dsp:sp>
    <dsp:sp modelId="{E949B4D6-3806-46DD-A15C-100029864875}">
      <dsp:nvSpPr>
        <dsp:cNvPr id="0" name=""/>
        <dsp:cNvSpPr/>
      </dsp:nvSpPr>
      <dsp:spPr>
        <a:xfrm>
          <a:off x="992" y="1541168"/>
          <a:ext cx="1988166" cy="9940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Tipo </a:t>
          </a:r>
          <a:r>
            <a:rPr lang="es-ES" sz="3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mode</a:t>
          </a:r>
          <a:r>
            <a:rPr lang="es-E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()</a:t>
          </a:r>
        </a:p>
      </dsp:txBody>
      <dsp:txXfrm>
        <a:off x="992" y="1541168"/>
        <a:ext cx="1988166" cy="994083"/>
      </dsp:txXfrm>
    </dsp:sp>
    <dsp:sp modelId="{1A13A3D8-1DF4-4DA0-A79E-2741260B2776}">
      <dsp:nvSpPr>
        <dsp:cNvPr id="0" name=""/>
        <dsp:cNvSpPr/>
      </dsp:nvSpPr>
      <dsp:spPr>
        <a:xfrm>
          <a:off x="2406674" y="1541168"/>
          <a:ext cx="1988166" cy="9940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Nombre </a:t>
          </a:r>
          <a:r>
            <a:rPr lang="es-ES" sz="3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names</a:t>
          </a:r>
          <a:r>
            <a:rPr lang="es-E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()</a:t>
          </a:r>
        </a:p>
      </dsp:txBody>
      <dsp:txXfrm>
        <a:off x="2406674" y="1541168"/>
        <a:ext cx="1988166" cy="994083"/>
      </dsp:txXfrm>
    </dsp:sp>
    <dsp:sp modelId="{50361BD9-1B7C-4E4D-8FAB-95BD4F485EE7}">
      <dsp:nvSpPr>
        <dsp:cNvPr id="0" name=""/>
        <dsp:cNvSpPr/>
      </dsp:nvSpPr>
      <dsp:spPr>
        <a:xfrm>
          <a:off x="4812356" y="1541168"/>
          <a:ext cx="1988166" cy="9940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Dimensión </a:t>
          </a:r>
          <a:r>
            <a:rPr lang="es-ES" sz="3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dim</a:t>
          </a:r>
          <a:r>
            <a:rPr lang="es-E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()</a:t>
          </a:r>
        </a:p>
      </dsp:txBody>
      <dsp:txXfrm>
        <a:off x="4812356" y="1541168"/>
        <a:ext cx="1988166" cy="994083"/>
      </dsp:txXfrm>
    </dsp:sp>
    <dsp:sp modelId="{D150BC4B-A6DA-4516-B5B1-6706C1F7A074}">
      <dsp:nvSpPr>
        <dsp:cNvPr id="0" name=""/>
        <dsp:cNvSpPr/>
      </dsp:nvSpPr>
      <dsp:spPr>
        <a:xfrm>
          <a:off x="7218037" y="1541168"/>
          <a:ext cx="1988166" cy="9940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Longitud </a:t>
          </a:r>
          <a:r>
            <a:rPr lang="es-ES" sz="3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length</a:t>
          </a:r>
          <a:r>
            <a:rPr lang="es-E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()</a:t>
          </a:r>
        </a:p>
      </dsp:txBody>
      <dsp:txXfrm>
        <a:off x="7218037" y="1541168"/>
        <a:ext cx="1988166" cy="994083"/>
      </dsp:txXfrm>
    </dsp:sp>
    <dsp:sp modelId="{19DD4875-003E-4D0B-A030-9F39F46E2237}">
      <dsp:nvSpPr>
        <dsp:cNvPr id="0" name=""/>
        <dsp:cNvSpPr/>
      </dsp:nvSpPr>
      <dsp:spPr>
        <a:xfrm>
          <a:off x="9623719" y="1541168"/>
          <a:ext cx="1988166" cy="9940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Clase </a:t>
          </a:r>
          <a:r>
            <a:rPr lang="es-ES" sz="3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class</a:t>
          </a:r>
          <a:r>
            <a:rPr lang="es-E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()</a:t>
          </a:r>
        </a:p>
      </dsp:txBody>
      <dsp:txXfrm>
        <a:off x="9623719" y="1541168"/>
        <a:ext cx="1988166" cy="9940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E7473E-05F9-4322-B581-79ED78C592D0}">
      <dsp:nvSpPr>
        <dsp:cNvPr id="0" name=""/>
        <dsp:cNvSpPr/>
      </dsp:nvSpPr>
      <dsp:spPr>
        <a:xfrm>
          <a:off x="3578358" y="1851636"/>
          <a:ext cx="4092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9202" y="45720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1E95CE-5D23-4957-9ABD-BD0AAE0204D4}">
      <dsp:nvSpPr>
        <dsp:cNvPr id="0" name=""/>
        <dsp:cNvSpPr/>
      </dsp:nvSpPr>
      <dsp:spPr>
        <a:xfrm>
          <a:off x="2054977" y="1457463"/>
          <a:ext cx="409202" cy="4398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4601" y="0"/>
              </a:lnTo>
              <a:lnTo>
                <a:pt x="204601" y="439893"/>
              </a:lnTo>
              <a:lnTo>
                <a:pt x="409202" y="439893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FB4659-F67C-4AD5-9A23-3C14FBBE276A}">
      <dsp:nvSpPr>
        <dsp:cNvPr id="0" name=""/>
        <dsp:cNvSpPr/>
      </dsp:nvSpPr>
      <dsp:spPr>
        <a:xfrm>
          <a:off x="3578358" y="971849"/>
          <a:ext cx="4092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9202" y="45720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7FFBD1-04B1-43F0-AB00-989824FF2A78}">
      <dsp:nvSpPr>
        <dsp:cNvPr id="0" name=""/>
        <dsp:cNvSpPr/>
      </dsp:nvSpPr>
      <dsp:spPr>
        <a:xfrm>
          <a:off x="2054977" y="1017569"/>
          <a:ext cx="409202" cy="439893"/>
        </a:xfrm>
        <a:custGeom>
          <a:avLst/>
          <a:gdLst/>
          <a:ahLst/>
          <a:cxnLst/>
          <a:rect l="0" t="0" r="0" b="0"/>
          <a:pathLst>
            <a:path>
              <a:moveTo>
                <a:pt x="0" y="439893"/>
              </a:moveTo>
              <a:lnTo>
                <a:pt x="204601" y="439893"/>
              </a:lnTo>
              <a:lnTo>
                <a:pt x="204601" y="0"/>
              </a:lnTo>
              <a:lnTo>
                <a:pt x="409202" y="0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316F77-12B5-4B1A-99E6-79762171228A}">
      <dsp:nvSpPr>
        <dsp:cNvPr id="0" name=""/>
        <dsp:cNvSpPr/>
      </dsp:nvSpPr>
      <dsp:spPr>
        <a:xfrm>
          <a:off x="8963" y="1145445"/>
          <a:ext cx="2046014" cy="6240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Propiedades de los vectores</a:t>
          </a:r>
        </a:p>
      </dsp:txBody>
      <dsp:txXfrm>
        <a:off x="8963" y="1145445"/>
        <a:ext cx="2046014" cy="624034"/>
      </dsp:txXfrm>
    </dsp:sp>
    <dsp:sp modelId="{1DE3ECAC-8CA8-4B27-9D8C-B9F832B644AF}">
      <dsp:nvSpPr>
        <dsp:cNvPr id="0" name=""/>
        <dsp:cNvSpPr/>
      </dsp:nvSpPr>
      <dsp:spPr>
        <a:xfrm>
          <a:off x="2464180" y="705552"/>
          <a:ext cx="1114177" cy="6240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Modo/Tipo</a:t>
          </a:r>
        </a:p>
      </dsp:txBody>
      <dsp:txXfrm>
        <a:off x="2464180" y="705552"/>
        <a:ext cx="1114177" cy="624034"/>
      </dsp:txXfrm>
    </dsp:sp>
    <dsp:sp modelId="{ABB08AB8-B253-486B-810E-576E5BE45E9C}">
      <dsp:nvSpPr>
        <dsp:cNvPr id="0" name=""/>
        <dsp:cNvSpPr/>
      </dsp:nvSpPr>
      <dsp:spPr>
        <a:xfrm>
          <a:off x="3987561" y="705552"/>
          <a:ext cx="6976275" cy="6240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 vector tiene el mismo </a:t>
          </a:r>
          <a:r>
            <a:rPr lang="es-MX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tipo</a:t>
          </a:r>
          <a:r>
            <a:rPr lang="es-MX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que los datos que contiene </a:t>
          </a:r>
          <a:r>
            <a:rPr lang="es-MX" sz="1500" b="1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(vector atómico)</a:t>
          </a:r>
          <a:r>
            <a:rPr lang="es-MX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Por ejemplo, si tenemos un vector que contiene datos de tipo </a:t>
          </a:r>
          <a:r>
            <a:rPr lang="es-MX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numérico</a:t>
          </a:r>
          <a:r>
            <a:rPr lang="es-MX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el vector será también de tipo numérico, es decir la clase del vector es </a:t>
          </a:r>
          <a:r>
            <a:rPr lang="es-MX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numérico</a:t>
          </a:r>
          <a:r>
            <a:rPr lang="es-MX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</a:p>
      </dsp:txBody>
      <dsp:txXfrm>
        <a:off x="3987561" y="705552"/>
        <a:ext cx="6976275" cy="624034"/>
      </dsp:txXfrm>
    </dsp:sp>
    <dsp:sp modelId="{5D15E2D9-A942-47E5-870A-D49472D80DD8}">
      <dsp:nvSpPr>
        <dsp:cNvPr id="0" name=""/>
        <dsp:cNvSpPr/>
      </dsp:nvSpPr>
      <dsp:spPr>
        <a:xfrm>
          <a:off x="2464180" y="1585338"/>
          <a:ext cx="1114177" cy="6240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Longitud</a:t>
          </a:r>
        </a:p>
      </dsp:txBody>
      <dsp:txXfrm>
        <a:off x="2464180" y="1585338"/>
        <a:ext cx="1114177" cy="624034"/>
      </dsp:txXfrm>
    </dsp:sp>
    <dsp:sp modelId="{D3CAF9A6-DFD5-4F6B-B55B-5EEEA7144BE6}">
      <dsp:nvSpPr>
        <dsp:cNvPr id="0" name=""/>
        <dsp:cNvSpPr/>
      </dsp:nvSpPr>
      <dsp:spPr>
        <a:xfrm>
          <a:off x="3987561" y="1585338"/>
          <a:ext cx="6976275" cy="6240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Es el número de elementos que contiene un vector. El largo es la única dimensión que tiene esta estructura de datos. Para calcular el largo del vector se utiliza la función </a:t>
          </a:r>
          <a:r>
            <a:rPr lang="es-MX" sz="15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lenght</a:t>
          </a:r>
          <a:r>
            <a:rPr lang="es-MX" sz="15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( ).</a:t>
          </a:r>
          <a:r>
            <a:rPr lang="es-MX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sp:txBody>
      <dsp:txXfrm>
        <a:off x="3987561" y="1585338"/>
        <a:ext cx="6976275" cy="624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B66900-6246-47C6-A310-5692C4DE77B5}">
      <dsp:nvSpPr>
        <dsp:cNvPr id="0" name=""/>
        <dsp:cNvSpPr/>
      </dsp:nvSpPr>
      <dsp:spPr>
        <a:xfrm rot="16200000">
          <a:off x="1704560" y="-1704560"/>
          <a:ext cx="1858617" cy="5267739"/>
        </a:xfrm>
        <a:prstGeom prst="round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 vector lógico. </a:t>
          </a:r>
          <a:r>
            <a:rPr lang="es-MX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Sólo se seleccionarán los elementos correspondientes a valores TRUE (que cumplan ciertas condiciones) del vector de índices y se omitirá el resto.</a:t>
          </a:r>
        </a:p>
      </dsp:txBody>
      <dsp:txXfrm rot="5400000">
        <a:off x="-1" y="1"/>
        <a:ext cx="5267739" cy="1393963"/>
      </dsp:txXfrm>
    </dsp:sp>
    <dsp:sp modelId="{1CB99990-C126-43A4-82E2-F0EFC81F138E}">
      <dsp:nvSpPr>
        <dsp:cNvPr id="0" name=""/>
        <dsp:cNvSpPr/>
      </dsp:nvSpPr>
      <dsp:spPr>
        <a:xfrm>
          <a:off x="5267739" y="0"/>
          <a:ext cx="5267739" cy="1858617"/>
        </a:xfrm>
        <a:prstGeom prst="round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 vector de número naturales positivos</a:t>
          </a:r>
          <a:r>
            <a:rPr lang="es-MX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Los elementos del vector de índices deben pertenecer al conjunto {1,2,…,</a:t>
          </a:r>
          <a:r>
            <a:rPr lang="es-MX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length</a:t>
          </a:r>
          <a:r>
            <a:rPr lang="es-MX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 )}. Por ejemplo, x[6] es el sexto elemento de x.</a:t>
          </a:r>
        </a:p>
      </dsp:txBody>
      <dsp:txXfrm>
        <a:off x="5267739" y="0"/>
        <a:ext cx="5267739" cy="1393963"/>
      </dsp:txXfrm>
    </dsp:sp>
    <dsp:sp modelId="{A5DE5BC2-25DF-4A62-83A2-540E41C1BD67}">
      <dsp:nvSpPr>
        <dsp:cNvPr id="0" name=""/>
        <dsp:cNvSpPr/>
      </dsp:nvSpPr>
      <dsp:spPr>
        <a:xfrm rot="10800000">
          <a:off x="0" y="1858617"/>
          <a:ext cx="5267739" cy="1858617"/>
        </a:xfrm>
        <a:prstGeom prst="round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 vector de número negativos. </a:t>
          </a:r>
          <a:r>
            <a:rPr lang="es-MX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 este caso, los índices indican los elementos del vector referido que deben </a:t>
          </a:r>
          <a:r>
            <a:rPr lang="es-MX" sz="18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excluirse</a:t>
          </a:r>
          <a:r>
            <a:rPr lang="es-MX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 Por ejemplo, x[-(1:5)] almacena en el vector los elementos de x excepto los cinco primeros. </a:t>
          </a:r>
        </a:p>
      </dsp:txBody>
      <dsp:txXfrm rot="10800000">
        <a:off x="0" y="2323271"/>
        <a:ext cx="5267739" cy="1393963"/>
      </dsp:txXfrm>
    </dsp:sp>
    <dsp:sp modelId="{64B0D42F-B1B3-45EB-8280-D87C8C7E3154}">
      <dsp:nvSpPr>
        <dsp:cNvPr id="0" name=""/>
        <dsp:cNvSpPr/>
      </dsp:nvSpPr>
      <dsp:spPr>
        <a:xfrm rot="5400000">
          <a:off x="6972299" y="154056"/>
          <a:ext cx="1858617" cy="5267739"/>
        </a:xfrm>
        <a:prstGeom prst="round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 vector de caracteres. </a:t>
          </a:r>
          <a:r>
            <a:rPr lang="es-MX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Esta opción solo puede realizarse si el vector posee el atributo </a:t>
          </a:r>
          <a:r>
            <a:rPr lang="es-MX" sz="18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names</a:t>
          </a:r>
          <a:r>
            <a:rPr lang="es-MX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(nombres) para identificar sus componentes. </a:t>
          </a:r>
        </a:p>
      </dsp:txBody>
      <dsp:txXfrm rot="-5400000">
        <a:off x="5267738" y="2323271"/>
        <a:ext cx="5267739" cy="1393963"/>
      </dsp:txXfrm>
    </dsp:sp>
    <dsp:sp modelId="{B46938F1-692C-40EC-A650-EE7B01A71E1F}">
      <dsp:nvSpPr>
        <dsp:cNvPr id="0" name=""/>
        <dsp:cNvSpPr/>
      </dsp:nvSpPr>
      <dsp:spPr>
        <a:xfrm>
          <a:off x="3687417" y="1393963"/>
          <a:ext cx="3160643" cy="929308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TIPOS</a:t>
          </a:r>
        </a:p>
      </dsp:txBody>
      <dsp:txXfrm>
        <a:off x="3732782" y="1439328"/>
        <a:ext cx="3069913" cy="838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502ED-38DF-43AC-A8CD-F9D3E3173CC4}" type="datetime1">
              <a:rPr lang="es-ES" smtClean="0"/>
              <a:t>07/04/2025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9097EB-C63E-4831-9239-7FC098CD3FD3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08344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4DAD7FE-6CFB-4941-843F-5B8FA3E21170}" type="datetime1">
              <a:rPr lang="es-ES" noProof="0" smtClean="0"/>
              <a:t>07/04/2025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93B0CF2-7F87-4E02-A248-870047730F99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Rectángulo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cxnSp>
          <p:nvCxnSpPr>
            <p:cNvPr id="7" name="Conector recto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Conector recto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 rtlCol="0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kumimoji="0" lang="es-ES" noProof="0" dirty="0"/>
          </a:p>
        </p:txBody>
      </p:sp>
      <p:sp>
        <p:nvSpPr>
          <p:cNvPr id="30" name="Marcador de fecha 2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7F0D198-0886-401E-862C-EF3536AA44DD}" type="datetime1">
              <a:rPr lang="es-ES" noProof="0" smtClean="0"/>
              <a:t>07/04/2025</a:t>
            </a:fld>
            <a:endParaRPr lang="es-ES" noProof="0" dirty="0"/>
          </a:p>
        </p:txBody>
      </p:sp>
      <p:sp>
        <p:nvSpPr>
          <p:cNvPr id="19" name="Marcador de pie de página 1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27" name="Marcador de número de diapositiva 2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/>
              <a:t>Segundo nivel</a:t>
            </a:r>
          </a:p>
          <a:p>
            <a:pPr lvl="2" rtl="0" eaLnBrk="1" latinLnBrk="0" hangingPunct="1"/>
            <a:r>
              <a:rPr lang="es-ES" noProof="0"/>
              <a:t>Tercer nivel</a:t>
            </a:r>
          </a:p>
          <a:p>
            <a:pPr lvl="3" rtl="0" eaLnBrk="1" latinLnBrk="0" hangingPunct="1"/>
            <a:r>
              <a:rPr lang="es-ES" noProof="0"/>
              <a:t>Cuarto nivel</a:t>
            </a:r>
          </a:p>
          <a:p>
            <a:pPr lvl="4" rtl="0" eaLnBrk="1" latinLnBrk="0" hangingPunct="1"/>
            <a:r>
              <a:rPr lang="es-ES" noProof="0"/>
              <a:t>Quinto nivel</a:t>
            </a:r>
            <a:endParaRPr kumimoji="0"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672DA2-4E32-43A8-88C9-F7DB2E98E079}" type="datetime1">
              <a:rPr lang="es-ES" noProof="0" smtClean="0"/>
              <a:t>07/04/2025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rtlCol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rtlCol="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540A2F-3117-4E4B-AFC9-CB157300D9A8}" type="datetime1">
              <a:rPr lang="es-ES" noProof="0" smtClean="0"/>
              <a:t>07/04/2025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/>
              <a:t>Segundo nivel</a:t>
            </a:r>
          </a:p>
          <a:p>
            <a:pPr lvl="2" rtl="0" eaLnBrk="1" latinLnBrk="0" hangingPunct="1"/>
            <a:r>
              <a:rPr lang="es-ES" noProof="0"/>
              <a:t>Tercer nivel</a:t>
            </a:r>
          </a:p>
          <a:p>
            <a:pPr lvl="3" rtl="0" eaLnBrk="1" latinLnBrk="0" hangingPunct="1"/>
            <a:r>
              <a:rPr lang="es-ES" noProof="0"/>
              <a:t>Cuarto nivel</a:t>
            </a:r>
          </a:p>
          <a:p>
            <a:pPr lvl="4" rtl="0" eaLnBrk="1" latinLnBrk="0" hangingPunct="1"/>
            <a:r>
              <a:rPr lang="es-ES" noProof="0"/>
              <a:t>Quinto nivel</a:t>
            </a:r>
            <a:endParaRPr kumimoji="0" lang="es-ES" noProof="0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/>
              <a:t>Segundo nivel</a:t>
            </a:r>
          </a:p>
          <a:p>
            <a:pPr lvl="2" rtl="0" eaLnBrk="1" latinLnBrk="0" hangingPunct="1"/>
            <a:r>
              <a:rPr lang="es-ES" noProof="0"/>
              <a:t>Tercer nivel</a:t>
            </a:r>
          </a:p>
          <a:p>
            <a:pPr lvl="3" rtl="0" eaLnBrk="1" latinLnBrk="0" hangingPunct="1"/>
            <a:r>
              <a:rPr lang="es-ES" noProof="0"/>
              <a:t>Cuarto nivel</a:t>
            </a:r>
          </a:p>
          <a:p>
            <a:pPr lvl="4" rtl="0" eaLnBrk="1" latinLnBrk="0" hangingPunct="1"/>
            <a:r>
              <a:rPr lang="es-ES" noProof="0"/>
              <a:t>Quinto nivel</a:t>
            </a:r>
            <a:endParaRPr kumimoji="0" lang="es-ES" noProof="0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4983E3B-19EF-4B0A-B85C-B5EE2F3F66E9}" type="datetime1">
              <a:rPr lang="es-ES" noProof="0" smtClean="0"/>
              <a:t>07/04/2025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rtlCol="0" anchor="b"/>
          <a:lstStyle>
            <a:lvl1pPr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rtlCol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/>
              <a:t>Segundo nivel</a:t>
            </a:r>
          </a:p>
          <a:p>
            <a:pPr lvl="2" rtl="0" eaLnBrk="1" latinLnBrk="0" hangingPunct="1"/>
            <a:r>
              <a:rPr lang="es-ES" noProof="0"/>
              <a:t>Tercer nivel</a:t>
            </a:r>
          </a:p>
          <a:p>
            <a:pPr lvl="3" rtl="0" eaLnBrk="1" latinLnBrk="0" hangingPunct="1"/>
            <a:r>
              <a:rPr lang="es-ES" noProof="0"/>
              <a:t>Cuarto nivel</a:t>
            </a:r>
          </a:p>
          <a:p>
            <a:pPr lvl="4" rtl="0" eaLnBrk="1" latinLnBrk="0" hangingPunct="1"/>
            <a:r>
              <a:rPr lang="es-ES" noProof="0"/>
              <a:t>Quinto nivel</a:t>
            </a:r>
            <a:endParaRPr kumimoji="0"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rtlCol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/>
              <a:t>Segundo nivel</a:t>
            </a:r>
          </a:p>
          <a:p>
            <a:pPr lvl="2" rtl="0" eaLnBrk="1" latinLnBrk="0" hangingPunct="1"/>
            <a:r>
              <a:rPr lang="es-ES" noProof="0"/>
              <a:t>Tercer nivel</a:t>
            </a:r>
          </a:p>
          <a:p>
            <a:pPr lvl="3" rtl="0" eaLnBrk="1" latinLnBrk="0" hangingPunct="1"/>
            <a:r>
              <a:rPr lang="es-ES" noProof="0"/>
              <a:t>Cuarto nivel</a:t>
            </a:r>
          </a:p>
          <a:p>
            <a:pPr lvl="4" rtl="0" eaLnBrk="1" latinLnBrk="0" hangingPunct="1"/>
            <a:r>
              <a:rPr lang="es-ES" noProof="0"/>
              <a:t>Quinto nivel</a:t>
            </a:r>
            <a:endParaRPr kumimoji="0" lang="es-ES" noProof="0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EE2287-7AED-4508-BA8B-A33013696AEC}" type="datetime1">
              <a:rPr lang="es-ES" noProof="0" smtClean="0"/>
              <a:t>07/04/2025</a:t>
            </a:fld>
            <a:endParaRPr lang="es-ES" noProof="0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BD4DFD-A822-4FD8-BFBF-197CBA855426}" type="datetime1">
              <a:rPr lang="es-ES" noProof="0" smtClean="0"/>
              <a:t>07/04/2025</a:t>
            </a:fld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284916D-9C1E-4B35-A1BA-B043FBD4F6CF}" type="datetime1">
              <a:rPr lang="es-ES" noProof="0" smtClean="0"/>
              <a:t>07/04/2025</a:t>
            </a:fld>
            <a:endParaRPr lang="es-ES" noProof="0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rtlCol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 rtlCol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/>
              <a:t>Segundo nivel</a:t>
            </a:r>
          </a:p>
          <a:p>
            <a:pPr lvl="2" rtl="0" eaLnBrk="1" latinLnBrk="0" hangingPunct="1"/>
            <a:r>
              <a:rPr lang="es-ES" noProof="0"/>
              <a:t>Tercer nivel</a:t>
            </a:r>
          </a:p>
          <a:p>
            <a:pPr lvl="3" rtl="0" eaLnBrk="1" latinLnBrk="0" hangingPunct="1"/>
            <a:r>
              <a:rPr lang="es-ES" noProof="0"/>
              <a:t>Cuarto nivel</a:t>
            </a:r>
          </a:p>
          <a:p>
            <a:pPr lvl="4" rtl="0" eaLnBrk="1" latinLnBrk="0" hangingPunct="1"/>
            <a:r>
              <a:rPr lang="es-ES" noProof="0"/>
              <a:t>Quinto nivel</a:t>
            </a:r>
            <a:endParaRPr kumimoji="0"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 rtlCol="0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DA92C-EA07-4844-A9C0-7671CE0A3023}" type="datetime1">
              <a:rPr lang="es-ES" noProof="0" smtClean="0"/>
              <a:t>07/04/2025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con una esquina recortada y redondeada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s-ES" sz="1800" noProof="0" dirty="0"/>
          </a:p>
        </p:txBody>
      </p:sp>
      <p:sp>
        <p:nvSpPr>
          <p:cNvPr id="12" name="Triángulo rectángulo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s-ES" sz="1800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rtlCol="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" name="Marcador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es-ES" noProof="0"/>
              <a:t>Haga clic en el icono para agregar una imagen</a:t>
            </a:r>
            <a:endParaRPr kumimoji="0"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rtlCol="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A37C7A-AEB8-4B08-B7A3-C61470375C39}" type="datetime1">
              <a:rPr lang="es-ES" noProof="0" smtClean="0"/>
              <a:t>07/04/2025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‹#›</a:t>
            </a:fld>
            <a:endParaRPr lang="es-ES" noProof="0" dirty="0"/>
          </a:p>
        </p:txBody>
      </p:sp>
      <p:sp>
        <p:nvSpPr>
          <p:cNvPr id="10" name="Forma libre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es-E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a libre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es-E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/>
              <a:t>Segundo nivel</a:t>
            </a:r>
          </a:p>
          <a:p>
            <a:pPr lvl="2" rtl="0" eaLnBrk="1" latinLnBrk="0" hangingPunct="1"/>
            <a:r>
              <a:rPr lang="es-ES" noProof="0"/>
              <a:t>Tercer nivel</a:t>
            </a:r>
          </a:p>
          <a:p>
            <a:pPr lvl="3" rtl="0" eaLnBrk="1" latinLnBrk="0" hangingPunct="1"/>
            <a:r>
              <a:rPr lang="es-ES" noProof="0"/>
              <a:t>Cuarto nivel</a:t>
            </a:r>
          </a:p>
          <a:p>
            <a:pPr lvl="4" rtl="0" eaLnBrk="1" latinLnBrk="0" hangingPunct="1"/>
            <a:r>
              <a:rPr lang="es-ES" noProof="0"/>
              <a:t>Quinto nivel</a:t>
            </a:r>
            <a:endParaRPr kumimoji="0"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E184A9-C1BE-4691-8290-38F7E3B9E2EA}" type="datetime1">
              <a:rPr lang="es-ES" noProof="0" smtClean="0"/>
              <a:t>07/04/2025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 rtlCol="0"/>
          <a:lstStyle/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/>
              <a:t>Segundo nivel</a:t>
            </a:r>
          </a:p>
          <a:p>
            <a:pPr lvl="2" rtl="0" eaLnBrk="1" latinLnBrk="0" hangingPunct="1"/>
            <a:r>
              <a:rPr lang="es-ES" noProof="0"/>
              <a:t>Tercer nivel</a:t>
            </a:r>
          </a:p>
          <a:p>
            <a:pPr lvl="3" rtl="0" eaLnBrk="1" latinLnBrk="0" hangingPunct="1"/>
            <a:r>
              <a:rPr lang="es-ES" noProof="0"/>
              <a:t>Cuarto nivel</a:t>
            </a:r>
          </a:p>
          <a:p>
            <a:pPr lvl="4" rtl="0" eaLnBrk="1" latinLnBrk="0" hangingPunct="1"/>
            <a:r>
              <a:rPr lang="es-ES" noProof="0"/>
              <a:t>Quinto nivel</a:t>
            </a:r>
            <a:endParaRPr kumimoji="0"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537EF8-1A52-460D-8FA5-88CB8E631AE8}" type="datetime1">
              <a:rPr lang="es-ES" noProof="0" smtClean="0"/>
              <a:t>07/04/2025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Rectángulo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grpSp>
          <p:nvGrpSpPr>
            <p:cNvPr id="27" name="Grupo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Forma libre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es-E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Forma libre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es-E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Grupo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Forma libre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es-ES" sz="1800" noProof="0" dirty="0"/>
                </a:p>
              </p:txBody>
            </p:sp>
            <p:sp>
              <p:nvSpPr>
                <p:cNvPr id="33" name="Forma libre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es-ES" sz="1800" noProof="0" dirty="0"/>
                </a:p>
              </p:txBody>
            </p:sp>
          </p:grpSp>
        </p:grpSp>
      </p:grpSp>
      <p:sp>
        <p:nvSpPr>
          <p:cNvPr id="9" name="Marcador de título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0" name="Marcador de texto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es-ES" noProof="0" dirty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 dirty="0"/>
              <a:t>Segundo nivel</a:t>
            </a:r>
          </a:p>
          <a:p>
            <a:pPr lvl="2" rtl="0" eaLnBrk="1" latinLnBrk="0" hangingPunct="1"/>
            <a:r>
              <a:rPr lang="es-ES" noProof="0" dirty="0"/>
              <a:t>Tercer nivel</a:t>
            </a:r>
          </a:p>
          <a:p>
            <a:pPr lvl="3" rtl="0" eaLnBrk="1" latinLnBrk="0" hangingPunct="1"/>
            <a:r>
              <a:rPr lang="es-ES" noProof="0" dirty="0"/>
              <a:t>Cuarto nivel</a:t>
            </a:r>
          </a:p>
          <a:p>
            <a:pPr lvl="4" rtl="0" eaLnBrk="1" latinLnBrk="0" hangingPunct="1"/>
            <a:r>
              <a:rPr lang="es-ES" noProof="0" dirty="0"/>
              <a:t>Quinto nivel</a:t>
            </a:r>
          </a:p>
        </p:txBody>
      </p:sp>
      <p:sp>
        <p:nvSpPr>
          <p:cNvPr id="10" name="Marcador de fecha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pPr rtl="0"/>
            <a:fld id="{1811FD10-D06B-4536-8048-7D2897F296FB}" type="datetime1">
              <a:rPr lang="es-ES" noProof="0" smtClean="0"/>
              <a:t>07/04/2025</a:t>
            </a:fld>
            <a:endParaRPr lang="es-ES" noProof="0" dirty="0"/>
          </a:p>
        </p:txBody>
      </p:sp>
      <p:sp>
        <p:nvSpPr>
          <p:cNvPr id="22" name="Marcador de pie de página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18" name="Marcador de número de diapositiva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pPr rtl="0"/>
            <a:fld id="{401CF334-2D5C-4859-84A6-CA7E6E43FAEB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lnSpc>
          <a:spcPct val="90000"/>
        </a:lnSpc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Actuarial III</a:t>
            </a: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Sesión 4: Objetos en R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Mtro. David Nexticapan Cortes</a:t>
            </a:r>
          </a:p>
          <a:p>
            <a:pPr rtl="0"/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7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C4217-0FF8-A4AA-6601-E41BE6E4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es un objeto?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9B2ED7E-397F-867E-14B4-7943D2654AA3}"/>
              </a:ext>
            </a:extLst>
          </p:cNvPr>
          <p:cNvSpPr txBox="1"/>
          <p:nvPr/>
        </p:nvSpPr>
        <p:spPr>
          <a:xfrm>
            <a:off x="609600" y="2192483"/>
            <a:ext cx="10972800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 entidades que R crea y manipula se denominan </a:t>
            </a:r>
            <a:r>
              <a:rPr lang="es-MX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objetos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Un objeto en R puede ser cualquier tipo de dato, como un </a:t>
            </a:r>
            <a:r>
              <a:rPr lang="es-MX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número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MX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vector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MX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 matriz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MX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data </a:t>
            </a:r>
            <a:r>
              <a:rPr lang="es-MX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MX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 lista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MX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 función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9C0803B-CAC9-29E4-D924-30ABC6655321}"/>
              </a:ext>
            </a:extLst>
          </p:cNvPr>
          <p:cNvSpPr txBox="1"/>
          <p:nvPr/>
        </p:nvSpPr>
        <p:spPr>
          <a:xfrm>
            <a:off x="609600" y="3075057"/>
            <a:ext cx="10972800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Cuando se realiza una operación o se asigna un valor a una variable en R, se crea un objeto que contiene esa información y se almacena en la memoria del entorno de trabajo.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DF5F185-831C-31E9-F029-54D2732D1D15}"/>
              </a:ext>
            </a:extLst>
          </p:cNvPr>
          <p:cNvSpPr txBox="1"/>
          <p:nvPr/>
        </p:nvSpPr>
        <p:spPr>
          <a:xfrm>
            <a:off x="609600" y="3957631"/>
            <a:ext cx="10972800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trabaja con objetos que tienen nombre y contenido, sin embargo, también tienen </a:t>
            </a:r>
            <a:r>
              <a:rPr lang="es-MX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especifican el tipo de datos presentados por el objeto. </a:t>
            </a:r>
          </a:p>
        </p:txBody>
      </p:sp>
    </p:spTree>
    <p:extLst>
      <p:ext uri="{BB962C8B-B14F-4D97-AF65-F5344CB8AC3E}">
        <p14:creationId xmlns:p14="http://schemas.microsoft.com/office/powerpoint/2010/main" val="322458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3088722003"/>
              </p:ext>
            </p:extLst>
          </p:nvPr>
        </p:nvGraphicFramePr>
        <p:xfrm>
          <a:off x="352697" y="809898"/>
          <a:ext cx="11612879" cy="2664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Flecha abajo 8"/>
          <p:cNvSpPr/>
          <p:nvPr/>
        </p:nvSpPr>
        <p:spPr>
          <a:xfrm>
            <a:off x="1058091" y="3344092"/>
            <a:ext cx="587829" cy="770709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CuadroTexto 9"/>
          <p:cNvSpPr txBox="1"/>
          <p:nvPr/>
        </p:nvSpPr>
        <p:spPr>
          <a:xfrm>
            <a:off x="359228" y="4114801"/>
            <a:ext cx="1985554" cy="224676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modo determina cómo se almacenan los datos en la memoria de R y cómo se comportan cuando se realizan operaciones o cálculos.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  <a:endParaRPr 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endParaRPr 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endParaRPr 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endParaRPr 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lecha abajo 10"/>
          <p:cNvSpPr/>
          <p:nvPr/>
        </p:nvSpPr>
        <p:spPr>
          <a:xfrm>
            <a:off x="3483428" y="3344092"/>
            <a:ext cx="587829" cy="770709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/>
          <p:cNvSpPr txBox="1"/>
          <p:nvPr/>
        </p:nvSpPr>
        <p:spPr>
          <a:xfrm>
            <a:off x="2784565" y="4114801"/>
            <a:ext cx="1985554" cy="116955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Proporciona etiquetas a los elementos individuales del objeto para facilitar su identificación. </a:t>
            </a:r>
          </a:p>
        </p:txBody>
      </p:sp>
      <p:sp>
        <p:nvSpPr>
          <p:cNvPr id="13" name="Flecha abajo 12"/>
          <p:cNvSpPr/>
          <p:nvPr/>
        </p:nvSpPr>
        <p:spPr>
          <a:xfrm>
            <a:off x="5908765" y="3344092"/>
            <a:ext cx="587829" cy="770709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/>
          <p:cNvSpPr txBox="1"/>
          <p:nvPr/>
        </p:nvSpPr>
        <p:spPr>
          <a:xfrm>
            <a:off x="5209902" y="4114801"/>
            <a:ext cx="1985554" cy="95410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atributo se aplica a las matrices y </a:t>
            </a:r>
            <a:r>
              <a:rPr lang="es-MX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Especifica las dimensiones del objeto. </a:t>
            </a:r>
          </a:p>
        </p:txBody>
      </p:sp>
      <p:sp>
        <p:nvSpPr>
          <p:cNvPr id="15" name="Flecha abajo 14"/>
          <p:cNvSpPr/>
          <p:nvPr/>
        </p:nvSpPr>
        <p:spPr>
          <a:xfrm>
            <a:off x="8334102" y="3344092"/>
            <a:ext cx="587829" cy="770709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CuadroTexto 15"/>
          <p:cNvSpPr txBox="1"/>
          <p:nvPr/>
        </p:nvSpPr>
        <p:spPr>
          <a:xfrm>
            <a:off x="7635239" y="4114801"/>
            <a:ext cx="1985554" cy="95410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aplica a objetos que tienen una longitud o cantidad de elementos, como </a:t>
            </a:r>
            <a:r>
              <a:rPr lang="es-MX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vectores</a:t>
            </a: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MX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listas</a:t>
            </a: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" name="Flecha abajo 16"/>
          <p:cNvSpPr/>
          <p:nvPr/>
        </p:nvSpPr>
        <p:spPr>
          <a:xfrm>
            <a:off x="10678885" y="3344092"/>
            <a:ext cx="587829" cy="770709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CuadroTexto 17"/>
          <p:cNvSpPr txBox="1"/>
          <p:nvPr/>
        </p:nvSpPr>
        <p:spPr>
          <a:xfrm>
            <a:off x="9980022" y="4114801"/>
            <a:ext cx="1985554" cy="267765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"clase" de un objeto se refiere a la categoría general del tipo de datos a la que pertenece el objeto. Es una etiqueta que indica cómo se debe interpretar y tratar el objeto en R, y determina qué operaciones y funciones son aplicables a ese tipo de datos específico.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EBF54B-43FB-7850-8DB8-A9C286B9C520}"/>
              </a:ext>
            </a:extLst>
          </p:cNvPr>
          <p:cNvSpPr txBox="1"/>
          <p:nvPr/>
        </p:nvSpPr>
        <p:spPr>
          <a:xfrm>
            <a:off x="8020472" y="5708989"/>
            <a:ext cx="113453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General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F0F25E-9BE3-44BC-0C12-DB00BA00CF45}"/>
              </a:ext>
            </a:extLst>
          </p:cNvPr>
          <p:cNvSpPr txBox="1"/>
          <p:nvPr/>
        </p:nvSpPr>
        <p:spPr>
          <a:xfrm>
            <a:off x="3121961" y="5708989"/>
            <a:ext cx="138974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Particular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DC4C4F1-7DFB-7BE6-8D93-0C3A8B2C5144}"/>
              </a:ext>
            </a:extLst>
          </p:cNvPr>
          <p:cNvSpPr/>
          <p:nvPr/>
        </p:nvSpPr>
        <p:spPr>
          <a:xfrm>
            <a:off x="9155006" y="5850467"/>
            <a:ext cx="717127" cy="10160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3EACEF7-BFD6-69F2-62EC-C91095877ACB}"/>
              </a:ext>
            </a:extLst>
          </p:cNvPr>
          <p:cNvSpPr/>
          <p:nvPr/>
        </p:nvSpPr>
        <p:spPr>
          <a:xfrm rot="10800000">
            <a:off x="2404834" y="5844902"/>
            <a:ext cx="717127" cy="10160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6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D065E-054D-549E-1BFB-043465BB5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</a:t>
            </a:r>
            <a:r>
              <a:rPr lang="es-MX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) o </a:t>
            </a:r>
            <a:r>
              <a:rPr lang="es-MX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)?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72678C4-A7B4-F911-C4E9-9E3879805888}"/>
              </a:ext>
            </a:extLst>
          </p:cNvPr>
          <p:cNvSpPr txBox="1"/>
          <p:nvPr/>
        </p:nvSpPr>
        <p:spPr>
          <a:xfrm>
            <a:off x="609600" y="2099717"/>
            <a:ext cx="10972800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B587C">
                  <a:lumMod val="50000"/>
                </a:srgbClr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¿Qué diferencia hay entre el </a:t>
            </a:r>
            <a:r>
              <a:rPr kumimoji="0" lang="es-MX" sz="2000" b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modo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y la </a:t>
            </a:r>
            <a:r>
              <a:rPr kumimoji="0" lang="es-MX" sz="2000" b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clase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9A9668F-6B4E-5046-A30C-0FBA12C122D2}"/>
              </a:ext>
            </a:extLst>
          </p:cNvPr>
          <p:cNvSpPr txBox="1"/>
          <p:nvPr/>
        </p:nvSpPr>
        <p:spPr>
          <a:xfrm>
            <a:off x="6095993" y="3285069"/>
            <a:ext cx="5486400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B587C">
                  <a:lumMod val="50000"/>
                </a:srgbClr>
              </a:buClr>
              <a:buSzPct val="95000"/>
              <a:buFont typeface="Wingdings 2"/>
              <a:buChar char=""/>
              <a:tabLst/>
              <a:defRPr/>
            </a:pPr>
            <a:r>
              <a:rPr lang="es-MX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refiere a la categoría o tipo de datos al que pertenece el objeto.</a:t>
            </a:r>
            <a:endParaRPr kumimoji="0" lang="es-MX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085992-0BDA-4838-5ADF-0F6D0CDB4917}"/>
              </a:ext>
            </a:extLst>
          </p:cNvPr>
          <p:cNvSpPr txBox="1"/>
          <p:nvPr/>
        </p:nvSpPr>
        <p:spPr>
          <a:xfrm>
            <a:off x="6095991" y="3994830"/>
            <a:ext cx="5486408" cy="101566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B587C">
                  <a:lumMod val="50000"/>
                </a:srgbClr>
              </a:buClr>
              <a:buSzPct val="95000"/>
              <a:buFont typeface="Wingdings 2"/>
              <a:buChar char=""/>
              <a:tabLst/>
              <a:defRPr/>
            </a:pPr>
            <a:r>
              <a:rPr lang="es-MX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clase indica cómo debe interpretarse y tratarse el objeto en R, y qué operaciones y funciones específicas son aplicables a ese tipo de dato.</a:t>
            </a:r>
            <a:endParaRPr kumimoji="0" lang="es-MX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2D7FA15-EDB9-1C07-9F73-B84B971AFC99}"/>
              </a:ext>
            </a:extLst>
          </p:cNvPr>
          <p:cNvSpPr txBox="1"/>
          <p:nvPr/>
        </p:nvSpPr>
        <p:spPr>
          <a:xfrm>
            <a:off x="609592" y="3285069"/>
            <a:ext cx="5486400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B587C">
                  <a:lumMod val="50000"/>
                </a:srgbClr>
              </a:buClr>
              <a:buSzPct val="95000"/>
              <a:buFont typeface="Wingdings 2"/>
              <a:buChar char=""/>
              <a:tabLst/>
              <a:defRPr/>
            </a:pPr>
            <a:r>
              <a:rPr lang="es-MX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refiere al modo de almacenamiento o representación interna de los datos del objeto.</a:t>
            </a:r>
            <a:endParaRPr kumimoji="0" lang="es-MX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687EA6D-63EA-3B6F-59BF-DB8E8EF703C1}"/>
              </a:ext>
            </a:extLst>
          </p:cNvPr>
          <p:cNvSpPr txBox="1"/>
          <p:nvPr/>
        </p:nvSpPr>
        <p:spPr>
          <a:xfrm>
            <a:off x="609593" y="3992955"/>
            <a:ext cx="5486398" cy="101566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B587C">
                  <a:lumMod val="50000"/>
                </a:srgbClr>
              </a:buClr>
              <a:buSzPct val="95000"/>
              <a:buFont typeface="Wingdings 2"/>
              <a:buChar char=""/>
              <a:tabLst/>
              <a:defRPr/>
            </a:pPr>
            <a:r>
              <a:rPr lang="es-MX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tipo indica cómo se guardan los datos en memoria y cómo se comportan en términos de operaciones y cálculos básicos.</a:t>
            </a:r>
            <a:endParaRPr kumimoji="0" lang="es-MX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3C2A037-B2DA-4EA5-8117-95AAD8566E5E}"/>
              </a:ext>
            </a:extLst>
          </p:cNvPr>
          <p:cNvSpPr txBox="1"/>
          <p:nvPr/>
        </p:nvSpPr>
        <p:spPr>
          <a:xfrm>
            <a:off x="609599" y="5155401"/>
            <a:ext cx="10972800" cy="132343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B587C">
                  <a:lumMod val="50000"/>
                </a:srgbClr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En resumen, el </a:t>
            </a: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tipo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de un objeto en R se refiere a la representación interna y el comportamiento básico de los datos (por ejemplo, si son números, cadenas de texto, etc.). Mientras tanto, la </a:t>
            </a: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clase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de un objeto se refiere a la categoría o tipo de datos al que pertenece el objeto y define cómo debe tratarse y qué operaciones específicas son aplicables a ese tipo de dato.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9A9668F-6B4E-5046-A30C-0FBA12C122D2}"/>
              </a:ext>
            </a:extLst>
          </p:cNvPr>
          <p:cNvSpPr txBox="1"/>
          <p:nvPr/>
        </p:nvSpPr>
        <p:spPr>
          <a:xfrm>
            <a:off x="6095993" y="2887976"/>
            <a:ext cx="5486400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B587C">
                  <a:lumMod val="50000"/>
                </a:srgbClr>
              </a:buClr>
              <a:buSzPct val="95000"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CLASE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2D7FA15-EDB9-1C07-9F73-B84B971AFC99}"/>
              </a:ext>
            </a:extLst>
          </p:cNvPr>
          <p:cNvSpPr txBox="1"/>
          <p:nvPr/>
        </p:nvSpPr>
        <p:spPr>
          <a:xfrm>
            <a:off x="609592" y="2887976"/>
            <a:ext cx="5486400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B587C">
                  <a:lumMod val="50000"/>
                </a:srgbClr>
              </a:buClr>
              <a:buSzPct val="95000"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MODO</a:t>
            </a:r>
          </a:p>
        </p:txBody>
      </p:sp>
    </p:spTree>
    <p:extLst>
      <p:ext uri="{BB962C8B-B14F-4D97-AF65-F5344CB8AC3E}">
        <p14:creationId xmlns:p14="http://schemas.microsoft.com/office/powerpoint/2010/main" val="418442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7" grpId="0" animBg="1"/>
      <p:bldP spid="5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D065E-054D-549E-1BFB-043465BB5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Asignaciones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986D1B1-D033-CC9C-2FDA-6E1F78714236}"/>
              </a:ext>
            </a:extLst>
          </p:cNvPr>
          <p:cNvSpPr txBox="1"/>
          <p:nvPr/>
        </p:nvSpPr>
        <p:spPr>
          <a:xfrm>
            <a:off x="609600" y="2126222"/>
            <a:ext cx="10972800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B587C">
                  <a:lumMod val="50000"/>
                </a:srgbClr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Para asignar </a:t>
            </a: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nombre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 un </a:t>
            </a:r>
            <a:r>
              <a:rPr kumimoji="0" lang="es-MX" sz="2000" b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objeto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se utiliza el operador (</a:t>
            </a: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MX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2769436-DE47-70AC-EAC4-0B2477392EC4}"/>
              </a:ext>
            </a:extLst>
          </p:cNvPr>
          <p:cNvSpPr txBox="1"/>
          <p:nvPr/>
        </p:nvSpPr>
        <p:spPr>
          <a:xfrm>
            <a:off x="609600" y="2877302"/>
            <a:ext cx="10972800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B587C">
                  <a:lumMod val="50000"/>
                </a:srgbClr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El </a:t>
            </a: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operador de asignación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no es el operador habitual (</a:t>
            </a: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), que se reserva para otro propósito.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AC4F963-F6F1-605A-D67E-2B890AB07EE3}"/>
              </a:ext>
            </a:extLst>
          </p:cNvPr>
          <p:cNvSpPr txBox="1"/>
          <p:nvPr/>
        </p:nvSpPr>
        <p:spPr>
          <a:xfrm>
            <a:off x="609600" y="3632435"/>
            <a:ext cx="10972800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B587C">
                  <a:lumMod val="50000"/>
                </a:srgbClr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El operador de asignación consiste en </a:t>
            </a: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dos caracteres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(menor que) y </a:t>
            </a: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s-MX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guión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), que obligatoriamente deben ir unidos y apuntan hacia el objeto que recibe el valor de la expresión.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7F22F4C-213C-BED1-C616-C704534D1539}"/>
              </a:ext>
            </a:extLst>
          </p:cNvPr>
          <p:cNvSpPr txBox="1"/>
          <p:nvPr/>
        </p:nvSpPr>
        <p:spPr>
          <a:xfrm>
            <a:off x="609600" y="4695344"/>
            <a:ext cx="10972800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B587C">
                  <a:lumMod val="50000"/>
                </a:srgbClr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 asignación puede realizarse también mediante la función </a:t>
            </a:r>
            <a:r>
              <a:rPr kumimoji="0" lang="es-MX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assign</a:t>
            </a: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 )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EE6CF3B-3C4F-FAB2-1CDF-4979FC993639}"/>
              </a:ext>
            </a:extLst>
          </p:cNvPr>
          <p:cNvSpPr txBox="1"/>
          <p:nvPr/>
        </p:nvSpPr>
        <p:spPr>
          <a:xfrm>
            <a:off x="609600" y="5450477"/>
            <a:ext cx="10972800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B587C">
                  <a:lumMod val="50000"/>
                </a:srgbClr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El operador usual, 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&lt;- 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puede interpretarse como una abreviatura de la función </a:t>
            </a:r>
            <a:r>
              <a:rPr kumimoji="0" lang="es-MX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assign</a:t>
            </a: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 )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091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C4217-0FF8-A4AA-6601-E41BE6E41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540512"/>
          </a:xfrm>
        </p:spPr>
        <p:txBody>
          <a:bodyPr>
            <a:normAutofit/>
          </a:bodyPr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es un vector?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29B20A7-C844-A63C-986A-E05A2D4583B0}"/>
              </a:ext>
            </a:extLst>
          </p:cNvPr>
          <p:cNvSpPr txBox="1"/>
          <p:nvPr/>
        </p:nvSpPr>
        <p:spPr>
          <a:xfrm>
            <a:off x="609600" y="1471638"/>
            <a:ext cx="10972800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utiliza diferentes </a:t>
            </a:r>
            <a:r>
              <a:rPr lang="es-MX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estructuras de datos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La estructura más simple es el </a:t>
            </a:r>
            <a:r>
              <a:rPr lang="es-MX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que es una colección ordenada de datos.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9B66671-B0D9-75D8-6DB2-2A44D241F488}"/>
              </a:ext>
            </a:extLst>
          </p:cNvPr>
          <p:cNvSpPr txBox="1"/>
          <p:nvPr/>
        </p:nvSpPr>
        <p:spPr>
          <a:xfrm>
            <a:off x="609600" y="2125337"/>
            <a:ext cx="10972800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R, un vector es una estructura de datos fundamental que se utiliza para almacenar una secuencia de elementos del mismo tipo. Los vectores pueden contener elementos 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numéricos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caracteres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lógicos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complejos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cualquier otro tipo de datos compatible. 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E63CFA30-13F0-93C5-FE1D-6385223C50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6745901"/>
              </p:ext>
            </p:extLst>
          </p:nvPr>
        </p:nvGraphicFramePr>
        <p:xfrm>
          <a:off x="609600" y="3644900"/>
          <a:ext cx="10972800" cy="2914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129B20A7-C844-A63C-986A-E05A2D4583B0}"/>
              </a:ext>
            </a:extLst>
          </p:cNvPr>
          <p:cNvSpPr txBox="1"/>
          <p:nvPr/>
        </p:nvSpPr>
        <p:spPr>
          <a:xfrm>
            <a:off x="609600" y="3056035"/>
            <a:ext cx="1097280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crear un </a:t>
            </a:r>
            <a:r>
              <a:rPr lang="es-MX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utiliza la función </a:t>
            </a:r>
            <a:r>
              <a:rPr lang="es-MX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c( )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que, puede tener un número arbitrario de datos. </a:t>
            </a:r>
          </a:p>
        </p:txBody>
      </p:sp>
    </p:spTree>
    <p:extLst>
      <p:ext uri="{BB962C8B-B14F-4D97-AF65-F5344CB8AC3E}">
        <p14:creationId xmlns:p14="http://schemas.microsoft.com/office/powerpoint/2010/main" val="56442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Graphic spid="4" grpId="0">
        <p:bldAsOne/>
      </p:bldGraphic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C4217-0FF8-A4AA-6601-E41BE6E4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Aritmética vectorial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186749-76EC-1D5C-97D7-D8C494B16FA3}"/>
              </a:ext>
            </a:extLst>
          </p:cNvPr>
          <p:cNvSpPr txBox="1"/>
          <p:nvPr/>
        </p:nvSpPr>
        <p:spPr>
          <a:xfrm>
            <a:off x="609600" y="2053545"/>
            <a:ext cx="10972800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vectores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pueden usarse en expresiones aritméticas en cuyo caso las operaciones se realizan elemento a elemento.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5EA45A3-2590-0091-84CD-181E1BD32594}"/>
              </a:ext>
            </a:extLst>
          </p:cNvPr>
          <p:cNvSpPr txBox="1"/>
          <p:nvPr/>
        </p:nvSpPr>
        <p:spPr>
          <a:xfrm>
            <a:off x="609600" y="2850047"/>
            <a:ext cx="1097280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operadores aritméticos elementales con </a:t>
            </a:r>
            <a:r>
              <a:rPr lang="es-MX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+,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-,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*,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/,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C383E06-2984-2510-CF63-56787D43B968}"/>
              </a:ext>
            </a:extLst>
          </p:cNvPr>
          <p:cNvSpPr txBox="1"/>
          <p:nvPr/>
        </p:nvSpPr>
        <p:spPr>
          <a:xfrm>
            <a:off x="609600" y="3369549"/>
            <a:ext cx="1097280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 otras funciones como </a:t>
            </a:r>
            <a:r>
              <a:rPr lang="es-MX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log( ), </a:t>
            </a:r>
            <a:r>
              <a:rPr lang="es-MX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es-MX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), sin( ), cos( ), tan( ) y </a:t>
            </a:r>
            <a:r>
              <a:rPr lang="es-MX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sqrt</a:t>
            </a:r>
            <a:r>
              <a:rPr lang="es-MX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F1830A4-FF51-5CD6-9FCE-C40A254D9AC0}"/>
              </a:ext>
            </a:extLst>
          </p:cNvPr>
          <p:cNvSpPr txBox="1"/>
          <p:nvPr/>
        </p:nvSpPr>
        <p:spPr>
          <a:xfrm>
            <a:off x="609600" y="3887500"/>
            <a:ext cx="1097280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 funciones </a:t>
            </a:r>
            <a:r>
              <a:rPr lang="es-MX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s-MX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MX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min( )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seleccionan al mayor y menor elemento de un vector respectivamente.</a:t>
            </a:r>
            <a:endParaRPr lang="es-MX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048D510-2B54-D9D9-4CF4-3BA0300A28D9}"/>
              </a:ext>
            </a:extLst>
          </p:cNvPr>
          <p:cNvSpPr txBox="1"/>
          <p:nvPr/>
        </p:nvSpPr>
        <p:spPr>
          <a:xfrm>
            <a:off x="609600" y="4405451"/>
            <a:ext cx="1097280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 )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la suma de todos los elementos del vector; y </a:t>
            </a:r>
            <a:r>
              <a:rPr lang="es-MX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</a:t>
            </a:r>
            <a:r>
              <a:rPr lang="es-MX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el producto de todos ellos. </a:t>
            </a:r>
            <a:endParaRPr lang="es-MX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6A428D8-669C-B4AD-537E-FBD5FAFA3539}"/>
              </a:ext>
            </a:extLst>
          </p:cNvPr>
          <p:cNvSpPr txBox="1"/>
          <p:nvPr/>
        </p:nvSpPr>
        <p:spPr>
          <a:xfrm>
            <a:off x="609600" y="4923402"/>
            <a:ext cx="10972800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 funciones estadísticas </a:t>
            </a:r>
            <a:r>
              <a:rPr lang="es-MX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mean( ), </a:t>
            </a:r>
            <a:r>
              <a:rPr lang="es-MX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s-MX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s-MX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</a:t>
            </a:r>
            <a:r>
              <a:rPr lang="es-MX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calculan la media, la varianza y la desviación estándar de los elementos del vector. </a:t>
            </a:r>
          </a:p>
        </p:txBody>
      </p:sp>
    </p:spTree>
    <p:extLst>
      <p:ext uri="{BB962C8B-B14F-4D97-AF65-F5344CB8AC3E}">
        <p14:creationId xmlns:p14="http://schemas.microsoft.com/office/powerpoint/2010/main" val="113794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C4217-0FF8-A4AA-6601-E41BE6E4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Vectores de </a:t>
            </a:r>
            <a:r>
              <a:rPr lang="es-MX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índices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607030-1565-A064-EEE6-BC7908DBDF41}"/>
              </a:ext>
            </a:extLst>
          </p:cNvPr>
          <p:cNvSpPr txBox="1"/>
          <p:nvPr/>
        </p:nvSpPr>
        <p:spPr>
          <a:xfrm>
            <a:off x="609601" y="2160104"/>
            <a:ext cx="10972800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R, los 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"vectores con índices"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generalmente se refieren a la forma en que los elementos individuales en un vector se pueden acceder y manipular mediante índices numéricos.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607030-1565-A064-EEE6-BC7908DBDF41}"/>
              </a:ext>
            </a:extLst>
          </p:cNvPr>
          <p:cNvSpPr txBox="1"/>
          <p:nvPr/>
        </p:nvSpPr>
        <p:spPr>
          <a:xfrm>
            <a:off x="609600" y="2952584"/>
            <a:ext cx="1097280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Cada elemento en un vector tiene una posición única que se identifica mediante un índice.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D607030-1565-A064-EEE6-BC7908DBDF41}"/>
              </a:ext>
            </a:extLst>
          </p:cNvPr>
          <p:cNvSpPr txBox="1"/>
          <p:nvPr/>
        </p:nvSpPr>
        <p:spPr>
          <a:xfrm>
            <a:off x="609600" y="3468065"/>
            <a:ext cx="10972800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índices en R comienzan desde 1 y van hasta la longitud del vector. Puedes acceder a un elemento específico de un vector utilizando su índice correspondiente.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D607030-1565-A064-EEE6-BC7908DBDF41}"/>
              </a:ext>
            </a:extLst>
          </p:cNvPr>
          <p:cNvSpPr txBox="1"/>
          <p:nvPr/>
        </p:nvSpPr>
        <p:spPr>
          <a:xfrm>
            <a:off x="609600" y="4260545"/>
            <a:ext cx="10972800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índices son fundamentales para acceder, modificar y realizar operaciones en los elementos individuales de un vector en R. </a:t>
            </a:r>
          </a:p>
        </p:txBody>
      </p:sp>
    </p:spTree>
    <p:extLst>
      <p:ext uri="{BB962C8B-B14F-4D97-AF65-F5344CB8AC3E}">
        <p14:creationId xmlns:p14="http://schemas.microsoft.com/office/powerpoint/2010/main" val="70528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C4217-0FF8-A4AA-6601-E41BE6E4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Vectores de </a:t>
            </a:r>
            <a:r>
              <a:rPr lang="es-MX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índices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10A7F31E-E16B-9E35-ED96-683C17C46050}"/>
              </a:ext>
            </a:extLst>
          </p:cNvPr>
          <p:cNvGraphicFramePr/>
          <p:nvPr/>
        </p:nvGraphicFramePr>
        <p:xfrm>
          <a:off x="828261" y="2239427"/>
          <a:ext cx="10535478" cy="3717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2890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esentación de lluvia de ideas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5870849_TF03460637.potx" id="{F200C24D-A64B-40C8-A076-385076850F7D}" vid="{61DF3097-A1CE-41D9-9E7C-2786F60E7D4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lluvia de ideas de empresa</Template>
  <TotalTime>1070</TotalTime>
  <Words>1098</Words>
  <Application>Microsoft Office PowerPoint</Application>
  <PresentationFormat>Widescreen</PresentationFormat>
  <Paragraphs>66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Century Gothic</vt:lpstr>
      <vt:lpstr>Palatino Linotype</vt:lpstr>
      <vt:lpstr>Times New Roman</vt:lpstr>
      <vt:lpstr>Wingdings 2</vt:lpstr>
      <vt:lpstr>Presentación de lluvia de ideas</vt:lpstr>
      <vt:lpstr>Software Actuarial III Sesión 4: Objetos en R</vt:lpstr>
      <vt:lpstr>¿Qué es un objeto?</vt:lpstr>
      <vt:lpstr>PowerPoint Presentation</vt:lpstr>
      <vt:lpstr>¿Mode( ) o Class ( )?</vt:lpstr>
      <vt:lpstr>Asignaciones</vt:lpstr>
      <vt:lpstr>¿Qué es un vector?</vt:lpstr>
      <vt:lpstr>Aritmética vectorial</vt:lpstr>
      <vt:lpstr>Vectores de índices</vt:lpstr>
      <vt:lpstr>Vectores de índices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</dc:title>
  <dc:creator>David Nexticapan Cortes</dc:creator>
  <cp:lastModifiedBy>Enrique Garcia</cp:lastModifiedBy>
  <cp:revision>35</cp:revision>
  <dcterms:created xsi:type="dcterms:W3CDTF">2023-07-01T13:26:30Z</dcterms:created>
  <dcterms:modified xsi:type="dcterms:W3CDTF">2025-04-08T03:30:38Z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